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08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735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766D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4630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Score MCP Server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1945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39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SAS Viya Integration Workflow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971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A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GitHub Copilot  ·  SAS Viya  ·  Model Context Protocol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21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7863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GitHub Copilot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243584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16736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5361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Routing  ·  Decision Trees  ·  Strategies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993392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66544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4398F9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21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286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Registration  ·  Two-Tier Descriptions  ·  Cache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2743200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16352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71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0358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(Express + OAuth)   |   Stdio (CLI / Local)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3493008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66160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EBF3FF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21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7856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Tools: mas · scr · job · jobdef · program · cas · read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4242816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315968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Viya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5354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 ·  SCR  ·  CAS Analytics  ·  Compute Jobs  ·  SCR Containers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Catalog  (29 Tools)  —  prefix: sas-score-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Models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list-mas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mas-describe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mas-score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95728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Models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168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list-scr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find-scr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87168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scr-describe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87168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scr-score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62856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4398F9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Models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54296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list-jobs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54296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54296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job-describe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54296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job-score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29984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JobDef Models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21424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list-jobdefs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21424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find-jobdef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21424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jobdef-describe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21424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jobdef-score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list-libraries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find-library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95728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87168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87168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list-tables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487168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find-table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87168" y="3858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table-describe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487168" y="41696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read-table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487168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sas-query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62856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54296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· Macro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54296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program-score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54296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score-macro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29984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21424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 (NEW)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21424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cas-program-score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Architecture  —  Decision Trees as Canonical Spec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6400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032954"/>
          </a:solidFill>
          <a:ln w="12700">
            <a:solidFill>
              <a:srgbClr val="032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640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score-strategy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(Router)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82880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score-mas-scr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· SCR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0" cy="54864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182880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score-job-jobdef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· JobDef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0" cy="54864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82880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score-program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· Macro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280160"/>
            <a:ext cx="960120" cy="54864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182880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0766D1"/>
          </a:solidFill>
          <a:ln w="12700">
            <a:solidFill>
              <a:srgbClr val="0766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score-cas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(NEW)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280160"/>
            <a:ext cx="3108960" cy="54864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926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mas-score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280160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2926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find-scr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scr-score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331720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2926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job-score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429000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926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find-jobdef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jobdef-score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80560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2926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program-score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score-macro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629400" y="29260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EBF3FF"/>
          </a:solidFill>
          <a:ln w="6350">
            <a:solidFill>
              <a:srgbClr val="0766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926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cas-program-score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(inline or table)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43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Tool Descriptions: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023360"/>
            <a:ext cx="4114800" cy="777240"/>
          </a:xfrm>
          <a:prstGeom prst="roundRect">
            <a:avLst>
              <a:gd name="adj" fmla="val 8235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0782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Mode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" y="4352544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verbose descriptions, USE/DON'T USE rules, self-contained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4023360"/>
            <a:ext cx="4114800" cy="777240"/>
          </a:xfrm>
          <a:prstGeom prst="roundRect">
            <a:avLst>
              <a:gd name="adj" fmla="val 8235"/>
            </a:avLst>
          </a:prstGeom>
          <a:solidFill>
            <a:srgbClr val="EBF3FF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40782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81728" y="4352544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~10-line descriptions, skills handle routing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Example  —  MAS Model Scoring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502920" cy="502920"/>
          </a:xfrm>
          <a:prstGeom prst="ellipse">
            <a:avLst/>
          </a:prstGeom>
          <a:solidFill>
            <a:srgbClr val="03295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621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640080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658368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 customer with churn model (age=45, income=60000)"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" y="1161288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380744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380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344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1362456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1380744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score-strategy routes to score-mas-scr via routing table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" y="1883664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103120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066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2084832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2103120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 confirms churnRisk model exists in SAS Viya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" y="2606040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25496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825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2807208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27248" y="2825496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mas-score invoked with model name + scenario params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1208" y="3328416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547872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35112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/ Restaf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17520" y="3529584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27248" y="3547872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_masScoring() → masSetup() → masDescribe() → masRun()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" y="4050792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270248"/>
            <a:ext cx="502920" cy="502920"/>
          </a:xfrm>
          <a:prstGeom prst="ellipse">
            <a:avLst/>
          </a:prstGeom>
          <a:solidFill>
            <a:srgbClr val="0766D1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4233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17520" y="4251960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27248" y="4270248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prediction: "churn", probability: 0.78, age: 45 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32954"/>
          </a:solidFill>
          <a:ln w="6350">
            <a:solidFill>
              <a:srgbClr val="BAC0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786384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786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13385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157276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browser-based OAuth 2.0 with PKCE. Most secure.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65836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32954"/>
          </a:solidFill>
          <a:ln w="6350">
            <a:solidFill>
              <a:srgbClr val="BAC0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786384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786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4408" y="113385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oauthclient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64408" y="157276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where the client app manages token exchange.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65836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766D1"/>
          </a:solidFill>
          <a:ln w="6350">
            <a:solidFill>
              <a:srgbClr val="BAC0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786384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4398F9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786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44768" y="113385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44768" y="157276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valid SAS Viya access token directly.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766D1"/>
          </a:solidFill>
          <a:ln w="6350">
            <a:solidFill>
              <a:srgbClr val="BAC0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889504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4398F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889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" y="32369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4048" y="367588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access token from a local file path.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276148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BAC0C9"/>
          </a:solidFill>
          <a:ln w="6350">
            <a:solidFill>
              <a:srgbClr val="BAC0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64408" y="2889504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3264408" y="2889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64408" y="32369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sascli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64408" y="367588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auth from an existing sas-viya-cli profile.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76148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BAC0C9"/>
          </a:solidFill>
          <a:ln w="6350">
            <a:solidFill>
              <a:srgbClr val="BAC0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4768" y="2889504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</p:sp>
      <p:sp>
        <p:nvSpPr>
          <p:cNvPr id="32" name="Text 30"/>
          <p:cNvSpPr/>
          <p:nvPr/>
        </p:nvSpPr>
        <p:spPr>
          <a:xfrm>
            <a:off x="6144768" y="2889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44768" y="32369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44768" y="367588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credential auth. Use OAuth-based flows for security.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621792"/>
            <a:ext cx="2743200" cy="4297680"/>
          </a:xfrm>
          <a:prstGeom prst="roundRect">
            <a:avLst>
              <a:gd name="adj" fmla="val 3333"/>
            </a:avLst>
          </a:prstGeom>
          <a:solidFill>
            <a:srgbClr val="032954"/>
          </a:solidFill>
          <a:ln w="3810">
            <a:solidFill>
              <a:srgbClr val="BAC0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Transport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468880" cy="438912"/>
          </a:xfrm>
          <a:prstGeom prst="rect">
            <a:avLst/>
          </a:prstGeom>
          <a:solidFill>
            <a:srgbClr val="1A4070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813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@sassoftware/sas-score-mcp-serverjs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039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install needed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&amp; VS Code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990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development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4655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local testing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36392" y="621792"/>
            <a:ext cx="2743200" cy="4297680"/>
          </a:xfrm>
          <a:prstGeom prst="roundRect">
            <a:avLst>
              <a:gd name="adj" fmla="val 3333"/>
            </a:avLst>
          </a:prstGeom>
          <a:solidFill>
            <a:srgbClr val="0766D1"/>
          </a:solidFill>
          <a:ln w="3810">
            <a:solidFill>
              <a:srgbClr val="BAC0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731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73552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Transport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73552" y="1463040"/>
            <a:ext cx="2468880" cy="438912"/>
          </a:xfrm>
          <a:prstGeom prst="rect">
            <a:avLst/>
          </a:prstGeom>
          <a:solidFill>
            <a:srgbClr val="1A4070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4813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ghcr.io/sassoftware/sas-score-mcp-serverjs:latest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73552" y="2039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GitHub Container Registry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73552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 on port 8080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73552" y="2990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concurrent support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73552" y="34655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anywhere Docker runs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44184" y="621792"/>
            <a:ext cx="2743200" cy="4297680"/>
          </a:xfrm>
          <a:prstGeom prst="roundRect">
            <a:avLst>
              <a:gd name="adj" fmla="val 3333"/>
            </a:avLst>
          </a:prstGeom>
          <a:solidFill>
            <a:srgbClr val="4398F9"/>
          </a:solidFill>
          <a:ln w="3810">
            <a:solidFill>
              <a:srgbClr val="BAC0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731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 (Azure / AWS)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81344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OAuth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1463040"/>
            <a:ext cx="2468880" cy="438912"/>
          </a:xfrm>
          <a:prstGeom prst="rect">
            <a:avLst/>
          </a:prstGeom>
          <a:solidFill>
            <a:srgbClr val="D0D8E0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14813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App · ECS · Kubernetes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81344" y="2039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container service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81344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OAuth PKCE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81344" y="2990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multi-user architecture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81344" y="34655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SAS Viya integration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3c7f06-7cb3-4753-bb68-887d8c87c3f7}" enabled="1" method="Privileged" siteId="{b1c14d5c-3625-45b3-a430-9552373a0c2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469</Words>
  <Application>Microsoft Office PowerPoint</Application>
  <PresentationFormat>On-screen Show (16:9)</PresentationFormat>
  <Paragraphs>146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 Score MCP Server — Workflow</dc:title>
  <dc:subject>PptxGenJS Presentation</dc:subject>
  <dc:creator>PptxGenJS</dc:creator>
  <cp:lastModifiedBy>Deva Kumar</cp:lastModifiedBy>
  <cp:revision>2</cp:revision>
  <dcterms:created xsi:type="dcterms:W3CDTF">2026-06-01T21:06:50Z</dcterms:created>
  <dcterms:modified xsi:type="dcterms:W3CDTF">2026-06-03T10:23:52Z</dcterms:modified>
</cp:coreProperties>
</file>