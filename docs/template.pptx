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54.xml" ContentType="application/vnd.openxmlformats-officedocument.presentationml.tags+xml"/>
  <Override PartName="/ppt/notesSlides/notesSlide1.xml" ContentType="application/vnd.openxmlformats-officedocument.presentationml.notesSlide+xml"/>
  <Override PartName="/ppt/tags/tag55.xml" ContentType="application/vnd.openxmlformats-officedocument.presentationml.tags+xml"/>
  <Override PartName="/ppt/notesSlides/notesSlide2.xml" ContentType="application/vnd.openxmlformats-officedocument.presentationml.notesSlide+xml"/>
  <Override PartName="/ppt/tags/tag56.xml" ContentType="application/vnd.openxmlformats-officedocument.presentationml.tags+xml"/>
  <Override PartName="/ppt/tags/tag57.xml" ContentType="application/vnd.openxmlformats-officedocument.presentationml.tags+xml"/>
  <Override PartName="/ppt/notesSlides/notesSlide3.xml" ContentType="application/vnd.openxmlformats-officedocument.presentationml.notesSlide+xml"/>
  <Override PartName="/ppt/tags/tag58.xml" ContentType="application/vnd.openxmlformats-officedocument.presentationml.tags+xml"/>
  <Override PartName="/ppt/notesSlides/notesSlide4.xml" ContentType="application/vnd.openxmlformats-officedocument.presentationml.notesSlide+xml"/>
  <Override PartName="/ppt/tags/tag59.xml" ContentType="application/vnd.openxmlformats-officedocument.presentationml.tags+xml"/>
  <Override PartName="/ppt/notesSlides/notesSlide5.xml" ContentType="application/vnd.openxmlformats-officedocument.presentationml.notesSlide+xml"/>
  <Override PartName="/ppt/tags/tag60.xml" ContentType="application/vnd.openxmlformats-officedocument.presentationml.tags+xml"/>
  <Override PartName="/ppt/notesSlides/notesSlide6.xml" ContentType="application/vnd.openxmlformats-officedocument.presentationml.notesSlide+xml"/>
  <Override PartName="/ppt/tags/tag61.xml" ContentType="application/vnd.openxmlformats-officedocument.presentationml.tags+xml"/>
  <Override PartName="/ppt/notesSlides/notesSlide7.xml" ContentType="application/vnd.openxmlformats-officedocument.presentationml.notesSlide+xml"/>
  <Override PartName="/ppt/tags/tag62.xml" ContentType="application/vnd.openxmlformats-officedocument.presentationml.tags+xml"/>
  <Override PartName="/ppt/notesSlides/notesSlide8.xml" ContentType="application/vnd.openxmlformats-officedocument.presentationml.notesSlide+xml"/>
  <Override PartName="/ppt/tags/tag63.xml" ContentType="application/vnd.openxmlformats-officedocument.presentationml.tags+xml"/>
  <Override PartName="/ppt/notesSlides/notesSlide9.xml" ContentType="application/vnd.openxmlformats-officedocument.presentationml.notesSlide+xml"/>
  <Override PartName="/ppt/tags/tag64.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816" r:id="rId4"/>
  </p:sldMasterIdLst>
  <p:notesMasterIdLst>
    <p:notesMasterId r:id="rId30"/>
  </p:notesMasterIdLst>
  <p:handoutMasterIdLst>
    <p:handoutMasterId r:id="rId31"/>
  </p:handoutMasterIdLst>
  <p:sldIdLst>
    <p:sldId id="2147480047" r:id="rId5"/>
    <p:sldId id="2147483082" r:id="rId6"/>
    <p:sldId id="2147479751" r:id="rId7"/>
    <p:sldId id="260" r:id="rId8"/>
    <p:sldId id="259" r:id="rId9"/>
    <p:sldId id="2147483636" r:id="rId10"/>
    <p:sldId id="2147483637" r:id="rId11"/>
    <p:sldId id="2147483638" r:id="rId12"/>
    <p:sldId id="2147483639" r:id="rId13"/>
    <p:sldId id="2147483640" r:id="rId14"/>
    <p:sldId id="262" r:id="rId15"/>
    <p:sldId id="2147483644" r:id="rId16"/>
    <p:sldId id="256" r:id="rId17"/>
    <p:sldId id="270" r:id="rId18"/>
    <p:sldId id="2147483645" r:id="rId19"/>
    <p:sldId id="257" r:id="rId20"/>
    <p:sldId id="2147483641" r:id="rId21"/>
    <p:sldId id="2147483646" r:id="rId22"/>
    <p:sldId id="258" r:id="rId23"/>
    <p:sldId id="2147483642" r:id="rId24"/>
    <p:sldId id="2147483647" r:id="rId25"/>
    <p:sldId id="261" r:id="rId26"/>
    <p:sldId id="2147483643" r:id="rId27"/>
    <p:sldId id="2147479842" r:id="rId28"/>
    <p:sldId id="2147483634" r:id="rId29"/>
  </p:sldIdLst>
  <p:sldSz cx="18288000" cy="10287000"/>
  <p:notesSz cx="6858000" cy="9144000"/>
  <p:embeddedFontLst>
    <p:embeddedFont>
      <p:font typeface="Anova Bold" panose="020B0604020202020204" charset="0"/>
      <p:bold r:id="rId32"/>
      <p:italic r:id="rId33"/>
      <p:boldItalic r:id="rId34"/>
    </p:embeddedFont>
    <p:embeddedFont>
      <p:font typeface="Anova Light" panose="020B0604020202020204" charset="0"/>
      <p:regular r:id="rId35"/>
      <p:italic r:id="rId36"/>
    </p:embeddedFont>
  </p:embeddedFontLst>
  <p:custDataLst>
    <p:tags r:id="rId37"/>
  </p:custDataLst>
  <p:defaultTextStyle>
    <a:defPPr>
      <a:defRPr lang="en-US"/>
    </a:defPPr>
    <a:lvl1pPr marL="0" algn="l" defTabSz="914400" rtl="0" eaLnBrk="1" latinLnBrk="0" hangingPunct="1">
      <a:defRPr sz="3600" kern="1200">
        <a:solidFill>
          <a:schemeClr val="tx1"/>
        </a:solidFill>
        <a:latin typeface="+mn-lt"/>
        <a:ea typeface="+mn-ea"/>
        <a:cs typeface="+mn-cs"/>
      </a:defRPr>
    </a:lvl1pPr>
    <a:lvl2pPr marL="914400" algn="l" defTabSz="914400" rtl="0" eaLnBrk="1" latinLnBrk="0" hangingPunct="1">
      <a:defRPr sz="3600" kern="1200">
        <a:solidFill>
          <a:schemeClr val="tx1"/>
        </a:solidFill>
        <a:latin typeface="+mn-lt"/>
        <a:ea typeface="+mn-ea"/>
        <a:cs typeface="+mn-cs"/>
      </a:defRPr>
    </a:lvl2pPr>
    <a:lvl3pPr marL="1828800" algn="l" defTabSz="914400" rtl="0" eaLnBrk="1" latinLnBrk="0" hangingPunct="1">
      <a:defRPr sz="3600" kern="1200">
        <a:solidFill>
          <a:schemeClr val="tx1"/>
        </a:solidFill>
        <a:latin typeface="+mn-lt"/>
        <a:ea typeface="+mn-ea"/>
        <a:cs typeface="+mn-cs"/>
      </a:defRPr>
    </a:lvl3pPr>
    <a:lvl4pPr marL="2743200" algn="l" defTabSz="914400" rtl="0" eaLnBrk="1" latinLnBrk="0" hangingPunct="1">
      <a:defRPr sz="3600" kern="1200">
        <a:solidFill>
          <a:schemeClr val="tx1"/>
        </a:solidFill>
        <a:latin typeface="+mn-lt"/>
        <a:ea typeface="+mn-ea"/>
        <a:cs typeface="+mn-cs"/>
      </a:defRPr>
    </a:lvl4pPr>
    <a:lvl5pPr marL="3657600" algn="l" defTabSz="914400" rtl="0" eaLnBrk="1" latinLnBrk="0" hangingPunct="1">
      <a:defRPr sz="3600" kern="1200">
        <a:solidFill>
          <a:schemeClr val="tx1"/>
        </a:solidFill>
        <a:latin typeface="+mn-lt"/>
        <a:ea typeface="+mn-ea"/>
        <a:cs typeface="+mn-cs"/>
      </a:defRPr>
    </a:lvl5pPr>
    <a:lvl6pPr marL="4572000" algn="l" defTabSz="914400" rtl="0" eaLnBrk="1" latinLnBrk="0" hangingPunct="1">
      <a:defRPr sz="3600" kern="1200">
        <a:solidFill>
          <a:schemeClr val="tx1"/>
        </a:solidFill>
        <a:latin typeface="+mn-lt"/>
        <a:ea typeface="+mn-ea"/>
        <a:cs typeface="+mn-cs"/>
      </a:defRPr>
    </a:lvl6pPr>
    <a:lvl7pPr marL="5486400" algn="l" defTabSz="914400" rtl="0" eaLnBrk="1" latinLnBrk="0" hangingPunct="1">
      <a:defRPr sz="3600" kern="1200">
        <a:solidFill>
          <a:schemeClr val="tx1"/>
        </a:solidFill>
        <a:latin typeface="+mn-lt"/>
        <a:ea typeface="+mn-ea"/>
        <a:cs typeface="+mn-cs"/>
      </a:defRPr>
    </a:lvl7pPr>
    <a:lvl8pPr marL="6400800" algn="l" defTabSz="914400" rtl="0" eaLnBrk="1" latinLnBrk="0" hangingPunct="1">
      <a:defRPr sz="3600" kern="1200">
        <a:solidFill>
          <a:schemeClr val="tx1"/>
        </a:solidFill>
        <a:latin typeface="+mn-lt"/>
        <a:ea typeface="+mn-ea"/>
        <a:cs typeface="+mn-cs"/>
      </a:defRPr>
    </a:lvl8pPr>
    <a:lvl9pPr marL="7315200" algn="l" defTabSz="914400" rtl="0" eaLnBrk="1" latinLnBrk="0" hangingPunct="1">
      <a:defRPr sz="3600" kern="1200">
        <a:solidFill>
          <a:schemeClr val="tx1"/>
        </a:solidFill>
        <a:latin typeface="+mn-lt"/>
        <a:ea typeface="+mn-ea"/>
        <a:cs typeface="+mn-cs"/>
      </a:defRPr>
    </a:lvl9pPr>
  </p:defaultTextStyle>
  <p:extLst>
    <p:ext uri="{521415D9-36F7-43E2-AB2F-B90AF26B5E84}">
      <p14:sectionLst xmlns:p14="http://schemas.microsoft.com/office/powerpoint/2010/main">
        <p14:section name="Front Matter" id="{6F59366C-5147-DC4F-852A-FE9A6E79B984}">
          <p14:sldIdLst>
            <p14:sldId id="2147480047"/>
            <p14:sldId id="2147483082"/>
            <p14:sldId id="2147479751"/>
          </p14:sldIdLst>
        </p14:section>
        <p14:section name="Introduction" id="{01EBAE98-D0F4-F34C-B0AA-6C257BC330CD}">
          <p14:sldIdLst>
            <p14:sldId id="260"/>
            <p14:sldId id="259"/>
            <p14:sldId id="2147483636"/>
            <p14:sldId id="2147483637"/>
            <p14:sldId id="2147483638"/>
            <p14:sldId id="2147483639"/>
            <p14:sldId id="2147483640"/>
            <p14:sldId id="262"/>
          </p14:sldIdLst>
        </p14:section>
        <p14:section name="SAS MCP Server" id="{3F018274-1C27-624D-8DFE-1E88CB76CB21}">
          <p14:sldIdLst>
            <p14:sldId id="2147483644"/>
            <p14:sldId id="256"/>
            <p14:sldId id="270"/>
          </p14:sldIdLst>
        </p14:section>
        <p14:section name="SAS Score MCP Server JS" id="{4C685299-7218-624D-8F87-3E4F32ED8C22}">
          <p14:sldIdLst>
            <p14:sldId id="2147483645"/>
            <p14:sldId id="257"/>
            <p14:sldId id="2147483641"/>
          </p14:sldIdLst>
        </p14:section>
        <p14:section name="SAS MAS Scorer" id="{68EF1173-A224-F74D-8928-FC78B42AE4E9}">
          <p14:sldIdLst>
            <p14:sldId id="2147483646"/>
            <p14:sldId id="258"/>
            <p14:sldId id="2147483642"/>
          </p14:sldIdLst>
        </p14:section>
        <p14:section name="SAS Agentic AI Accelerator" id="{475AF5FD-6816-5C49-9D26-CF23138E2F56}">
          <p14:sldIdLst>
            <p14:sldId id="2147483647"/>
            <p14:sldId id="261"/>
            <p14:sldId id="2147483643"/>
          </p14:sldIdLst>
        </p14:section>
        <p14:section name="Conclusion" id="{E2056611-99A3-7641-A0D0-A1C3B9FBA1D0}">
          <p14:sldIdLst>
            <p14:sldId id="2147479842"/>
            <p14:sldId id="2147483634"/>
          </p14:sldIdLst>
        </p14:section>
      </p14:section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72CBA08-A13A-1AE3-3CDE-8B1F9BA81A35}" name="Colby Hoke" initials="" userId="S::Colby.Hoke@sas.com::330680df-4cc1-486b-b75e-40293401dc4c" providerId="AD"/>
  <p188:author id="{4B708D14-BD54-920F-18BB-8395E60AE589}" name="Alice McClure" initials="AM" userId="S::alice.mcclure@sas.com::6210c489-566a-4639-8da1-84bcfd842f43" providerId="AD"/>
  <p188:author id="{218D0E36-371F-DCCB-B7D7-854DE8FBC39E}" name="Ruth Suehle" initials="RS" userId="S::ruth.suehle@sas.com::2c5f31af-eb36-4d59-931e-840db978e223" providerId="AD"/>
  <p188:author id="{6DFEA739-C4EE-3CDE-94E6-A95954A908DE}" name="Tine Haaber" initials="TH" userId="S::Tine.Haaber@SAS.COM::b28dffea-6139-4081-9090-e82e8f843744" providerId="AD"/>
  <p188:author id="{CBE54089-982A-F916-6551-1F04A04836A3}" name="Bryan Behrenshausen" initials="" userId="S::Bryan.Behrenshausen@sas.com::ff82ee7e-0923-4a66-bbd6-ed68c87db14a" providerId="AD"/>
  <p188:author id="{A67EC2E6-65EC-8627-7F83-1DBC74F8C2B7}" name="Barry Peddycord" initials="BP" userId="S::barry.peddycord@sas.com::4959c50f-f456-42e9-8cee-5ae13475c42c"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765D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368C98D-AC7A-4758-BB48-CB066AF17EF3}" v="18" dt="2026-05-15T19:31:59.786"/>
    <p1510:client id="{B805A17A-7A2E-8D43-A857-5D0D0E1588D3}" v="417" dt="2026-05-15T19:45:21.53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viewProps" Target="viewProps.xml"/><Relationship Id="rId21" Type="http://schemas.openxmlformats.org/officeDocument/2006/relationships/slide" Target="slides/slide17.xml"/><Relationship Id="rId34" Type="http://schemas.openxmlformats.org/officeDocument/2006/relationships/font" Target="fonts/font3.fntdata"/><Relationship Id="rId42" Type="http://schemas.microsoft.com/office/2015/10/relationships/revisionInfo" Target="revisionInfo.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font" Target="fonts/font1.fntdata"/><Relationship Id="rId37" Type="http://schemas.openxmlformats.org/officeDocument/2006/relationships/tags" Target="tags/tag1.xml"/><Relationship Id="rId40"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font" Target="fonts/font5.fntdata"/><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notesMaster" Target="notesMasters/notesMaster1.xml"/><Relationship Id="rId35" Type="http://schemas.openxmlformats.org/officeDocument/2006/relationships/font" Target="fonts/font4.fntdata"/><Relationship Id="rId43" Type="http://schemas.microsoft.com/office/2018/10/relationships/authors" Target="author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font" Target="fonts/font2.fntdata"/><Relationship Id="rId38"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tags" Target="../tags/tag54.xml"/><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E01A56FA-0DF4-15B7-A216-DB01CF5CEB6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5CE34E3-7E5C-436A-9E6D-2FFC8FFCFCBF}" type="datetimeFigureOut">
              <a:rPr lang="en-US" smtClean="0">
                <a:latin typeface="Anova Light" panose="020B0403020203020204" pitchFamily="34" charset="0"/>
              </a:rPr>
              <a:t>6/1/2026</a:t>
            </a:fld>
            <a:endParaRPr lang="en-US">
              <a:latin typeface="Anova Light" panose="020B0403020203020204" pitchFamily="34" charset="0"/>
            </a:endParaRPr>
          </a:p>
        </p:txBody>
      </p:sp>
      <p:sp>
        <p:nvSpPr>
          <p:cNvPr id="5" name="Slide Number Placeholder 4">
            <a:extLst>
              <a:ext uri="{FF2B5EF4-FFF2-40B4-BE49-F238E27FC236}">
                <a16:creationId xmlns:a16="http://schemas.microsoft.com/office/drawing/2014/main" id="{BA52EC1A-046B-DC8F-4AAC-4BB03667CCC0}"/>
              </a:ext>
            </a:extLst>
          </p:cNvPr>
          <p:cNvSpPr>
            <a:spLocks noGrp="1"/>
          </p:cNvSpPr>
          <p:nvPr>
            <p:ph type="sldNum" sz="quarter" idx="3"/>
          </p:nvPr>
        </p:nvSpPr>
        <p:spPr>
          <a:xfrm>
            <a:off x="0" y="0"/>
            <a:ext cx="2971800" cy="458787"/>
          </a:xfrm>
          <a:prstGeom prst="rect">
            <a:avLst/>
          </a:prstGeom>
        </p:spPr>
        <p:txBody>
          <a:bodyPr vert="horz" lIns="91440" tIns="45720" rIns="91440" bIns="45720" rtlCol="0" anchor="b"/>
          <a:lstStyle>
            <a:lvl1pPr algn="r">
              <a:defRPr sz="1200"/>
            </a:lvl1pPr>
          </a:lstStyle>
          <a:p>
            <a:pPr algn="l"/>
            <a:fld id="{C4EF46A2-9381-4C51-8277-3C7F2938E9F9}" type="slidenum">
              <a:rPr lang="en-US" smtClean="0">
                <a:latin typeface="Anova Light" panose="020B0403020203020204" pitchFamily="34" charset="0"/>
              </a:rPr>
              <a:pPr algn="l"/>
              <a:t>‹#›</a:t>
            </a:fld>
            <a:endParaRPr lang="en-US">
              <a:latin typeface="Anova Light" panose="020B0403020203020204" pitchFamily="34" charset="0"/>
            </a:endParaRPr>
          </a:p>
        </p:txBody>
      </p:sp>
      <p:sp>
        <p:nvSpPr>
          <p:cNvPr id="2" name="TextBox 4">
            <a:extLst>
              <a:ext uri="{FF2B5EF4-FFF2-40B4-BE49-F238E27FC236}">
                <a16:creationId xmlns:a16="http://schemas.microsoft.com/office/drawing/2014/main" id="{7A8A3785-BF0E-6C8B-8B7B-0521D7696A29}"/>
              </a:ext>
            </a:extLst>
          </p:cNvPr>
          <p:cNvSpPr txBox="1"/>
          <p:nvPr/>
        </p:nvSpPr>
        <p:spPr>
          <a:xfrm>
            <a:off x="685800" y="8879554"/>
            <a:ext cx="2514600" cy="169277"/>
          </a:xfrm>
          <a:prstGeom prst="rect">
            <a:avLst/>
          </a:prstGeom>
          <a:noFill/>
        </p:spPr>
        <p:txBody>
          <a:bodyPr wrap="square" lIns="0" anchor="b" anchorCtr="0">
            <a:spAutoFit/>
          </a:bodyPr>
          <a:lstStyle/>
          <a:p>
            <a:pPr marL="0" marR="0" lvl="0" indent="0" algn="l" defTabSz="274313" rtl="0" eaLnBrk="0" fontAlgn="auto" latinLnBrk="0" hangingPunct="0">
              <a:lnSpc>
                <a:spcPct val="100000"/>
              </a:lnSpc>
              <a:spcBef>
                <a:spcPts val="0"/>
              </a:spcBef>
              <a:spcAft>
                <a:spcPts val="0"/>
              </a:spcAft>
              <a:buClrTx/>
              <a:buSzTx/>
              <a:buFontTx/>
              <a:buNone/>
              <a:tabLst/>
              <a:defRPr/>
            </a:pPr>
            <a:r>
              <a:rPr kumimoji="0" lang="en-US" sz="500" b="0" i="0" u="none" strike="noStrike" kern="300" cap="none" spc="50" normalizeH="0" baseline="0" noProof="0">
                <a:ln>
                  <a:noFill/>
                </a:ln>
                <a:solidFill>
                  <a:schemeClr val="accent5">
                    <a:lumMod val="60000"/>
                    <a:lumOff val="40000"/>
                  </a:schemeClr>
                </a:solidFill>
                <a:effectLst/>
                <a:uLnTx/>
                <a:uFillTx/>
                <a:latin typeface="Anova Light" panose="020B0403020203020204" pitchFamily="34" charset="0"/>
                <a:ea typeface="Anova Bold" panose="020B0703020203020204" pitchFamily="34" charset="0"/>
                <a:cs typeface="Anova Light" panose="020B0403020203020204" pitchFamily="34" charset="0"/>
              </a:rPr>
              <a:t>Copyright © SAS Institute Inc. All rights reserved.</a:t>
            </a:r>
          </a:p>
        </p:txBody>
      </p:sp>
      <p:pic>
        <p:nvPicPr>
          <p:cNvPr id="4" name="Picture 6">
            <a:extLst>
              <a:ext uri="{FF2B5EF4-FFF2-40B4-BE49-F238E27FC236}">
                <a16:creationId xmlns:a16="http://schemas.microsoft.com/office/drawing/2014/main" id="{3F6C63C1-B02C-0586-DDA1-7B0EB003F6D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5992336" y="8788172"/>
            <a:ext cx="627951" cy="260659"/>
          </a:xfrm>
          <a:prstGeom prst="rect">
            <a:avLst/>
          </a:prstGeom>
        </p:spPr>
      </p:pic>
      <p:sp>
        <p:nvSpPr>
          <p:cNvPr id="6" name="TextBox 2">
            <a:extLst>
              <a:ext uri="{FF2B5EF4-FFF2-40B4-BE49-F238E27FC236}">
                <a16:creationId xmlns:a16="http://schemas.microsoft.com/office/drawing/2014/main" id="{FDEF6B2A-6211-F846-C47F-DC10CAA8C891}"/>
              </a:ext>
            </a:extLst>
          </p:cNvPr>
          <p:cNvSpPr txBox="1"/>
          <p:nvPr/>
        </p:nvSpPr>
        <p:spPr>
          <a:xfrm>
            <a:off x="2493335" y="8732520"/>
            <a:ext cx="1871330" cy="215444"/>
          </a:xfrm>
          <a:prstGeom prst="rect">
            <a:avLst/>
          </a:prstGeom>
          <a:noFill/>
        </p:spPr>
        <p:txBody>
          <a:bodyPr wrap="square" rtlCol="0" anchor="ctr">
            <a:spAutoFit/>
          </a:bodyPr>
          <a:lstStyle/>
          <a:p>
            <a:pPr algn="ctr" defTabSz="182880"/>
            <a:r>
              <a:rPr lang="en-US" sz="800">
                <a:solidFill>
                  <a:schemeClr val="accent4"/>
                </a:solidFill>
                <a:latin typeface="Anova Light" panose="020B0403020203020204" pitchFamily="34" charset="0"/>
              </a:rPr>
              <a:t>sas.com</a:t>
            </a:r>
          </a:p>
        </p:txBody>
      </p:sp>
    </p:spTree>
    <p:custDataLst>
      <p:tags r:id="rId2"/>
    </p:custDataLst>
    <p:extLst>
      <p:ext uri="{BB962C8B-B14F-4D97-AF65-F5344CB8AC3E}">
        <p14:creationId xmlns:p14="http://schemas.microsoft.com/office/powerpoint/2010/main" val="26268924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solidFill>
                  <a:schemeClr val="tx1"/>
                </a:solidFill>
                <a:latin typeface="Anova Light" panose="020B0403020203020204" pitchFamily="34" charset="0"/>
              </a:defRPr>
            </a:lvl1pPr>
          </a:lstStyle>
          <a:p>
            <a:fld id="{D46682E9-A1D3-F04F-A14F-ABAA4D2618F2}" type="datetimeFigureOut">
              <a:rPr lang="en-US" smtClean="0"/>
              <a:pPr/>
              <a:t>6/1/2026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Box 4">
            <a:extLst>
              <a:ext uri="{FF2B5EF4-FFF2-40B4-BE49-F238E27FC236}">
                <a16:creationId xmlns:a16="http://schemas.microsoft.com/office/drawing/2014/main" id="{CFAEC8D7-15A6-6F9F-E0B7-CB248431A52A}"/>
              </a:ext>
            </a:extLst>
          </p:cNvPr>
          <p:cNvSpPr txBox="1"/>
          <p:nvPr/>
        </p:nvSpPr>
        <p:spPr>
          <a:xfrm>
            <a:off x="685800" y="8879554"/>
            <a:ext cx="2514600" cy="169277"/>
          </a:xfrm>
          <a:prstGeom prst="rect">
            <a:avLst/>
          </a:prstGeom>
          <a:noFill/>
        </p:spPr>
        <p:txBody>
          <a:bodyPr wrap="square" lIns="0" anchor="b" anchorCtr="0">
            <a:spAutoFit/>
          </a:bodyPr>
          <a:lstStyle/>
          <a:p>
            <a:pPr marL="0" marR="0" lvl="0" indent="0" algn="l" defTabSz="274313" rtl="0" eaLnBrk="0" fontAlgn="auto" latinLnBrk="0" hangingPunct="0">
              <a:lnSpc>
                <a:spcPct val="100000"/>
              </a:lnSpc>
              <a:spcBef>
                <a:spcPts val="0"/>
              </a:spcBef>
              <a:spcAft>
                <a:spcPts val="0"/>
              </a:spcAft>
              <a:buClrTx/>
              <a:buSzTx/>
              <a:buFontTx/>
              <a:buNone/>
              <a:tabLst/>
              <a:defRPr/>
            </a:pPr>
            <a:r>
              <a:rPr kumimoji="0" lang="en-US" sz="500" b="0" i="0" u="none" strike="noStrike" kern="300" cap="none" spc="50" normalizeH="0" baseline="0" noProof="0">
                <a:ln>
                  <a:noFill/>
                </a:ln>
                <a:solidFill>
                  <a:schemeClr val="accent5">
                    <a:lumMod val="60000"/>
                    <a:lumOff val="40000"/>
                  </a:schemeClr>
                </a:solidFill>
                <a:effectLst/>
                <a:uLnTx/>
                <a:uFillTx/>
                <a:latin typeface="Anova Light" panose="020B0403020203020204" pitchFamily="34" charset="0"/>
                <a:ea typeface="Anova Bold" panose="020B0703020203020204" pitchFamily="34" charset="0"/>
                <a:cs typeface="Anova Light" panose="020B0403020203020204" pitchFamily="34" charset="0"/>
              </a:rPr>
              <a:t>Copyright © SAS Institute Inc. All rights reserved.</a:t>
            </a:r>
          </a:p>
        </p:txBody>
      </p:sp>
      <p:sp>
        <p:nvSpPr>
          <p:cNvPr id="10" name="Slide Number Placeholder 4">
            <a:extLst>
              <a:ext uri="{FF2B5EF4-FFF2-40B4-BE49-F238E27FC236}">
                <a16:creationId xmlns:a16="http://schemas.microsoft.com/office/drawing/2014/main" id="{9DE3AD8C-AE96-943C-8DAF-3D5594863A36}"/>
              </a:ext>
            </a:extLst>
          </p:cNvPr>
          <p:cNvSpPr>
            <a:spLocks noGrp="1"/>
          </p:cNvSpPr>
          <p:nvPr>
            <p:ph type="sldNum" sz="quarter" idx="5"/>
          </p:nvPr>
        </p:nvSpPr>
        <p:spPr>
          <a:xfrm>
            <a:off x="0" y="0"/>
            <a:ext cx="2971800" cy="458787"/>
          </a:xfrm>
          <a:prstGeom prst="rect">
            <a:avLst/>
          </a:prstGeom>
        </p:spPr>
        <p:txBody>
          <a:bodyPr vert="horz" lIns="91440" tIns="45720" rIns="91440" bIns="45720" rtlCol="0" anchor="b"/>
          <a:lstStyle>
            <a:lvl1pPr algn="r">
              <a:defRPr sz="1200" b="0" i="0">
                <a:solidFill>
                  <a:schemeClr val="tx1"/>
                </a:solidFill>
                <a:latin typeface="Anova Light" panose="020B0403020203020204" pitchFamily="34" charset="0"/>
              </a:defRPr>
            </a:lvl1pPr>
          </a:lstStyle>
          <a:p>
            <a:pPr algn="l"/>
            <a:fld id="{C4EF46A2-9381-4C51-8277-3C7F2938E9F9}" type="slidenum">
              <a:rPr lang="en-US" smtClean="0"/>
              <a:pPr algn="l"/>
              <a:t>‹#›</a:t>
            </a:fld>
            <a:endParaRPr lang="en-US"/>
          </a:p>
        </p:txBody>
      </p:sp>
      <p:pic>
        <p:nvPicPr>
          <p:cNvPr id="2" name="Picture 6">
            <a:extLst>
              <a:ext uri="{FF2B5EF4-FFF2-40B4-BE49-F238E27FC236}">
                <a16:creationId xmlns:a16="http://schemas.microsoft.com/office/drawing/2014/main" id="{D7A2D390-EEAD-C632-F276-85D15BA57F0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p:blipFill>
        <p:spPr>
          <a:xfrm>
            <a:off x="5992336" y="8788172"/>
            <a:ext cx="627951" cy="260659"/>
          </a:xfrm>
          <a:prstGeom prst="rect">
            <a:avLst/>
          </a:prstGeom>
        </p:spPr>
      </p:pic>
      <p:sp>
        <p:nvSpPr>
          <p:cNvPr id="6" name="TextBox 2">
            <a:extLst>
              <a:ext uri="{FF2B5EF4-FFF2-40B4-BE49-F238E27FC236}">
                <a16:creationId xmlns:a16="http://schemas.microsoft.com/office/drawing/2014/main" id="{F607DE50-086C-7432-5C71-ADF401D86D53}"/>
              </a:ext>
            </a:extLst>
          </p:cNvPr>
          <p:cNvSpPr txBox="1"/>
          <p:nvPr/>
        </p:nvSpPr>
        <p:spPr>
          <a:xfrm>
            <a:off x="2493335" y="8732520"/>
            <a:ext cx="1871330" cy="215444"/>
          </a:xfrm>
          <a:prstGeom prst="rect">
            <a:avLst/>
          </a:prstGeom>
          <a:noFill/>
        </p:spPr>
        <p:txBody>
          <a:bodyPr wrap="square" rtlCol="0" anchor="ctr">
            <a:spAutoFit/>
          </a:bodyPr>
          <a:lstStyle/>
          <a:p>
            <a:pPr algn="ctr" defTabSz="182880"/>
            <a:r>
              <a:rPr lang="en-US" sz="800">
                <a:solidFill>
                  <a:schemeClr val="tx1"/>
                </a:solidFill>
                <a:latin typeface="Anova Light" panose="020B0403020203020204" pitchFamily="34" charset="0"/>
              </a:rPr>
              <a:t>sas.com</a:t>
            </a:r>
          </a:p>
        </p:txBody>
      </p:sp>
    </p:spTree>
    <p:extLst>
      <p:ext uri="{BB962C8B-B14F-4D97-AF65-F5344CB8AC3E}">
        <p14:creationId xmlns:p14="http://schemas.microsoft.com/office/powerpoint/2010/main" val="3625376775"/>
      </p:ext>
    </p:extLst>
  </p:cSld>
  <p:clrMap bg1="lt1" tx1="dk1" bg2="lt2" tx2="dk2" accent1="accent1" accent2="accent2" accent3="accent3" accent4="accent4" accent5="accent5" accent6="accent6" hlink="hlink" folHlink="folHlink"/>
  <p:notesStyle>
    <a:lvl1pPr marL="342900" indent="-342900" algn="l" defTabSz="1828800" rtl="0" eaLnBrk="1" latinLnBrk="0" hangingPunct="1">
      <a:buClr>
        <a:schemeClr val="accent5"/>
      </a:buClr>
      <a:buFont typeface="Anova Light" panose="020B0403020203020204" pitchFamily="34" charset="0"/>
      <a:buChar char="•"/>
      <a:defRPr sz="2400" b="0" i="0" kern="1200">
        <a:solidFill>
          <a:schemeClr val="tx1"/>
        </a:solidFill>
        <a:latin typeface="+mn-lt"/>
        <a:ea typeface="+mn-ea"/>
        <a:cs typeface="+mn-cs"/>
      </a:defRPr>
    </a:lvl1pPr>
    <a:lvl2pPr marL="1257300" indent="-342900" algn="l" defTabSz="1828800" rtl="0" eaLnBrk="1" latinLnBrk="0" hangingPunct="1">
      <a:buClr>
        <a:schemeClr val="accent5"/>
      </a:buClr>
      <a:buFont typeface="Anova Light" panose="020B0403020203020204" pitchFamily="34" charset="0"/>
      <a:buChar char="–"/>
      <a:defRPr sz="2000" b="0" i="0" kern="1200">
        <a:solidFill>
          <a:schemeClr val="tx1"/>
        </a:solidFill>
        <a:latin typeface="+mn-lt"/>
        <a:ea typeface="+mn-ea"/>
        <a:cs typeface="+mn-cs"/>
      </a:defRPr>
    </a:lvl2pPr>
    <a:lvl3pPr marL="2171700" indent="-342900" algn="l" defTabSz="1828800" rtl="0" eaLnBrk="1" latinLnBrk="0" hangingPunct="1">
      <a:buClr>
        <a:schemeClr val="accent5"/>
      </a:buClr>
      <a:buFont typeface="Anova Light" panose="020B0403020203020204" pitchFamily="34" charset="0"/>
      <a:buChar char="•"/>
      <a:defRPr sz="1800" b="0" i="0" kern="1200">
        <a:solidFill>
          <a:schemeClr val="tx1"/>
        </a:solidFill>
        <a:latin typeface="+mn-lt"/>
        <a:ea typeface="+mn-ea"/>
        <a:cs typeface="+mn-cs"/>
      </a:defRPr>
    </a:lvl3pPr>
    <a:lvl4pPr marL="3086100" indent="-342900" algn="l" defTabSz="1828800" rtl="0" eaLnBrk="1" latinLnBrk="0" hangingPunct="1">
      <a:buClr>
        <a:schemeClr val="accent5"/>
      </a:buClr>
      <a:buFont typeface="Anova Light" panose="020B0403020203020204" pitchFamily="34" charset="0"/>
      <a:buChar char="–"/>
      <a:defRPr sz="1600" b="0" i="0" kern="1200">
        <a:solidFill>
          <a:schemeClr val="tx1"/>
        </a:solidFill>
        <a:latin typeface="+mn-lt"/>
        <a:ea typeface="+mn-ea"/>
        <a:cs typeface="+mn-cs"/>
      </a:defRPr>
    </a:lvl4pPr>
    <a:lvl5pPr marL="4000500" indent="-342900" algn="l" defTabSz="1828800" rtl="0" eaLnBrk="1" latinLnBrk="0" hangingPunct="1">
      <a:buClr>
        <a:schemeClr val="accent5"/>
      </a:buClr>
      <a:buFont typeface="Anova Light" panose="020B0403020203020204" pitchFamily="34" charset="0"/>
      <a:buChar char="•"/>
      <a:defRPr sz="1400" b="0" i="0" kern="1200">
        <a:solidFill>
          <a:schemeClr val="tx1"/>
        </a:solidFill>
        <a:latin typeface="+mn-lt"/>
        <a:ea typeface="+mn-ea"/>
        <a:cs typeface="+mn-cs"/>
      </a:defRPr>
    </a:lvl5pPr>
    <a:lvl6pPr marL="4572000" algn="l" defTabSz="1828800" rtl="0" eaLnBrk="1" latinLnBrk="0" hangingPunct="1">
      <a:defRPr sz="2400" kern="1200">
        <a:solidFill>
          <a:schemeClr val="tx1"/>
        </a:solidFill>
        <a:latin typeface="+mn-lt"/>
        <a:ea typeface="+mn-ea"/>
        <a:cs typeface="+mn-cs"/>
      </a:defRPr>
    </a:lvl6pPr>
    <a:lvl7pPr marL="5486400" algn="l" defTabSz="1828800" rtl="0" eaLnBrk="1" latinLnBrk="0" hangingPunct="1">
      <a:defRPr sz="2400" kern="1200">
        <a:solidFill>
          <a:schemeClr val="tx1"/>
        </a:solidFill>
        <a:latin typeface="+mn-lt"/>
        <a:ea typeface="+mn-ea"/>
        <a:cs typeface="+mn-cs"/>
      </a:defRPr>
    </a:lvl7pPr>
    <a:lvl8pPr marL="6400800" algn="l" defTabSz="1828800" rtl="0" eaLnBrk="1" latinLnBrk="0" hangingPunct="1">
      <a:defRPr sz="2400" kern="1200">
        <a:solidFill>
          <a:schemeClr val="tx1"/>
        </a:solidFill>
        <a:latin typeface="+mn-lt"/>
        <a:ea typeface="+mn-ea"/>
        <a:cs typeface="+mn-cs"/>
      </a:defRPr>
    </a:lvl8pPr>
    <a:lvl9pPr marL="7315200" algn="l" defTabSz="1828800" rtl="0" eaLnBrk="1" latinLnBrk="0" hangingPunct="1">
      <a:defRPr sz="24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slide" Target="../slides/slide6.xml"/><Relationship Id="rId2" Type="http://schemas.openxmlformats.org/officeDocument/2006/relationships/notesMaster" Target="../notesMasters/notesMaster1.xml"/><Relationship Id="rId1" Type="http://schemas.openxmlformats.org/officeDocument/2006/relationships/tags" Target="../tags/tag56.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a:p>
        </p:txBody>
      </p:sp>
      <p:sp>
        <p:nvSpPr>
          <p:cNvPr id="4" name="Slide Number Placeholder 3"/>
          <p:cNvSpPr>
            <a:spLocks noGrp="1"/>
          </p:cNvSpPr>
          <p:nvPr>
            <p:ph type="sldNum" sz="quarter" idx="5"/>
          </p:nvPr>
        </p:nvSpPr>
        <p:spPr/>
        <p:txBody>
          <a:bodyPr/>
          <a:lstStyle/>
          <a:p>
            <a:pPr algn="l"/>
            <a:fld id="{C4EF46A2-9381-4C51-8277-3C7F2938E9F9}" type="slidenum">
              <a:rPr lang="en-US" smtClean="0"/>
              <a:pPr algn="l"/>
              <a:t>3</a:t>
            </a:fld>
            <a:endParaRPr lang="en-US"/>
          </a:p>
        </p:txBody>
      </p:sp>
    </p:spTree>
    <p:extLst>
      <p:ext uri="{BB962C8B-B14F-4D97-AF65-F5344CB8AC3E}">
        <p14:creationId xmlns:p14="http://schemas.microsoft.com/office/powerpoint/2010/main" val="37393455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56ADF7-E6CC-0964-D67D-C4E26A9F11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5BFEDB-14D6-F193-E1D8-D1A8ACE760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3368830-4CCB-5520-926C-2257F33F5CDE}"/>
              </a:ext>
            </a:extLst>
          </p:cNvPr>
          <p:cNvSpPr>
            <a:spLocks noGrp="1"/>
          </p:cNvSpPr>
          <p:nvPr>
            <p:ph type="body" idx="1"/>
          </p:nvPr>
        </p:nvSpPr>
        <p:spPr/>
        <p:txBody>
          <a:bodyPr vert="horz" lIns="91440" tIns="45720" rIns="91440" bIns="45720" rtlCol="0"/>
          <a:lstStyle/>
          <a:p>
            <a:endParaRPr lang="en-US"/>
          </a:p>
        </p:txBody>
      </p:sp>
    </p:spTree>
    <p:custDataLst>
      <p:tags r:id="rId1"/>
    </p:custDataLst>
    <p:extLst>
      <p:ext uri="{BB962C8B-B14F-4D97-AF65-F5344CB8AC3E}">
        <p14:creationId xmlns:p14="http://schemas.microsoft.com/office/powerpoint/2010/main" val="27669185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2C88ED-910A-465D-1A8F-206A2BD635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973B9C-E10A-FD54-97E2-06EF263A66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4B2A22C-CFFA-0F54-C944-16E4A40CDE35}"/>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42566765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A3CDC7-AC80-B455-0BD9-8FBD158310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BE051F-D724-FC7E-741B-FDD2127A15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94C900-C81A-C4B3-63F3-1ECBF5BAA3FD}"/>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6591891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93E133-E181-F0A2-C268-51B393A7CE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2D9D0A-B770-1B9A-B6B3-4D740403F94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80DFCD-2E6D-DF7E-DA4C-A0B2B99E507F}"/>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7260056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8B670D-496D-75B7-4913-FB2D1376CF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3A7737-F6FE-7095-2A6C-49366E80BC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81C59C-C1A1-0C8B-2A6F-80ECAB06D3B6}"/>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5602570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31DF07-14F4-BF7D-9C20-194F803E33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895CAB-1F73-A8D3-5FB2-F9FCDA953300}"/>
              </a:ext>
            </a:extLst>
          </p:cNvPr>
          <p:cNvSpPr>
            <a:spLocks noGrp="1" noRot="1" noChangeAspect="1"/>
          </p:cNvSpPr>
          <p:nvPr>
            <p:ph type="sldImg"/>
          </p:nvPr>
        </p:nvSpPr>
        <p:spPr>
          <a:xfrm>
            <a:off x="685800" y="1143000"/>
            <a:ext cx="5486400" cy="3086100"/>
          </a:xfrm>
          <a:prstGeom prst="rect">
            <a:avLst/>
          </a:prstGeom>
        </p:spPr>
      </p:sp>
      <p:sp>
        <p:nvSpPr>
          <p:cNvPr id="3" name="Notes Placeholder 2">
            <a:extLst>
              <a:ext uri="{FF2B5EF4-FFF2-40B4-BE49-F238E27FC236}">
                <a16:creationId xmlns:a16="http://schemas.microsoft.com/office/drawing/2014/main" id="{B566E5A8-5B5D-EA75-A9D0-9A91D24CDDAE}"/>
              </a:ext>
            </a:extLst>
          </p:cNvPr>
          <p:cNvSpPr>
            <a:spLocks noGrp="1"/>
          </p:cNvSpPr>
          <p:nvPr>
            <p:ph type="body" idx="1"/>
          </p:nvPr>
        </p:nvSpPr>
        <p:spPr>
          <a:xfrm>
            <a:off x="685800" y="4400550"/>
            <a:ext cx="5486400" cy="3600450"/>
          </a:xfrm>
          <a:prstGeom prst="rect">
            <a:avLst/>
          </a:prstGeom>
        </p:spPr>
        <p:txBody>
          <a:bodyPr/>
          <a:lstStyle/>
          <a:p>
            <a:endParaRPr lang="en-US"/>
          </a:p>
        </p:txBody>
      </p:sp>
    </p:spTree>
    <p:extLst>
      <p:ext uri="{BB962C8B-B14F-4D97-AF65-F5344CB8AC3E}">
        <p14:creationId xmlns:p14="http://schemas.microsoft.com/office/powerpoint/2010/main" val="33535000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E418D1-9EB4-77E0-EFB4-CD53BB39BA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A1D255-B31E-5544-E15A-313A5BF7A25F}"/>
              </a:ext>
            </a:extLst>
          </p:cNvPr>
          <p:cNvSpPr>
            <a:spLocks noGrp="1" noRot="1" noChangeAspect="1"/>
          </p:cNvSpPr>
          <p:nvPr>
            <p:ph type="sldImg"/>
          </p:nvPr>
        </p:nvSpPr>
        <p:spPr>
          <a:xfrm>
            <a:off x="685800" y="1143000"/>
            <a:ext cx="5486400" cy="3086100"/>
          </a:xfrm>
          <a:prstGeom prst="rect">
            <a:avLst/>
          </a:prstGeom>
        </p:spPr>
      </p:sp>
      <p:sp>
        <p:nvSpPr>
          <p:cNvPr id="3" name="Notes Placeholder 2">
            <a:extLst>
              <a:ext uri="{FF2B5EF4-FFF2-40B4-BE49-F238E27FC236}">
                <a16:creationId xmlns:a16="http://schemas.microsoft.com/office/drawing/2014/main" id="{5E81A5A3-A881-751E-70E6-CDCEF4F1E2BF}"/>
              </a:ext>
            </a:extLst>
          </p:cNvPr>
          <p:cNvSpPr>
            <a:spLocks noGrp="1"/>
          </p:cNvSpPr>
          <p:nvPr>
            <p:ph type="body" idx="1"/>
          </p:nvPr>
        </p:nvSpPr>
        <p:spPr>
          <a:xfrm>
            <a:off x="685800" y="4400550"/>
            <a:ext cx="5486400" cy="3600450"/>
          </a:xfrm>
          <a:prstGeom prst="rect">
            <a:avLst/>
          </a:prstGeom>
        </p:spPr>
        <p:txBody>
          <a:bodyPr/>
          <a:lstStyle/>
          <a:p>
            <a:endParaRPr lang="en-US"/>
          </a:p>
        </p:txBody>
      </p:sp>
    </p:spTree>
    <p:extLst>
      <p:ext uri="{BB962C8B-B14F-4D97-AF65-F5344CB8AC3E}">
        <p14:creationId xmlns:p14="http://schemas.microsoft.com/office/powerpoint/2010/main" val="3490013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F19CB6-D976-0DE6-CA2C-7DEDF3DB00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DB106F-423C-06BE-AB2D-BDE358AA7ADE}"/>
              </a:ext>
            </a:extLst>
          </p:cNvPr>
          <p:cNvSpPr>
            <a:spLocks noGrp="1" noRot="1" noChangeAspect="1"/>
          </p:cNvSpPr>
          <p:nvPr>
            <p:ph type="sldImg"/>
          </p:nvPr>
        </p:nvSpPr>
        <p:spPr>
          <a:xfrm>
            <a:off x="685800" y="1143000"/>
            <a:ext cx="5486400" cy="3086100"/>
          </a:xfrm>
          <a:prstGeom prst="rect">
            <a:avLst/>
          </a:prstGeom>
        </p:spPr>
      </p:sp>
      <p:sp>
        <p:nvSpPr>
          <p:cNvPr id="3" name="Notes Placeholder 2">
            <a:extLst>
              <a:ext uri="{FF2B5EF4-FFF2-40B4-BE49-F238E27FC236}">
                <a16:creationId xmlns:a16="http://schemas.microsoft.com/office/drawing/2014/main" id="{BE7320E6-2605-1A39-FB88-FFD94D82CD4B}"/>
              </a:ext>
            </a:extLst>
          </p:cNvPr>
          <p:cNvSpPr>
            <a:spLocks noGrp="1"/>
          </p:cNvSpPr>
          <p:nvPr>
            <p:ph type="body" idx="1"/>
          </p:nvPr>
        </p:nvSpPr>
        <p:spPr>
          <a:xfrm>
            <a:off x="685800" y="4400550"/>
            <a:ext cx="5486400" cy="3600450"/>
          </a:xfrm>
          <a:prstGeom prst="rect">
            <a:avLst/>
          </a:prstGeom>
        </p:spPr>
        <p:txBody>
          <a:bodyPr/>
          <a:lstStyle/>
          <a:p>
            <a:endParaRPr lang="en-US"/>
          </a:p>
        </p:txBody>
      </p:sp>
    </p:spTree>
    <p:extLst>
      <p:ext uri="{BB962C8B-B14F-4D97-AF65-F5344CB8AC3E}">
        <p14:creationId xmlns:p14="http://schemas.microsoft.com/office/powerpoint/2010/main" val="38178664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D2ADE2-92A6-466F-FDF9-ACD71F9E83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9E9485-F2C4-0A4A-08C8-753937F14C8C}"/>
              </a:ext>
            </a:extLst>
          </p:cNvPr>
          <p:cNvSpPr>
            <a:spLocks noGrp="1" noRot="1" noChangeAspect="1"/>
          </p:cNvSpPr>
          <p:nvPr>
            <p:ph type="sldImg"/>
          </p:nvPr>
        </p:nvSpPr>
        <p:spPr>
          <a:xfrm>
            <a:off x="685800" y="1143000"/>
            <a:ext cx="5486400" cy="3086100"/>
          </a:xfrm>
          <a:prstGeom prst="rect">
            <a:avLst/>
          </a:prstGeom>
        </p:spPr>
      </p:sp>
      <p:sp>
        <p:nvSpPr>
          <p:cNvPr id="3" name="Notes Placeholder 2">
            <a:extLst>
              <a:ext uri="{FF2B5EF4-FFF2-40B4-BE49-F238E27FC236}">
                <a16:creationId xmlns:a16="http://schemas.microsoft.com/office/drawing/2014/main" id="{C1855A53-CD6C-3B7E-3687-3A31C5C175AE}"/>
              </a:ext>
            </a:extLst>
          </p:cNvPr>
          <p:cNvSpPr>
            <a:spLocks noGrp="1"/>
          </p:cNvSpPr>
          <p:nvPr>
            <p:ph type="body" idx="1"/>
          </p:nvPr>
        </p:nvSpPr>
        <p:spPr>
          <a:xfrm>
            <a:off x="685800" y="4400550"/>
            <a:ext cx="5486400" cy="3600450"/>
          </a:xfrm>
          <a:prstGeom prst="rect">
            <a:avLst/>
          </a:prstGeom>
        </p:spPr>
        <p:txBody>
          <a:bodyPr/>
          <a:lstStyle/>
          <a:p>
            <a:endParaRPr lang="en-US"/>
          </a:p>
        </p:txBody>
      </p:sp>
    </p:spTree>
    <p:extLst>
      <p:ext uri="{BB962C8B-B14F-4D97-AF65-F5344CB8AC3E}">
        <p14:creationId xmlns:p14="http://schemas.microsoft.com/office/powerpoint/2010/main" val="21994997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a:p>
        </p:txBody>
      </p:sp>
      <p:sp>
        <p:nvSpPr>
          <p:cNvPr id="4" name="Slide Number Placeholder 3"/>
          <p:cNvSpPr>
            <a:spLocks noGrp="1"/>
          </p:cNvSpPr>
          <p:nvPr>
            <p:ph type="sldNum" sz="quarter" idx="5"/>
          </p:nvPr>
        </p:nvSpPr>
        <p:spPr/>
        <p:txBody>
          <a:bodyPr/>
          <a:lstStyle/>
          <a:p>
            <a:pPr algn="l"/>
            <a:fld id="{C4EF46A2-9381-4C51-8277-3C7F2938E9F9}" type="slidenum">
              <a:rPr lang="en-US" smtClean="0"/>
              <a:pPr algn="l"/>
              <a:t>24</a:t>
            </a:fld>
            <a:endParaRPr lang="en-US"/>
          </a:p>
        </p:txBody>
      </p:sp>
    </p:spTree>
    <p:extLst>
      <p:ext uri="{BB962C8B-B14F-4D97-AF65-F5344CB8AC3E}">
        <p14:creationId xmlns:p14="http://schemas.microsoft.com/office/powerpoint/2010/main" val="285555660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slideMaster" Target="../slideMasters/slideMaster1.xml"/><Relationship Id="rId1" Type="http://schemas.openxmlformats.org/officeDocument/2006/relationships/tags" Target="../tags/tag6.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slideMaster" Target="../slideMasters/slideMaster1.xml"/><Relationship Id="rId1" Type="http://schemas.openxmlformats.org/officeDocument/2006/relationships/tags" Target="../tags/tag7.xml"/></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8.xml"/></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9.xml"/></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0.xml"/></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1.xml"/></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2.xml"/></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4.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slideMaster" Target="../slideMasters/slideMaster1.xml"/><Relationship Id="rId1" Type="http://schemas.openxmlformats.org/officeDocument/2006/relationships/tags" Target="../tags/tag15.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slideMaster" Target="../slideMasters/slideMaster1.xml"/><Relationship Id="rId1" Type="http://schemas.openxmlformats.org/officeDocument/2006/relationships/tags" Target="../tags/tag16.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slideMaster" Target="../slideMasters/slideMaster1.xml"/><Relationship Id="rId1" Type="http://schemas.openxmlformats.org/officeDocument/2006/relationships/tags" Target="../tags/tag17.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slideMaster" Target="../slideMasters/slideMaster1.xml"/><Relationship Id="rId1" Type="http://schemas.openxmlformats.org/officeDocument/2006/relationships/tags" Target="../tags/tag18.xml"/></Relationships>
</file>

<file path=ppt/slideLayouts/_rels/slideLayout1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9.xml"/></Relationships>
</file>

<file path=ppt/slideLayouts/_rels/slideLayout1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0.xml"/></Relationships>
</file>

<file path=ppt/slideLayouts/_rels/slideLayout1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slideMaster" Target="../slideMasters/slideMaster1.xml"/><Relationship Id="rId1" Type="http://schemas.openxmlformats.org/officeDocument/2006/relationships/tags" Target="../tags/tag22.xml"/></Relationships>
</file>

<file path=ppt/slideLayouts/_rels/slideLayout2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3.xml"/></Relationships>
</file>

<file path=ppt/slideLayouts/_rels/slideLayout2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4.xml"/></Relationships>
</file>

<file path=ppt/slideLayouts/_rels/slideLayout2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5.xml"/></Relationships>
</file>

<file path=ppt/slideLayouts/_rels/slideLayout2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6.xml"/></Relationships>
</file>

<file path=ppt/slideLayouts/_rels/slideLayout2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7.xml"/></Relationships>
</file>

<file path=ppt/slideLayouts/_rels/slideLayout2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8.xml"/></Relationships>
</file>

<file path=ppt/slideLayouts/_rels/slideLayout2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9.xml"/></Relationships>
</file>

<file path=ppt/slideLayouts/_rels/slideLayout2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0.xml"/></Relationships>
</file>

<file path=ppt/slideLayouts/_rels/slideLayout2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1.xml"/></Relationships>
</file>

<file path=ppt/slideLayouts/_rels/slideLayout3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2.xml"/></Relationships>
</file>

<file path=ppt/slideLayouts/_rels/slideLayout3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3.xml"/></Relationships>
</file>

<file path=ppt/slideLayouts/_rels/slideLayout3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4.xml"/></Relationships>
</file>

<file path=ppt/slideLayouts/_rels/slideLayout3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5.xml"/></Relationships>
</file>

<file path=ppt/slideLayouts/_rels/slideLayout3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6.xml"/></Relationships>
</file>

<file path=ppt/slideLayouts/_rels/slideLayout3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7.xml"/></Relationships>
</file>

<file path=ppt/slideLayouts/_rels/slideLayout3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8.xml"/></Relationships>
</file>

<file path=ppt/slideLayouts/_rels/slideLayout3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9.xml"/></Relationships>
</file>

<file path=ppt/slideLayouts/_rels/slideLayout3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0.xml"/></Relationships>
</file>

<file path=ppt/slideLayouts/_rels/slideLayout3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slideMaster" Target="../slideMasters/slideMaster1.xml"/><Relationship Id="rId1" Type="http://schemas.openxmlformats.org/officeDocument/2006/relationships/tags" Target="../tags/tag42.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slideMaster" Target="../slideMasters/slideMaster1.xml"/><Relationship Id="rId1" Type="http://schemas.openxmlformats.org/officeDocument/2006/relationships/tags" Target="../tags/tag43.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slideMaster" Target="../slideMasters/slideMaster1.xml"/><Relationship Id="rId1" Type="http://schemas.openxmlformats.org/officeDocument/2006/relationships/tags" Target="../tags/tag44.xml"/></Relationships>
</file>

<file path=ppt/slideLayouts/_rels/slideLayout4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5.xml"/></Relationships>
</file>

<file path=ppt/slideLayouts/_rels/slideLayout4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6.xml"/></Relationships>
</file>

<file path=ppt/slideLayouts/_rels/slideLayout4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7.xml"/></Relationships>
</file>

<file path=ppt/slideLayouts/_rels/slideLayout4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8.xml"/></Relationships>
</file>

<file path=ppt/slideLayouts/_rels/slideLayout4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9.xml"/></Relationships>
</file>

<file path=ppt/slideLayouts/_rels/slideLayout4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0.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slideMaster" Target="../slideMasters/slideMaster1.xml"/><Relationship Id="rId1" Type="http://schemas.openxmlformats.org/officeDocument/2006/relationships/tags" Target="../tags/tag51.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slideMaster" Target="../slideMasters/slideMaster1.xml"/><Relationship Id="rId1" Type="http://schemas.openxmlformats.org/officeDocument/2006/relationships/tags" Target="../tags/tag52.xml"/></Relationships>
</file>

<file path=ppt/slideLayouts/_rels/slideLayout5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SAS - Title">
    <p:bg>
      <p:bgPr>
        <a:solidFill>
          <a:schemeClr val="bg2"/>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1F1FD6A3-53F9-5AA7-7099-CFD8CF29E43C}"/>
              </a:ext>
            </a:extLst>
          </p:cNvPr>
          <p:cNvPicPr>
            <a:picLocks noChangeAspect="1"/>
          </p:cNvPicPr>
          <p:nvPr userDrawn="1"/>
        </p:nvPicPr>
        <p:blipFill>
          <a:blip r:embed="rId3"/>
          <a:stretch>
            <a:fillRect/>
          </a:stretch>
        </p:blipFill>
        <p:spPr>
          <a:xfrm>
            <a:off x="14463799" y="8276976"/>
            <a:ext cx="2566902" cy="1057524"/>
          </a:xfrm>
          <a:prstGeom prst="rect">
            <a:avLst/>
          </a:prstGeom>
        </p:spPr>
      </p:pic>
      <p:sp>
        <p:nvSpPr>
          <p:cNvPr id="7" name="Title Placeholder 1">
            <a:extLst>
              <a:ext uri="{FF2B5EF4-FFF2-40B4-BE49-F238E27FC236}">
                <a16:creationId xmlns:a16="http://schemas.microsoft.com/office/drawing/2014/main" id="{0B679E91-B2F1-7013-ED34-D7763B653081}"/>
              </a:ext>
            </a:extLst>
          </p:cNvPr>
          <p:cNvSpPr>
            <a:spLocks noGrp="1"/>
          </p:cNvSpPr>
          <p:nvPr>
            <p:ph type="title" hasCustomPrompt="1"/>
          </p:nvPr>
        </p:nvSpPr>
        <p:spPr>
          <a:xfrm>
            <a:off x="1254865" y="3674991"/>
            <a:ext cx="15778269" cy="1292662"/>
          </a:xfrm>
          <a:prstGeom prst="rect">
            <a:avLst/>
          </a:prstGeom>
        </p:spPr>
        <p:txBody>
          <a:bodyPr vert="horz" wrap="square" lIns="0" tIns="0" rIns="0" bIns="0" rtlCol="0" anchor="b" anchorCtr="0">
            <a:normAutofit/>
          </a:bodyPr>
          <a:lstStyle>
            <a:lvl1pPr>
              <a:lnSpc>
                <a:spcPct val="100000"/>
              </a:lnSpc>
              <a:spcBef>
                <a:spcPts val="600"/>
              </a:spcBef>
              <a:defRPr sz="7000">
                <a:solidFill>
                  <a:schemeClr val="bg1"/>
                </a:solidFill>
              </a:defRPr>
            </a:lvl1pPr>
          </a:lstStyle>
          <a:p>
            <a:r>
              <a:rPr lang="en-US"/>
              <a:t>Click to add presentation title</a:t>
            </a:r>
          </a:p>
        </p:txBody>
      </p:sp>
      <p:sp>
        <p:nvSpPr>
          <p:cNvPr id="14" name="Text Placeholder 13">
            <a:extLst>
              <a:ext uri="{FF2B5EF4-FFF2-40B4-BE49-F238E27FC236}">
                <a16:creationId xmlns:a16="http://schemas.microsoft.com/office/drawing/2014/main" id="{2A390F57-72E5-BAC5-624C-175BE96B8516}"/>
              </a:ext>
            </a:extLst>
          </p:cNvPr>
          <p:cNvSpPr>
            <a:spLocks noGrp="1"/>
          </p:cNvSpPr>
          <p:nvPr>
            <p:ph type="body" sz="quarter" idx="10" hasCustomPrompt="1"/>
          </p:nvPr>
        </p:nvSpPr>
        <p:spPr>
          <a:xfrm>
            <a:off x="1254864" y="5026843"/>
            <a:ext cx="15778269" cy="923330"/>
          </a:xfrm>
          <a:prstGeom prst="rect">
            <a:avLst/>
          </a:prstGeom>
        </p:spPr>
        <p:txBody>
          <a:bodyPr wrap="square" tIns="182880">
            <a:normAutofit/>
          </a:bodyPr>
          <a:lstStyle>
            <a:lvl1pPr marL="0" indent="0">
              <a:lnSpc>
                <a:spcPct val="100000"/>
              </a:lnSpc>
              <a:spcBef>
                <a:spcPts val="600"/>
              </a:spcBef>
              <a:buNone/>
              <a:defRPr sz="4600">
                <a:solidFill>
                  <a:schemeClr val="accent3"/>
                </a:solidFill>
              </a:defRPr>
            </a:lvl1pPr>
            <a:lvl2pPr marL="365760" indent="0">
              <a:buNone/>
              <a:defRPr>
                <a:solidFill>
                  <a:schemeClr val="accent3"/>
                </a:solidFill>
              </a:defRPr>
            </a:lvl2pPr>
            <a:lvl3pPr marL="731520" indent="0">
              <a:buNone/>
              <a:defRPr>
                <a:solidFill>
                  <a:schemeClr val="accent3"/>
                </a:solidFill>
              </a:defRPr>
            </a:lvl3pPr>
            <a:lvl4pPr marL="2057400" indent="0">
              <a:buNone/>
              <a:defRPr>
                <a:solidFill>
                  <a:schemeClr val="accent3"/>
                </a:solidFill>
              </a:defRPr>
            </a:lvl4pPr>
            <a:lvl5pPr marL="2743200" indent="0">
              <a:buNone/>
              <a:defRPr>
                <a:solidFill>
                  <a:schemeClr val="accent3"/>
                </a:solidFill>
              </a:defRPr>
            </a:lvl5pPr>
          </a:lstStyle>
          <a:p>
            <a:pPr lvl="0"/>
            <a:r>
              <a:rPr lang="en-US"/>
              <a:t>Click to add presentation subtitle</a:t>
            </a:r>
          </a:p>
        </p:txBody>
      </p:sp>
      <p:sp>
        <p:nvSpPr>
          <p:cNvPr id="16" name="Text Placeholder 15">
            <a:extLst>
              <a:ext uri="{FF2B5EF4-FFF2-40B4-BE49-F238E27FC236}">
                <a16:creationId xmlns:a16="http://schemas.microsoft.com/office/drawing/2014/main" id="{30273A50-3E84-0E24-0D4A-64F939D590FA}"/>
              </a:ext>
            </a:extLst>
          </p:cNvPr>
          <p:cNvSpPr>
            <a:spLocks noGrp="1"/>
          </p:cNvSpPr>
          <p:nvPr>
            <p:ph type="body" sz="quarter" idx="11" hasCustomPrompt="1"/>
          </p:nvPr>
        </p:nvSpPr>
        <p:spPr>
          <a:xfrm>
            <a:off x="1252432" y="8276977"/>
            <a:ext cx="12123722" cy="1057522"/>
          </a:xfrm>
          <a:prstGeom prst="rect">
            <a:avLst/>
          </a:prstGeom>
        </p:spPr>
        <p:txBody>
          <a:bodyPr wrap="square" anchor="ctr" anchorCtr="0">
            <a:noAutofit/>
          </a:bodyPr>
          <a:lstStyle>
            <a:lvl1pPr marL="0" indent="0">
              <a:lnSpc>
                <a:spcPct val="100000"/>
              </a:lnSpc>
              <a:spcBef>
                <a:spcPts val="0"/>
              </a:spcBef>
              <a:buNone/>
              <a:defRPr sz="2800">
                <a:solidFill>
                  <a:schemeClr val="accent3"/>
                </a:solidFill>
              </a:defRPr>
            </a:lvl1pPr>
            <a:lvl2pPr marL="365760" indent="0">
              <a:buNone/>
              <a:defRPr sz="2200">
                <a:solidFill>
                  <a:schemeClr val="accent3"/>
                </a:solidFill>
              </a:defRPr>
            </a:lvl2pPr>
            <a:lvl3pPr marL="731520" indent="0">
              <a:buNone/>
              <a:defRPr sz="2100">
                <a:solidFill>
                  <a:schemeClr val="accent3"/>
                </a:solidFill>
              </a:defRPr>
            </a:lvl3pPr>
            <a:lvl4pPr marL="2057400" indent="0">
              <a:buNone/>
              <a:defRPr sz="2000">
                <a:solidFill>
                  <a:schemeClr val="accent3"/>
                </a:solidFill>
              </a:defRPr>
            </a:lvl4pPr>
            <a:lvl5pPr marL="2743200" indent="0">
              <a:buNone/>
              <a:defRPr sz="2000">
                <a:solidFill>
                  <a:schemeClr val="accent3"/>
                </a:solidFill>
              </a:defRPr>
            </a:lvl5pPr>
          </a:lstStyle>
          <a:p>
            <a:pPr lvl="0"/>
            <a:r>
              <a:rPr lang="en-US"/>
              <a:t>Click to add presenter information</a:t>
            </a:r>
          </a:p>
        </p:txBody>
      </p:sp>
      <p:sp>
        <p:nvSpPr>
          <p:cNvPr id="2" name="TextBox 4">
            <a:extLst>
              <a:ext uri="{FF2B5EF4-FFF2-40B4-BE49-F238E27FC236}">
                <a16:creationId xmlns:a16="http://schemas.microsoft.com/office/drawing/2014/main" id="{7F487846-7C90-09E0-AF50-CA2DB82BFEFD}"/>
              </a:ext>
            </a:extLst>
          </p:cNvPr>
          <p:cNvSpPr txBox="1"/>
          <p:nvPr userDrawn="1"/>
        </p:nvSpPr>
        <p:spPr>
          <a:xfrm>
            <a:off x="1252432" y="9855354"/>
            <a:ext cx="5029200" cy="246221"/>
          </a:xfrm>
          <a:prstGeom prst="rect">
            <a:avLst/>
          </a:prstGeom>
          <a:noFill/>
        </p:spPr>
        <p:txBody>
          <a:bodyPr wrap="square" lIns="0" anchor="b" anchorCtr="0">
            <a:spAutoFit/>
          </a:bodyPr>
          <a:lstStyle/>
          <a:p>
            <a:pPr marL="0" marR="0" lvl="0" indent="0" algn="l" defTabSz="548626" rtl="0" eaLnBrk="0" fontAlgn="auto" latinLnBrk="0" hangingPunct="0">
              <a:lnSpc>
                <a:spcPct val="100000"/>
              </a:lnSpc>
              <a:spcBef>
                <a:spcPts val="0"/>
              </a:spcBef>
              <a:spcAft>
                <a:spcPts val="0"/>
              </a:spcAft>
              <a:buClrTx/>
              <a:buSzTx/>
              <a:buFontTx/>
              <a:buNone/>
              <a:tabLst/>
              <a:defRPr/>
            </a:pPr>
            <a:r>
              <a:rPr kumimoji="0" lang="en-US" sz="1000" b="0" i="0" u="none" strike="noStrike" kern="300" cap="none" spc="100" normalizeH="0" baseline="0" noProof="0">
                <a:ln>
                  <a:noFill/>
                </a:ln>
                <a:solidFill>
                  <a:schemeClr val="accent3"/>
                </a:solidFill>
                <a:effectLst/>
                <a:uLnTx/>
                <a:uFillTx/>
                <a:latin typeface="+mn-lt"/>
                <a:ea typeface="Anova Bold" panose="020B0703020203020204" pitchFamily="34" charset="0"/>
                <a:cs typeface="Anova Light" panose="020B0403020203020204" pitchFamily="34" charset="0"/>
              </a:rPr>
              <a:t>Copyright © SAS Institute Inc. All rights reserved.</a:t>
            </a:r>
          </a:p>
        </p:txBody>
      </p:sp>
    </p:spTree>
    <p:custDataLst>
      <p:tags r:id="rId1"/>
    </p:custDataLst>
    <p:extLst>
      <p:ext uri="{BB962C8B-B14F-4D97-AF65-F5344CB8AC3E}">
        <p14:creationId xmlns:p14="http://schemas.microsoft.com/office/powerpoint/2010/main" val="32841899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3240" userDrawn="1">
          <p15:clr>
            <a:srgbClr val="FBAE40"/>
          </p15:clr>
        </p15:guide>
        <p15:guide id="2" pos="576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SAS - Alternate Title">
    <p:bg>
      <p:bgRef idx="1001">
        <a:schemeClr val="bg1"/>
      </p:bgRef>
    </p:bg>
    <p:spTree>
      <p:nvGrpSpPr>
        <p:cNvPr id="1" name=""/>
        <p:cNvGrpSpPr/>
        <p:nvPr/>
      </p:nvGrpSpPr>
      <p:grpSpPr>
        <a:xfrm>
          <a:off x="0" y="0"/>
          <a:ext cx="0" cy="0"/>
          <a:chOff x="0" y="0"/>
          <a:chExt cx="0" cy="0"/>
        </a:xfrm>
      </p:grpSpPr>
      <p:sp>
        <p:nvSpPr>
          <p:cNvPr id="7" name="Title Placeholder 1">
            <a:extLst>
              <a:ext uri="{FF2B5EF4-FFF2-40B4-BE49-F238E27FC236}">
                <a16:creationId xmlns:a16="http://schemas.microsoft.com/office/drawing/2014/main" id="{0B679E91-B2F1-7013-ED34-D7763B653081}"/>
              </a:ext>
            </a:extLst>
          </p:cNvPr>
          <p:cNvSpPr>
            <a:spLocks noGrp="1"/>
          </p:cNvSpPr>
          <p:nvPr>
            <p:ph type="title" hasCustomPrompt="1"/>
          </p:nvPr>
        </p:nvSpPr>
        <p:spPr>
          <a:xfrm>
            <a:off x="1254866" y="3428883"/>
            <a:ext cx="8920196" cy="2263248"/>
          </a:xfrm>
          <a:prstGeom prst="rect">
            <a:avLst/>
          </a:prstGeom>
        </p:spPr>
        <p:txBody>
          <a:bodyPr vert="horz" wrap="square" lIns="0" tIns="0" rIns="0" bIns="182880" rtlCol="0" anchor="b" anchorCtr="0">
            <a:normAutofit/>
          </a:bodyPr>
          <a:lstStyle>
            <a:lvl1pPr>
              <a:lnSpc>
                <a:spcPct val="105000"/>
              </a:lnSpc>
              <a:spcBef>
                <a:spcPts val="0"/>
              </a:spcBef>
              <a:defRPr sz="6600">
                <a:solidFill>
                  <a:schemeClr val="bg2"/>
                </a:solidFill>
              </a:defRPr>
            </a:lvl1pPr>
          </a:lstStyle>
          <a:p>
            <a:r>
              <a:rPr lang="en-US"/>
              <a:t>Click to add presentation title</a:t>
            </a:r>
          </a:p>
        </p:txBody>
      </p:sp>
      <p:sp>
        <p:nvSpPr>
          <p:cNvPr id="14" name="Text Placeholder 13">
            <a:extLst>
              <a:ext uri="{FF2B5EF4-FFF2-40B4-BE49-F238E27FC236}">
                <a16:creationId xmlns:a16="http://schemas.microsoft.com/office/drawing/2014/main" id="{2A390F57-72E5-BAC5-624C-175BE96B8516}"/>
              </a:ext>
            </a:extLst>
          </p:cNvPr>
          <p:cNvSpPr>
            <a:spLocks noGrp="1"/>
          </p:cNvSpPr>
          <p:nvPr>
            <p:ph type="body" sz="quarter" idx="10" hasCustomPrompt="1"/>
          </p:nvPr>
        </p:nvSpPr>
        <p:spPr>
          <a:xfrm>
            <a:off x="1254866" y="5692131"/>
            <a:ext cx="8920196" cy="923330"/>
          </a:xfrm>
          <a:prstGeom prst="rect">
            <a:avLst/>
          </a:prstGeom>
        </p:spPr>
        <p:txBody>
          <a:bodyPr wrap="square">
            <a:normAutofit/>
          </a:bodyPr>
          <a:lstStyle>
            <a:lvl1pPr marL="0" indent="0">
              <a:lnSpc>
                <a:spcPct val="105000"/>
              </a:lnSpc>
              <a:spcBef>
                <a:spcPts val="0"/>
              </a:spcBef>
              <a:buNone/>
              <a:defRPr sz="3600">
                <a:solidFill>
                  <a:schemeClr val="accent2"/>
                </a:solidFill>
              </a:defRPr>
            </a:lvl1pPr>
            <a:lvl2pPr marL="365760" indent="0">
              <a:buNone/>
              <a:defRPr>
                <a:solidFill>
                  <a:schemeClr val="accent3"/>
                </a:solidFill>
              </a:defRPr>
            </a:lvl2pPr>
            <a:lvl3pPr marL="731520" indent="0">
              <a:buNone/>
              <a:defRPr>
                <a:solidFill>
                  <a:schemeClr val="accent3"/>
                </a:solidFill>
              </a:defRPr>
            </a:lvl3pPr>
            <a:lvl4pPr marL="2057400" indent="0">
              <a:buNone/>
              <a:defRPr>
                <a:solidFill>
                  <a:schemeClr val="accent3"/>
                </a:solidFill>
              </a:defRPr>
            </a:lvl4pPr>
            <a:lvl5pPr marL="2743200" indent="0">
              <a:buNone/>
              <a:defRPr>
                <a:solidFill>
                  <a:schemeClr val="accent3"/>
                </a:solidFill>
              </a:defRPr>
            </a:lvl5pPr>
          </a:lstStyle>
          <a:p>
            <a:pPr lvl="0"/>
            <a:r>
              <a:rPr lang="en-US"/>
              <a:t>Click to add presentation subtitle</a:t>
            </a:r>
          </a:p>
        </p:txBody>
      </p:sp>
      <p:sp>
        <p:nvSpPr>
          <p:cNvPr id="16" name="Text Placeholder 15">
            <a:extLst>
              <a:ext uri="{FF2B5EF4-FFF2-40B4-BE49-F238E27FC236}">
                <a16:creationId xmlns:a16="http://schemas.microsoft.com/office/drawing/2014/main" id="{30273A50-3E84-0E24-0D4A-64F939D590FA}"/>
              </a:ext>
            </a:extLst>
          </p:cNvPr>
          <p:cNvSpPr>
            <a:spLocks noGrp="1"/>
          </p:cNvSpPr>
          <p:nvPr>
            <p:ph type="body" sz="quarter" idx="11" hasCustomPrompt="1"/>
          </p:nvPr>
        </p:nvSpPr>
        <p:spPr>
          <a:xfrm>
            <a:off x="1252432" y="8276977"/>
            <a:ext cx="8920196" cy="1057522"/>
          </a:xfrm>
          <a:prstGeom prst="rect">
            <a:avLst/>
          </a:prstGeom>
        </p:spPr>
        <p:txBody>
          <a:bodyPr wrap="square" anchor="ctr" anchorCtr="0">
            <a:noAutofit/>
          </a:bodyPr>
          <a:lstStyle>
            <a:lvl1pPr marL="0" indent="0">
              <a:lnSpc>
                <a:spcPct val="100000"/>
              </a:lnSpc>
              <a:spcBef>
                <a:spcPts val="0"/>
              </a:spcBef>
              <a:buNone/>
              <a:defRPr sz="2600">
                <a:solidFill>
                  <a:schemeClr val="bg2"/>
                </a:solidFill>
              </a:defRPr>
            </a:lvl1pPr>
            <a:lvl2pPr marL="365760" indent="0">
              <a:buNone/>
              <a:defRPr sz="2200">
                <a:solidFill>
                  <a:schemeClr val="accent3"/>
                </a:solidFill>
              </a:defRPr>
            </a:lvl2pPr>
            <a:lvl3pPr marL="731520" indent="0">
              <a:buNone/>
              <a:defRPr sz="2100">
                <a:solidFill>
                  <a:schemeClr val="accent3"/>
                </a:solidFill>
              </a:defRPr>
            </a:lvl3pPr>
            <a:lvl4pPr marL="2057400" indent="0">
              <a:buNone/>
              <a:defRPr sz="2000">
                <a:solidFill>
                  <a:schemeClr val="accent3"/>
                </a:solidFill>
              </a:defRPr>
            </a:lvl4pPr>
            <a:lvl5pPr marL="2743200" indent="0">
              <a:buNone/>
              <a:defRPr sz="2000">
                <a:solidFill>
                  <a:schemeClr val="accent3"/>
                </a:solidFill>
              </a:defRPr>
            </a:lvl5pPr>
          </a:lstStyle>
          <a:p>
            <a:pPr lvl="0"/>
            <a:r>
              <a:rPr lang="en-US"/>
              <a:t>Click to add presenter information</a:t>
            </a:r>
          </a:p>
        </p:txBody>
      </p:sp>
      <p:sp>
        <p:nvSpPr>
          <p:cNvPr id="2" name="TextBox 4">
            <a:extLst>
              <a:ext uri="{FF2B5EF4-FFF2-40B4-BE49-F238E27FC236}">
                <a16:creationId xmlns:a16="http://schemas.microsoft.com/office/drawing/2014/main" id="{7F487846-7C90-09E0-AF50-CA2DB82BFEFD}"/>
              </a:ext>
            </a:extLst>
          </p:cNvPr>
          <p:cNvSpPr txBox="1"/>
          <p:nvPr userDrawn="1"/>
        </p:nvSpPr>
        <p:spPr>
          <a:xfrm>
            <a:off x="1252432" y="9855354"/>
            <a:ext cx="5029200" cy="246221"/>
          </a:xfrm>
          <a:prstGeom prst="rect">
            <a:avLst/>
          </a:prstGeom>
          <a:noFill/>
        </p:spPr>
        <p:txBody>
          <a:bodyPr wrap="square" lIns="0" anchor="b" anchorCtr="0">
            <a:spAutoFit/>
          </a:bodyPr>
          <a:lstStyle/>
          <a:p>
            <a:pPr marL="0" marR="0" lvl="0" indent="0" algn="l" defTabSz="548626" rtl="0" eaLnBrk="0" fontAlgn="auto" latinLnBrk="0" hangingPunct="0">
              <a:lnSpc>
                <a:spcPct val="100000"/>
              </a:lnSpc>
              <a:spcBef>
                <a:spcPts val="0"/>
              </a:spcBef>
              <a:spcAft>
                <a:spcPts val="0"/>
              </a:spcAft>
              <a:buClrTx/>
              <a:buSzTx/>
              <a:buFontTx/>
              <a:buNone/>
              <a:tabLst/>
              <a:defRPr/>
            </a:pPr>
            <a:r>
              <a:rPr kumimoji="0" lang="en-US" sz="1000" b="0" i="0" u="none" strike="noStrike" kern="300" cap="none" spc="100" normalizeH="0" baseline="0" noProof="0">
                <a:ln>
                  <a:noFill/>
                </a:ln>
                <a:solidFill>
                  <a:schemeClr val="accent3"/>
                </a:solidFill>
                <a:effectLst/>
                <a:uLnTx/>
                <a:uFillTx/>
                <a:latin typeface="+mn-lt"/>
                <a:ea typeface="Anova Bold" panose="020B0703020203020204" pitchFamily="34" charset="0"/>
                <a:cs typeface="Anova Light" panose="020B0403020203020204" pitchFamily="34" charset="0"/>
              </a:rPr>
              <a:t>Copyright © SAS Institute Inc. All rights reserved.</a:t>
            </a:r>
          </a:p>
        </p:txBody>
      </p:sp>
      <p:grpSp>
        <p:nvGrpSpPr>
          <p:cNvPr id="3" name="Group 2">
            <a:extLst>
              <a:ext uri="{FF2B5EF4-FFF2-40B4-BE49-F238E27FC236}">
                <a16:creationId xmlns:a16="http://schemas.microsoft.com/office/drawing/2014/main" id="{F541B366-4872-DC68-4DEF-AD96A2E78726}"/>
              </a:ext>
            </a:extLst>
          </p:cNvPr>
          <p:cNvGrpSpPr/>
          <p:nvPr userDrawn="1"/>
        </p:nvGrpSpPr>
        <p:grpSpPr>
          <a:xfrm rot="18900000">
            <a:off x="8782882" y="2384859"/>
            <a:ext cx="12374301" cy="6112561"/>
            <a:chOff x="9121309" y="1820106"/>
            <a:chExt cx="9457896" cy="4671938"/>
          </a:xfrm>
        </p:grpSpPr>
        <p:sp>
          <p:nvSpPr>
            <p:cNvPr id="4" name="Rounded Rectangle 3">
              <a:extLst>
                <a:ext uri="{FF2B5EF4-FFF2-40B4-BE49-F238E27FC236}">
                  <a16:creationId xmlns:a16="http://schemas.microsoft.com/office/drawing/2014/main" id="{02CED1CE-4C29-5EC3-E77D-7C5B9D242CCB}"/>
                </a:ext>
              </a:extLst>
            </p:cNvPr>
            <p:cNvSpPr>
              <a:spLocks noChangeAspect="1"/>
            </p:cNvSpPr>
            <p:nvPr userDrawn="1"/>
          </p:nvSpPr>
          <p:spPr>
            <a:xfrm>
              <a:off x="11516687" y="3213320"/>
              <a:ext cx="974851" cy="455363"/>
            </a:xfrm>
            <a:prstGeom prst="roundRect">
              <a:avLst>
                <a:gd name="adj" fmla="val 50000"/>
              </a:avLst>
            </a:prstGeom>
            <a:solidFill>
              <a:srgbClr val="C6DE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3600" kern="1200">
                  <a:solidFill>
                    <a:schemeClr val="lt1"/>
                  </a:solidFill>
                  <a:latin typeface="+mn-lt"/>
                  <a:ea typeface="+mn-ea"/>
                  <a:cs typeface="+mn-cs"/>
                </a:defRPr>
              </a:lvl1pPr>
              <a:lvl2pPr marL="914400" algn="l" defTabSz="914400" rtl="0" eaLnBrk="1" latinLnBrk="0" hangingPunct="1">
                <a:defRPr sz="3600" kern="1200">
                  <a:solidFill>
                    <a:schemeClr val="lt1"/>
                  </a:solidFill>
                  <a:latin typeface="+mn-lt"/>
                  <a:ea typeface="+mn-ea"/>
                  <a:cs typeface="+mn-cs"/>
                </a:defRPr>
              </a:lvl2pPr>
              <a:lvl3pPr marL="1828800" algn="l" defTabSz="914400" rtl="0" eaLnBrk="1" latinLnBrk="0" hangingPunct="1">
                <a:defRPr sz="3600" kern="1200">
                  <a:solidFill>
                    <a:schemeClr val="lt1"/>
                  </a:solidFill>
                  <a:latin typeface="+mn-lt"/>
                  <a:ea typeface="+mn-ea"/>
                  <a:cs typeface="+mn-cs"/>
                </a:defRPr>
              </a:lvl3pPr>
              <a:lvl4pPr marL="2743200" algn="l" defTabSz="914400" rtl="0" eaLnBrk="1" latinLnBrk="0" hangingPunct="1">
                <a:defRPr sz="3600" kern="1200">
                  <a:solidFill>
                    <a:schemeClr val="lt1"/>
                  </a:solidFill>
                  <a:latin typeface="+mn-lt"/>
                  <a:ea typeface="+mn-ea"/>
                  <a:cs typeface="+mn-cs"/>
                </a:defRPr>
              </a:lvl4pPr>
              <a:lvl5pPr marL="3657600" algn="l" defTabSz="914400" rtl="0" eaLnBrk="1" latinLnBrk="0" hangingPunct="1">
                <a:defRPr sz="3600" kern="1200">
                  <a:solidFill>
                    <a:schemeClr val="lt1"/>
                  </a:solidFill>
                  <a:latin typeface="+mn-lt"/>
                  <a:ea typeface="+mn-ea"/>
                  <a:cs typeface="+mn-cs"/>
                </a:defRPr>
              </a:lvl5pPr>
              <a:lvl6pPr marL="4572000" algn="l" defTabSz="914400" rtl="0" eaLnBrk="1" latinLnBrk="0" hangingPunct="1">
                <a:defRPr sz="3600" kern="1200">
                  <a:solidFill>
                    <a:schemeClr val="lt1"/>
                  </a:solidFill>
                  <a:latin typeface="+mn-lt"/>
                  <a:ea typeface="+mn-ea"/>
                  <a:cs typeface="+mn-cs"/>
                </a:defRPr>
              </a:lvl6pPr>
              <a:lvl7pPr marL="5486400" algn="l" defTabSz="914400" rtl="0" eaLnBrk="1" latinLnBrk="0" hangingPunct="1">
                <a:defRPr sz="3600" kern="1200">
                  <a:solidFill>
                    <a:schemeClr val="lt1"/>
                  </a:solidFill>
                  <a:latin typeface="+mn-lt"/>
                  <a:ea typeface="+mn-ea"/>
                  <a:cs typeface="+mn-cs"/>
                </a:defRPr>
              </a:lvl7pPr>
              <a:lvl8pPr marL="6400800" algn="l" defTabSz="914400" rtl="0" eaLnBrk="1" latinLnBrk="0" hangingPunct="1">
                <a:defRPr sz="3600" kern="1200">
                  <a:solidFill>
                    <a:schemeClr val="lt1"/>
                  </a:solidFill>
                  <a:latin typeface="+mn-lt"/>
                  <a:ea typeface="+mn-ea"/>
                  <a:cs typeface="+mn-cs"/>
                </a:defRPr>
              </a:lvl8pPr>
              <a:lvl9pPr marL="7315200" algn="l" defTabSz="914400" rtl="0" eaLnBrk="1" latinLnBrk="0" hangingPunct="1">
                <a:defRPr sz="3600" kern="1200">
                  <a:solidFill>
                    <a:schemeClr val="lt1"/>
                  </a:solidFill>
                  <a:latin typeface="+mn-lt"/>
                  <a:ea typeface="+mn-ea"/>
                  <a:cs typeface="+mn-cs"/>
                </a:defRPr>
              </a:lvl9pPr>
            </a:lstStyle>
            <a:p>
              <a:pPr algn="ctr"/>
              <a:endParaRPr lang="en-US" sz="1800"/>
            </a:p>
          </p:txBody>
        </p:sp>
        <p:sp>
          <p:nvSpPr>
            <p:cNvPr id="5" name="Rounded Rectangle 4">
              <a:extLst>
                <a:ext uri="{FF2B5EF4-FFF2-40B4-BE49-F238E27FC236}">
                  <a16:creationId xmlns:a16="http://schemas.microsoft.com/office/drawing/2014/main" id="{C8153F34-5228-8C61-EDBD-794371D03E58}"/>
                </a:ext>
              </a:extLst>
            </p:cNvPr>
            <p:cNvSpPr>
              <a:spLocks noChangeAspect="1"/>
            </p:cNvSpPr>
            <p:nvPr userDrawn="1"/>
          </p:nvSpPr>
          <p:spPr>
            <a:xfrm>
              <a:off x="12401322" y="5087212"/>
              <a:ext cx="974851" cy="455363"/>
            </a:xfrm>
            <a:prstGeom prst="roundRect">
              <a:avLst>
                <a:gd name="adj" fmla="val 50000"/>
              </a:avLst>
            </a:prstGeom>
            <a:solidFill>
              <a:srgbClr val="C6DE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3600" kern="1200">
                  <a:solidFill>
                    <a:schemeClr val="lt1"/>
                  </a:solidFill>
                  <a:latin typeface="+mn-lt"/>
                  <a:ea typeface="+mn-ea"/>
                  <a:cs typeface="+mn-cs"/>
                </a:defRPr>
              </a:lvl1pPr>
              <a:lvl2pPr marL="914400" algn="l" defTabSz="914400" rtl="0" eaLnBrk="1" latinLnBrk="0" hangingPunct="1">
                <a:defRPr sz="3600" kern="1200">
                  <a:solidFill>
                    <a:schemeClr val="lt1"/>
                  </a:solidFill>
                  <a:latin typeface="+mn-lt"/>
                  <a:ea typeface="+mn-ea"/>
                  <a:cs typeface="+mn-cs"/>
                </a:defRPr>
              </a:lvl2pPr>
              <a:lvl3pPr marL="1828800" algn="l" defTabSz="914400" rtl="0" eaLnBrk="1" latinLnBrk="0" hangingPunct="1">
                <a:defRPr sz="3600" kern="1200">
                  <a:solidFill>
                    <a:schemeClr val="lt1"/>
                  </a:solidFill>
                  <a:latin typeface="+mn-lt"/>
                  <a:ea typeface="+mn-ea"/>
                  <a:cs typeface="+mn-cs"/>
                </a:defRPr>
              </a:lvl3pPr>
              <a:lvl4pPr marL="2743200" algn="l" defTabSz="914400" rtl="0" eaLnBrk="1" latinLnBrk="0" hangingPunct="1">
                <a:defRPr sz="3600" kern="1200">
                  <a:solidFill>
                    <a:schemeClr val="lt1"/>
                  </a:solidFill>
                  <a:latin typeface="+mn-lt"/>
                  <a:ea typeface="+mn-ea"/>
                  <a:cs typeface="+mn-cs"/>
                </a:defRPr>
              </a:lvl4pPr>
              <a:lvl5pPr marL="3657600" algn="l" defTabSz="914400" rtl="0" eaLnBrk="1" latinLnBrk="0" hangingPunct="1">
                <a:defRPr sz="3600" kern="1200">
                  <a:solidFill>
                    <a:schemeClr val="lt1"/>
                  </a:solidFill>
                  <a:latin typeface="+mn-lt"/>
                  <a:ea typeface="+mn-ea"/>
                  <a:cs typeface="+mn-cs"/>
                </a:defRPr>
              </a:lvl5pPr>
              <a:lvl6pPr marL="4572000" algn="l" defTabSz="914400" rtl="0" eaLnBrk="1" latinLnBrk="0" hangingPunct="1">
                <a:defRPr sz="3600" kern="1200">
                  <a:solidFill>
                    <a:schemeClr val="lt1"/>
                  </a:solidFill>
                  <a:latin typeface="+mn-lt"/>
                  <a:ea typeface="+mn-ea"/>
                  <a:cs typeface="+mn-cs"/>
                </a:defRPr>
              </a:lvl6pPr>
              <a:lvl7pPr marL="5486400" algn="l" defTabSz="914400" rtl="0" eaLnBrk="1" latinLnBrk="0" hangingPunct="1">
                <a:defRPr sz="3600" kern="1200">
                  <a:solidFill>
                    <a:schemeClr val="lt1"/>
                  </a:solidFill>
                  <a:latin typeface="+mn-lt"/>
                  <a:ea typeface="+mn-ea"/>
                  <a:cs typeface="+mn-cs"/>
                </a:defRPr>
              </a:lvl7pPr>
              <a:lvl8pPr marL="6400800" algn="l" defTabSz="914400" rtl="0" eaLnBrk="1" latinLnBrk="0" hangingPunct="1">
                <a:defRPr sz="3600" kern="1200">
                  <a:solidFill>
                    <a:schemeClr val="lt1"/>
                  </a:solidFill>
                  <a:latin typeface="+mn-lt"/>
                  <a:ea typeface="+mn-ea"/>
                  <a:cs typeface="+mn-cs"/>
                </a:defRPr>
              </a:lvl8pPr>
              <a:lvl9pPr marL="7315200" algn="l" defTabSz="914400" rtl="0" eaLnBrk="1" latinLnBrk="0" hangingPunct="1">
                <a:defRPr sz="3600" kern="1200">
                  <a:solidFill>
                    <a:schemeClr val="lt1"/>
                  </a:solidFill>
                  <a:latin typeface="+mn-lt"/>
                  <a:ea typeface="+mn-ea"/>
                  <a:cs typeface="+mn-cs"/>
                </a:defRPr>
              </a:lvl9pPr>
            </a:lstStyle>
            <a:p>
              <a:pPr algn="ctr"/>
              <a:endParaRPr lang="en-US" sz="1800"/>
            </a:p>
          </p:txBody>
        </p:sp>
        <p:sp>
          <p:nvSpPr>
            <p:cNvPr id="8" name="Rounded Rectangle 7">
              <a:extLst>
                <a:ext uri="{FF2B5EF4-FFF2-40B4-BE49-F238E27FC236}">
                  <a16:creationId xmlns:a16="http://schemas.microsoft.com/office/drawing/2014/main" id="{070060EB-8F62-DBE5-C512-69B81A87F657}"/>
                </a:ext>
              </a:extLst>
            </p:cNvPr>
            <p:cNvSpPr>
              <a:spLocks noChangeAspect="1"/>
            </p:cNvSpPr>
            <p:nvPr userDrawn="1"/>
          </p:nvSpPr>
          <p:spPr>
            <a:xfrm>
              <a:off x="13811075" y="5087212"/>
              <a:ext cx="974851" cy="455363"/>
            </a:xfrm>
            <a:prstGeom prst="roundRect">
              <a:avLst>
                <a:gd name="adj" fmla="val 50000"/>
              </a:avLst>
            </a:prstGeom>
            <a:solidFill>
              <a:srgbClr val="C6DE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3600" kern="1200">
                  <a:solidFill>
                    <a:schemeClr val="lt1"/>
                  </a:solidFill>
                  <a:latin typeface="+mn-lt"/>
                  <a:ea typeface="+mn-ea"/>
                  <a:cs typeface="+mn-cs"/>
                </a:defRPr>
              </a:lvl1pPr>
              <a:lvl2pPr marL="914400" algn="l" defTabSz="914400" rtl="0" eaLnBrk="1" latinLnBrk="0" hangingPunct="1">
                <a:defRPr sz="3600" kern="1200">
                  <a:solidFill>
                    <a:schemeClr val="lt1"/>
                  </a:solidFill>
                  <a:latin typeface="+mn-lt"/>
                  <a:ea typeface="+mn-ea"/>
                  <a:cs typeface="+mn-cs"/>
                </a:defRPr>
              </a:lvl2pPr>
              <a:lvl3pPr marL="1828800" algn="l" defTabSz="914400" rtl="0" eaLnBrk="1" latinLnBrk="0" hangingPunct="1">
                <a:defRPr sz="3600" kern="1200">
                  <a:solidFill>
                    <a:schemeClr val="lt1"/>
                  </a:solidFill>
                  <a:latin typeface="+mn-lt"/>
                  <a:ea typeface="+mn-ea"/>
                  <a:cs typeface="+mn-cs"/>
                </a:defRPr>
              </a:lvl3pPr>
              <a:lvl4pPr marL="2743200" algn="l" defTabSz="914400" rtl="0" eaLnBrk="1" latinLnBrk="0" hangingPunct="1">
                <a:defRPr sz="3600" kern="1200">
                  <a:solidFill>
                    <a:schemeClr val="lt1"/>
                  </a:solidFill>
                  <a:latin typeface="+mn-lt"/>
                  <a:ea typeface="+mn-ea"/>
                  <a:cs typeface="+mn-cs"/>
                </a:defRPr>
              </a:lvl4pPr>
              <a:lvl5pPr marL="3657600" algn="l" defTabSz="914400" rtl="0" eaLnBrk="1" latinLnBrk="0" hangingPunct="1">
                <a:defRPr sz="3600" kern="1200">
                  <a:solidFill>
                    <a:schemeClr val="lt1"/>
                  </a:solidFill>
                  <a:latin typeface="+mn-lt"/>
                  <a:ea typeface="+mn-ea"/>
                  <a:cs typeface="+mn-cs"/>
                </a:defRPr>
              </a:lvl5pPr>
              <a:lvl6pPr marL="4572000" algn="l" defTabSz="914400" rtl="0" eaLnBrk="1" latinLnBrk="0" hangingPunct="1">
                <a:defRPr sz="3600" kern="1200">
                  <a:solidFill>
                    <a:schemeClr val="lt1"/>
                  </a:solidFill>
                  <a:latin typeface="+mn-lt"/>
                  <a:ea typeface="+mn-ea"/>
                  <a:cs typeface="+mn-cs"/>
                </a:defRPr>
              </a:lvl6pPr>
              <a:lvl7pPr marL="5486400" algn="l" defTabSz="914400" rtl="0" eaLnBrk="1" latinLnBrk="0" hangingPunct="1">
                <a:defRPr sz="3600" kern="1200">
                  <a:solidFill>
                    <a:schemeClr val="lt1"/>
                  </a:solidFill>
                  <a:latin typeface="+mn-lt"/>
                  <a:ea typeface="+mn-ea"/>
                  <a:cs typeface="+mn-cs"/>
                </a:defRPr>
              </a:lvl7pPr>
              <a:lvl8pPr marL="6400800" algn="l" defTabSz="914400" rtl="0" eaLnBrk="1" latinLnBrk="0" hangingPunct="1">
                <a:defRPr sz="3600" kern="1200">
                  <a:solidFill>
                    <a:schemeClr val="lt1"/>
                  </a:solidFill>
                  <a:latin typeface="+mn-lt"/>
                  <a:ea typeface="+mn-ea"/>
                  <a:cs typeface="+mn-cs"/>
                </a:defRPr>
              </a:lvl8pPr>
              <a:lvl9pPr marL="7315200" algn="l" defTabSz="914400" rtl="0" eaLnBrk="1" latinLnBrk="0" hangingPunct="1">
                <a:defRPr sz="3600" kern="1200">
                  <a:solidFill>
                    <a:schemeClr val="lt1"/>
                  </a:solidFill>
                  <a:latin typeface="+mn-lt"/>
                  <a:ea typeface="+mn-ea"/>
                  <a:cs typeface="+mn-cs"/>
                </a:defRPr>
              </a:lvl9pPr>
            </a:lstStyle>
            <a:p>
              <a:pPr algn="ctr"/>
              <a:endParaRPr lang="en-US" sz="1800"/>
            </a:p>
          </p:txBody>
        </p:sp>
        <p:sp>
          <p:nvSpPr>
            <p:cNvPr id="9" name="Rounded Rectangle 8">
              <a:extLst>
                <a:ext uri="{FF2B5EF4-FFF2-40B4-BE49-F238E27FC236}">
                  <a16:creationId xmlns:a16="http://schemas.microsoft.com/office/drawing/2014/main" id="{CD37D78E-C5B0-704C-17BF-91AD5A7C6C8A}"/>
                </a:ext>
              </a:extLst>
            </p:cNvPr>
            <p:cNvSpPr>
              <a:spLocks noChangeAspect="1"/>
            </p:cNvSpPr>
            <p:nvPr userDrawn="1"/>
          </p:nvSpPr>
          <p:spPr>
            <a:xfrm>
              <a:off x="13802627" y="6036681"/>
              <a:ext cx="974851" cy="455363"/>
            </a:xfrm>
            <a:prstGeom prst="roundRect">
              <a:avLst>
                <a:gd name="adj" fmla="val 50000"/>
              </a:avLst>
            </a:prstGeom>
            <a:solidFill>
              <a:srgbClr val="C6DE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3600" kern="1200">
                  <a:solidFill>
                    <a:schemeClr val="lt1"/>
                  </a:solidFill>
                  <a:latin typeface="+mn-lt"/>
                  <a:ea typeface="+mn-ea"/>
                  <a:cs typeface="+mn-cs"/>
                </a:defRPr>
              </a:lvl1pPr>
              <a:lvl2pPr marL="914400" algn="l" defTabSz="914400" rtl="0" eaLnBrk="1" latinLnBrk="0" hangingPunct="1">
                <a:defRPr sz="3600" kern="1200">
                  <a:solidFill>
                    <a:schemeClr val="lt1"/>
                  </a:solidFill>
                  <a:latin typeface="+mn-lt"/>
                  <a:ea typeface="+mn-ea"/>
                  <a:cs typeface="+mn-cs"/>
                </a:defRPr>
              </a:lvl2pPr>
              <a:lvl3pPr marL="1828800" algn="l" defTabSz="914400" rtl="0" eaLnBrk="1" latinLnBrk="0" hangingPunct="1">
                <a:defRPr sz="3600" kern="1200">
                  <a:solidFill>
                    <a:schemeClr val="lt1"/>
                  </a:solidFill>
                  <a:latin typeface="+mn-lt"/>
                  <a:ea typeface="+mn-ea"/>
                  <a:cs typeface="+mn-cs"/>
                </a:defRPr>
              </a:lvl3pPr>
              <a:lvl4pPr marL="2743200" algn="l" defTabSz="914400" rtl="0" eaLnBrk="1" latinLnBrk="0" hangingPunct="1">
                <a:defRPr sz="3600" kern="1200">
                  <a:solidFill>
                    <a:schemeClr val="lt1"/>
                  </a:solidFill>
                  <a:latin typeface="+mn-lt"/>
                  <a:ea typeface="+mn-ea"/>
                  <a:cs typeface="+mn-cs"/>
                </a:defRPr>
              </a:lvl4pPr>
              <a:lvl5pPr marL="3657600" algn="l" defTabSz="914400" rtl="0" eaLnBrk="1" latinLnBrk="0" hangingPunct="1">
                <a:defRPr sz="3600" kern="1200">
                  <a:solidFill>
                    <a:schemeClr val="lt1"/>
                  </a:solidFill>
                  <a:latin typeface="+mn-lt"/>
                  <a:ea typeface="+mn-ea"/>
                  <a:cs typeface="+mn-cs"/>
                </a:defRPr>
              </a:lvl5pPr>
              <a:lvl6pPr marL="4572000" algn="l" defTabSz="914400" rtl="0" eaLnBrk="1" latinLnBrk="0" hangingPunct="1">
                <a:defRPr sz="3600" kern="1200">
                  <a:solidFill>
                    <a:schemeClr val="lt1"/>
                  </a:solidFill>
                  <a:latin typeface="+mn-lt"/>
                  <a:ea typeface="+mn-ea"/>
                  <a:cs typeface="+mn-cs"/>
                </a:defRPr>
              </a:lvl6pPr>
              <a:lvl7pPr marL="5486400" algn="l" defTabSz="914400" rtl="0" eaLnBrk="1" latinLnBrk="0" hangingPunct="1">
                <a:defRPr sz="3600" kern="1200">
                  <a:solidFill>
                    <a:schemeClr val="lt1"/>
                  </a:solidFill>
                  <a:latin typeface="+mn-lt"/>
                  <a:ea typeface="+mn-ea"/>
                  <a:cs typeface="+mn-cs"/>
                </a:defRPr>
              </a:lvl7pPr>
              <a:lvl8pPr marL="6400800" algn="l" defTabSz="914400" rtl="0" eaLnBrk="1" latinLnBrk="0" hangingPunct="1">
                <a:defRPr sz="3600" kern="1200">
                  <a:solidFill>
                    <a:schemeClr val="lt1"/>
                  </a:solidFill>
                  <a:latin typeface="+mn-lt"/>
                  <a:ea typeface="+mn-ea"/>
                  <a:cs typeface="+mn-cs"/>
                </a:defRPr>
              </a:lvl8pPr>
              <a:lvl9pPr marL="7315200" algn="l" defTabSz="914400" rtl="0" eaLnBrk="1" latinLnBrk="0" hangingPunct="1">
                <a:defRPr sz="3600" kern="1200">
                  <a:solidFill>
                    <a:schemeClr val="lt1"/>
                  </a:solidFill>
                  <a:latin typeface="+mn-lt"/>
                  <a:ea typeface="+mn-ea"/>
                  <a:cs typeface="+mn-cs"/>
                </a:defRPr>
              </a:lvl9pPr>
            </a:lstStyle>
            <a:p>
              <a:pPr algn="ctr"/>
              <a:endParaRPr lang="en-US" sz="1800"/>
            </a:p>
          </p:txBody>
        </p:sp>
        <p:sp>
          <p:nvSpPr>
            <p:cNvPr id="10" name="Oval 9">
              <a:extLst>
                <a:ext uri="{FF2B5EF4-FFF2-40B4-BE49-F238E27FC236}">
                  <a16:creationId xmlns:a16="http://schemas.microsoft.com/office/drawing/2014/main" id="{C350AAD2-18EE-EC4A-679B-4E2FD1A652E4}"/>
                </a:ext>
              </a:extLst>
            </p:cNvPr>
            <p:cNvSpPr>
              <a:spLocks noChangeAspect="1"/>
            </p:cNvSpPr>
            <p:nvPr userDrawn="1"/>
          </p:nvSpPr>
          <p:spPr>
            <a:xfrm>
              <a:off x="12171379" y="4607179"/>
              <a:ext cx="483678" cy="483678"/>
            </a:xfrm>
            <a:prstGeom prst="ellipse">
              <a:avLst/>
            </a:prstGeom>
            <a:solidFill>
              <a:srgbClr val="4398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3600" kern="1200">
                  <a:solidFill>
                    <a:schemeClr val="lt1"/>
                  </a:solidFill>
                  <a:latin typeface="+mn-lt"/>
                  <a:ea typeface="+mn-ea"/>
                  <a:cs typeface="+mn-cs"/>
                </a:defRPr>
              </a:lvl1pPr>
              <a:lvl2pPr marL="914400" algn="l" defTabSz="914400" rtl="0" eaLnBrk="1" latinLnBrk="0" hangingPunct="1">
                <a:defRPr sz="3600" kern="1200">
                  <a:solidFill>
                    <a:schemeClr val="lt1"/>
                  </a:solidFill>
                  <a:latin typeface="+mn-lt"/>
                  <a:ea typeface="+mn-ea"/>
                  <a:cs typeface="+mn-cs"/>
                </a:defRPr>
              </a:lvl2pPr>
              <a:lvl3pPr marL="1828800" algn="l" defTabSz="914400" rtl="0" eaLnBrk="1" latinLnBrk="0" hangingPunct="1">
                <a:defRPr sz="3600" kern="1200">
                  <a:solidFill>
                    <a:schemeClr val="lt1"/>
                  </a:solidFill>
                  <a:latin typeface="+mn-lt"/>
                  <a:ea typeface="+mn-ea"/>
                  <a:cs typeface="+mn-cs"/>
                </a:defRPr>
              </a:lvl3pPr>
              <a:lvl4pPr marL="2743200" algn="l" defTabSz="914400" rtl="0" eaLnBrk="1" latinLnBrk="0" hangingPunct="1">
                <a:defRPr sz="3600" kern="1200">
                  <a:solidFill>
                    <a:schemeClr val="lt1"/>
                  </a:solidFill>
                  <a:latin typeface="+mn-lt"/>
                  <a:ea typeface="+mn-ea"/>
                  <a:cs typeface="+mn-cs"/>
                </a:defRPr>
              </a:lvl4pPr>
              <a:lvl5pPr marL="3657600" algn="l" defTabSz="914400" rtl="0" eaLnBrk="1" latinLnBrk="0" hangingPunct="1">
                <a:defRPr sz="3600" kern="1200">
                  <a:solidFill>
                    <a:schemeClr val="lt1"/>
                  </a:solidFill>
                  <a:latin typeface="+mn-lt"/>
                  <a:ea typeface="+mn-ea"/>
                  <a:cs typeface="+mn-cs"/>
                </a:defRPr>
              </a:lvl5pPr>
              <a:lvl6pPr marL="4572000" algn="l" defTabSz="914400" rtl="0" eaLnBrk="1" latinLnBrk="0" hangingPunct="1">
                <a:defRPr sz="3600" kern="1200">
                  <a:solidFill>
                    <a:schemeClr val="lt1"/>
                  </a:solidFill>
                  <a:latin typeface="+mn-lt"/>
                  <a:ea typeface="+mn-ea"/>
                  <a:cs typeface="+mn-cs"/>
                </a:defRPr>
              </a:lvl6pPr>
              <a:lvl7pPr marL="5486400" algn="l" defTabSz="914400" rtl="0" eaLnBrk="1" latinLnBrk="0" hangingPunct="1">
                <a:defRPr sz="3600" kern="1200">
                  <a:solidFill>
                    <a:schemeClr val="lt1"/>
                  </a:solidFill>
                  <a:latin typeface="+mn-lt"/>
                  <a:ea typeface="+mn-ea"/>
                  <a:cs typeface="+mn-cs"/>
                </a:defRPr>
              </a:lvl7pPr>
              <a:lvl8pPr marL="6400800" algn="l" defTabSz="914400" rtl="0" eaLnBrk="1" latinLnBrk="0" hangingPunct="1">
                <a:defRPr sz="3600" kern="1200">
                  <a:solidFill>
                    <a:schemeClr val="lt1"/>
                  </a:solidFill>
                  <a:latin typeface="+mn-lt"/>
                  <a:ea typeface="+mn-ea"/>
                  <a:cs typeface="+mn-cs"/>
                </a:defRPr>
              </a:lvl8pPr>
              <a:lvl9pPr marL="7315200" algn="l" defTabSz="914400" rtl="0" eaLnBrk="1" latinLnBrk="0" hangingPunct="1">
                <a:defRPr sz="3600" kern="1200">
                  <a:solidFill>
                    <a:schemeClr val="lt1"/>
                  </a:solidFill>
                  <a:latin typeface="+mn-lt"/>
                  <a:ea typeface="+mn-ea"/>
                  <a:cs typeface="+mn-cs"/>
                </a:defRPr>
              </a:lvl9pPr>
            </a:lstStyle>
            <a:p>
              <a:pPr algn="ctr"/>
              <a:endParaRPr lang="en-US" sz="1800"/>
            </a:p>
          </p:txBody>
        </p:sp>
        <p:sp>
          <p:nvSpPr>
            <p:cNvPr id="11" name="Oval 10">
              <a:extLst>
                <a:ext uri="{FF2B5EF4-FFF2-40B4-BE49-F238E27FC236}">
                  <a16:creationId xmlns:a16="http://schemas.microsoft.com/office/drawing/2014/main" id="{6316780D-6BE7-5BFF-AFB6-9DA85AB2C419}"/>
                </a:ext>
              </a:extLst>
            </p:cNvPr>
            <p:cNvSpPr>
              <a:spLocks noChangeAspect="1"/>
            </p:cNvSpPr>
            <p:nvPr userDrawn="1"/>
          </p:nvSpPr>
          <p:spPr>
            <a:xfrm>
              <a:off x="12181978" y="5548489"/>
              <a:ext cx="483678" cy="483678"/>
            </a:xfrm>
            <a:prstGeom prst="ellipse">
              <a:avLst/>
            </a:prstGeom>
            <a:solidFill>
              <a:srgbClr val="4398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3600" kern="1200">
                  <a:solidFill>
                    <a:schemeClr val="lt1"/>
                  </a:solidFill>
                  <a:latin typeface="+mn-lt"/>
                  <a:ea typeface="+mn-ea"/>
                  <a:cs typeface="+mn-cs"/>
                </a:defRPr>
              </a:lvl1pPr>
              <a:lvl2pPr marL="914400" algn="l" defTabSz="914400" rtl="0" eaLnBrk="1" latinLnBrk="0" hangingPunct="1">
                <a:defRPr sz="3600" kern="1200">
                  <a:solidFill>
                    <a:schemeClr val="lt1"/>
                  </a:solidFill>
                  <a:latin typeface="+mn-lt"/>
                  <a:ea typeface="+mn-ea"/>
                  <a:cs typeface="+mn-cs"/>
                </a:defRPr>
              </a:lvl2pPr>
              <a:lvl3pPr marL="1828800" algn="l" defTabSz="914400" rtl="0" eaLnBrk="1" latinLnBrk="0" hangingPunct="1">
                <a:defRPr sz="3600" kern="1200">
                  <a:solidFill>
                    <a:schemeClr val="lt1"/>
                  </a:solidFill>
                  <a:latin typeface="+mn-lt"/>
                  <a:ea typeface="+mn-ea"/>
                  <a:cs typeface="+mn-cs"/>
                </a:defRPr>
              </a:lvl3pPr>
              <a:lvl4pPr marL="2743200" algn="l" defTabSz="914400" rtl="0" eaLnBrk="1" latinLnBrk="0" hangingPunct="1">
                <a:defRPr sz="3600" kern="1200">
                  <a:solidFill>
                    <a:schemeClr val="lt1"/>
                  </a:solidFill>
                  <a:latin typeface="+mn-lt"/>
                  <a:ea typeface="+mn-ea"/>
                  <a:cs typeface="+mn-cs"/>
                </a:defRPr>
              </a:lvl4pPr>
              <a:lvl5pPr marL="3657600" algn="l" defTabSz="914400" rtl="0" eaLnBrk="1" latinLnBrk="0" hangingPunct="1">
                <a:defRPr sz="3600" kern="1200">
                  <a:solidFill>
                    <a:schemeClr val="lt1"/>
                  </a:solidFill>
                  <a:latin typeface="+mn-lt"/>
                  <a:ea typeface="+mn-ea"/>
                  <a:cs typeface="+mn-cs"/>
                </a:defRPr>
              </a:lvl5pPr>
              <a:lvl6pPr marL="4572000" algn="l" defTabSz="914400" rtl="0" eaLnBrk="1" latinLnBrk="0" hangingPunct="1">
                <a:defRPr sz="3600" kern="1200">
                  <a:solidFill>
                    <a:schemeClr val="lt1"/>
                  </a:solidFill>
                  <a:latin typeface="+mn-lt"/>
                  <a:ea typeface="+mn-ea"/>
                  <a:cs typeface="+mn-cs"/>
                </a:defRPr>
              </a:lvl6pPr>
              <a:lvl7pPr marL="5486400" algn="l" defTabSz="914400" rtl="0" eaLnBrk="1" latinLnBrk="0" hangingPunct="1">
                <a:defRPr sz="3600" kern="1200">
                  <a:solidFill>
                    <a:schemeClr val="lt1"/>
                  </a:solidFill>
                  <a:latin typeface="+mn-lt"/>
                  <a:ea typeface="+mn-ea"/>
                  <a:cs typeface="+mn-cs"/>
                </a:defRPr>
              </a:lvl7pPr>
              <a:lvl8pPr marL="6400800" algn="l" defTabSz="914400" rtl="0" eaLnBrk="1" latinLnBrk="0" hangingPunct="1">
                <a:defRPr sz="3600" kern="1200">
                  <a:solidFill>
                    <a:schemeClr val="lt1"/>
                  </a:solidFill>
                  <a:latin typeface="+mn-lt"/>
                  <a:ea typeface="+mn-ea"/>
                  <a:cs typeface="+mn-cs"/>
                </a:defRPr>
              </a:lvl8pPr>
              <a:lvl9pPr marL="7315200" algn="l" defTabSz="914400" rtl="0" eaLnBrk="1" latinLnBrk="0" hangingPunct="1">
                <a:defRPr sz="3600" kern="1200">
                  <a:solidFill>
                    <a:schemeClr val="lt1"/>
                  </a:solidFill>
                  <a:latin typeface="+mn-lt"/>
                  <a:ea typeface="+mn-ea"/>
                  <a:cs typeface="+mn-cs"/>
                </a:defRPr>
              </a:lvl9pPr>
            </a:lstStyle>
            <a:p>
              <a:pPr algn="ctr"/>
              <a:endParaRPr lang="en-US" sz="1800"/>
            </a:p>
          </p:txBody>
        </p:sp>
        <p:sp>
          <p:nvSpPr>
            <p:cNvPr id="12" name="Rounded Rectangle 11">
              <a:extLst>
                <a:ext uri="{FF2B5EF4-FFF2-40B4-BE49-F238E27FC236}">
                  <a16:creationId xmlns:a16="http://schemas.microsoft.com/office/drawing/2014/main" id="{A9647C11-414D-097B-C551-BFD548B95302}"/>
                </a:ext>
              </a:extLst>
            </p:cNvPr>
            <p:cNvSpPr>
              <a:spLocks noChangeAspect="1"/>
            </p:cNvSpPr>
            <p:nvPr userDrawn="1"/>
          </p:nvSpPr>
          <p:spPr>
            <a:xfrm>
              <a:off x="15162966" y="3213320"/>
              <a:ext cx="974851" cy="455363"/>
            </a:xfrm>
            <a:prstGeom prst="roundRect">
              <a:avLst>
                <a:gd name="adj" fmla="val 50000"/>
              </a:avLst>
            </a:prstGeom>
            <a:solidFill>
              <a:srgbClr val="C6DE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3600" kern="1200">
                  <a:solidFill>
                    <a:schemeClr val="lt1"/>
                  </a:solidFill>
                  <a:latin typeface="+mn-lt"/>
                  <a:ea typeface="+mn-ea"/>
                  <a:cs typeface="+mn-cs"/>
                </a:defRPr>
              </a:lvl1pPr>
              <a:lvl2pPr marL="914400" algn="l" defTabSz="914400" rtl="0" eaLnBrk="1" latinLnBrk="0" hangingPunct="1">
                <a:defRPr sz="3600" kern="1200">
                  <a:solidFill>
                    <a:schemeClr val="lt1"/>
                  </a:solidFill>
                  <a:latin typeface="+mn-lt"/>
                  <a:ea typeface="+mn-ea"/>
                  <a:cs typeface="+mn-cs"/>
                </a:defRPr>
              </a:lvl2pPr>
              <a:lvl3pPr marL="1828800" algn="l" defTabSz="914400" rtl="0" eaLnBrk="1" latinLnBrk="0" hangingPunct="1">
                <a:defRPr sz="3600" kern="1200">
                  <a:solidFill>
                    <a:schemeClr val="lt1"/>
                  </a:solidFill>
                  <a:latin typeface="+mn-lt"/>
                  <a:ea typeface="+mn-ea"/>
                  <a:cs typeface="+mn-cs"/>
                </a:defRPr>
              </a:lvl3pPr>
              <a:lvl4pPr marL="2743200" algn="l" defTabSz="914400" rtl="0" eaLnBrk="1" latinLnBrk="0" hangingPunct="1">
                <a:defRPr sz="3600" kern="1200">
                  <a:solidFill>
                    <a:schemeClr val="lt1"/>
                  </a:solidFill>
                  <a:latin typeface="+mn-lt"/>
                  <a:ea typeface="+mn-ea"/>
                  <a:cs typeface="+mn-cs"/>
                </a:defRPr>
              </a:lvl4pPr>
              <a:lvl5pPr marL="3657600" algn="l" defTabSz="914400" rtl="0" eaLnBrk="1" latinLnBrk="0" hangingPunct="1">
                <a:defRPr sz="3600" kern="1200">
                  <a:solidFill>
                    <a:schemeClr val="lt1"/>
                  </a:solidFill>
                  <a:latin typeface="+mn-lt"/>
                  <a:ea typeface="+mn-ea"/>
                  <a:cs typeface="+mn-cs"/>
                </a:defRPr>
              </a:lvl5pPr>
              <a:lvl6pPr marL="4572000" algn="l" defTabSz="914400" rtl="0" eaLnBrk="1" latinLnBrk="0" hangingPunct="1">
                <a:defRPr sz="3600" kern="1200">
                  <a:solidFill>
                    <a:schemeClr val="lt1"/>
                  </a:solidFill>
                  <a:latin typeface="+mn-lt"/>
                  <a:ea typeface="+mn-ea"/>
                  <a:cs typeface="+mn-cs"/>
                </a:defRPr>
              </a:lvl6pPr>
              <a:lvl7pPr marL="5486400" algn="l" defTabSz="914400" rtl="0" eaLnBrk="1" latinLnBrk="0" hangingPunct="1">
                <a:defRPr sz="3600" kern="1200">
                  <a:solidFill>
                    <a:schemeClr val="lt1"/>
                  </a:solidFill>
                  <a:latin typeface="+mn-lt"/>
                  <a:ea typeface="+mn-ea"/>
                  <a:cs typeface="+mn-cs"/>
                </a:defRPr>
              </a:lvl7pPr>
              <a:lvl8pPr marL="6400800" algn="l" defTabSz="914400" rtl="0" eaLnBrk="1" latinLnBrk="0" hangingPunct="1">
                <a:defRPr sz="3600" kern="1200">
                  <a:solidFill>
                    <a:schemeClr val="lt1"/>
                  </a:solidFill>
                  <a:latin typeface="+mn-lt"/>
                  <a:ea typeface="+mn-ea"/>
                  <a:cs typeface="+mn-cs"/>
                </a:defRPr>
              </a:lvl8pPr>
              <a:lvl9pPr marL="7315200" algn="l" defTabSz="914400" rtl="0" eaLnBrk="1" latinLnBrk="0" hangingPunct="1">
                <a:defRPr sz="3600" kern="1200">
                  <a:solidFill>
                    <a:schemeClr val="lt1"/>
                  </a:solidFill>
                  <a:latin typeface="+mn-lt"/>
                  <a:ea typeface="+mn-ea"/>
                  <a:cs typeface="+mn-cs"/>
                </a:defRPr>
              </a:lvl9pPr>
            </a:lstStyle>
            <a:p>
              <a:pPr algn="ctr"/>
              <a:endParaRPr lang="en-US" sz="1800"/>
            </a:p>
          </p:txBody>
        </p:sp>
        <p:sp>
          <p:nvSpPr>
            <p:cNvPr id="13" name="Rounded Rectangle 12">
              <a:extLst>
                <a:ext uri="{FF2B5EF4-FFF2-40B4-BE49-F238E27FC236}">
                  <a16:creationId xmlns:a16="http://schemas.microsoft.com/office/drawing/2014/main" id="{D71FDA06-7850-387B-3DA0-801D40C95A9D}"/>
                </a:ext>
              </a:extLst>
            </p:cNvPr>
            <p:cNvSpPr>
              <a:spLocks noChangeAspect="1"/>
            </p:cNvSpPr>
            <p:nvPr userDrawn="1"/>
          </p:nvSpPr>
          <p:spPr>
            <a:xfrm>
              <a:off x="15184165" y="4148237"/>
              <a:ext cx="974851" cy="455363"/>
            </a:xfrm>
            <a:prstGeom prst="roundRect">
              <a:avLst>
                <a:gd name="adj" fmla="val 50000"/>
              </a:avLst>
            </a:prstGeom>
            <a:solidFill>
              <a:srgbClr val="C6DE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3600" kern="1200">
                  <a:solidFill>
                    <a:schemeClr val="lt1"/>
                  </a:solidFill>
                  <a:latin typeface="+mn-lt"/>
                  <a:ea typeface="+mn-ea"/>
                  <a:cs typeface="+mn-cs"/>
                </a:defRPr>
              </a:lvl1pPr>
              <a:lvl2pPr marL="914400" algn="l" defTabSz="914400" rtl="0" eaLnBrk="1" latinLnBrk="0" hangingPunct="1">
                <a:defRPr sz="3600" kern="1200">
                  <a:solidFill>
                    <a:schemeClr val="lt1"/>
                  </a:solidFill>
                  <a:latin typeface="+mn-lt"/>
                  <a:ea typeface="+mn-ea"/>
                  <a:cs typeface="+mn-cs"/>
                </a:defRPr>
              </a:lvl2pPr>
              <a:lvl3pPr marL="1828800" algn="l" defTabSz="914400" rtl="0" eaLnBrk="1" latinLnBrk="0" hangingPunct="1">
                <a:defRPr sz="3600" kern="1200">
                  <a:solidFill>
                    <a:schemeClr val="lt1"/>
                  </a:solidFill>
                  <a:latin typeface="+mn-lt"/>
                  <a:ea typeface="+mn-ea"/>
                  <a:cs typeface="+mn-cs"/>
                </a:defRPr>
              </a:lvl3pPr>
              <a:lvl4pPr marL="2743200" algn="l" defTabSz="914400" rtl="0" eaLnBrk="1" latinLnBrk="0" hangingPunct="1">
                <a:defRPr sz="3600" kern="1200">
                  <a:solidFill>
                    <a:schemeClr val="lt1"/>
                  </a:solidFill>
                  <a:latin typeface="+mn-lt"/>
                  <a:ea typeface="+mn-ea"/>
                  <a:cs typeface="+mn-cs"/>
                </a:defRPr>
              </a:lvl4pPr>
              <a:lvl5pPr marL="3657600" algn="l" defTabSz="914400" rtl="0" eaLnBrk="1" latinLnBrk="0" hangingPunct="1">
                <a:defRPr sz="3600" kern="1200">
                  <a:solidFill>
                    <a:schemeClr val="lt1"/>
                  </a:solidFill>
                  <a:latin typeface="+mn-lt"/>
                  <a:ea typeface="+mn-ea"/>
                  <a:cs typeface="+mn-cs"/>
                </a:defRPr>
              </a:lvl5pPr>
              <a:lvl6pPr marL="4572000" algn="l" defTabSz="914400" rtl="0" eaLnBrk="1" latinLnBrk="0" hangingPunct="1">
                <a:defRPr sz="3600" kern="1200">
                  <a:solidFill>
                    <a:schemeClr val="lt1"/>
                  </a:solidFill>
                  <a:latin typeface="+mn-lt"/>
                  <a:ea typeface="+mn-ea"/>
                  <a:cs typeface="+mn-cs"/>
                </a:defRPr>
              </a:lvl6pPr>
              <a:lvl7pPr marL="5486400" algn="l" defTabSz="914400" rtl="0" eaLnBrk="1" latinLnBrk="0" hangingPunct="1">
                <a:defRPr sz="3600" kern="1200">
                  <a:solidFill>
                    <a:schemeClr val="lt1"/>
                  </a:solidFill>
                  <a:latin typeface="+mn-lt"/>
                  <a:ea typeface="+mn-ea"/>
                  <a:cs typeface="+mn-cs"/>
                </a:defRPr>
              </a:lvl7pPr>
              <a:lvl8pPr marL="6400800" algn="l" defTabSz="914400" rtl="0" eaLnBrk="1" latinLnBrk="0" hangingPunct="1">
                <a:defRPr sz="3600" kern="1200">
                  <a:solidFill>
                    <a:schemeClr val="lt1"/>
                  </a:solidFill>
                  <a:latin typeface="+mn-lt"/>
                  <a:ea typeface="+mn-ea"/>
                  <a:cs typeface="+mn-cs"/>
                </a:defRPr>
              </a:lvl8pPr>
              <a:lvl9pPr marL="7315200" algn="l" defTabSz="914400" rtl="0" eaLnBrk="1" latinLnBrk="0" hangingPunct="1">
                <a:defRPr sz="3600" kern="1200">
                  <a:solidFill>
                    <a:schemeClr val="lt1"/>
                  </a:solidFill>
                  <a:latin typeface="+mn-lt"/>
                  <a:ea typeface="+mn-ea"/>
                  <a:cs typeface="+mn-cs"/>
                </a:defRPr>
              </a:lvl9pPr>
            </a:lstStyle>
            <a:p>
              <a:pPr algn="ctr"/>
              <a:endParaRPr lang="en-US" sz="1800"/>
            </a:p>
          </p:txBody>
        </p:sp>
        <p:sp>
          <p:nvSpPr>
            <p:cNvPr id="15" name="Rounded Rectangle 14">
              <a:extLst>
                <a:ext uri="{FF2B5EF4-FFF2-40B4-BE49-F238E27FC236}">
                  <a16:creationId xmlns:a16="http://schemas.microsoft.com/office/drawing/2014/main" id="{14CEF1BD-49AD-8504-0B8F-D52D4F6CC13E}"/>
                </a:ext>
              </a:extLst>
            </p:cNvPr>
            <p:cNvSpPr>
              <a:spLocks noChangeAspect="1"/>
            </p:cNvSpPr>
            <p:nvPr userDrawn="1"/>
          </p:nvSpPr>
          <p:spPr>
            <a:xfrm>
              <a:off x="13823827" y="4621337"/>
              <a:ext cx="1935872" cy="455363"/>
            </a:xfrm>
            <a:prstGeom prst="roundRect">
              <a:avLst>
                <a:gd name="adj" fmla="val 50000"/>
              </a:avLst>
            </a:prstGeom>
            <a:solidFill>
              <a:srgbClr val="0528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3600" kern="1200">
                  <a:solidFill>
                    <a:schemeClr val="lt1"/>
                  </a:solidFill>
                  <a:latin typeface="+mn-lt"/>
                  <a:ea typeface="+mn-ea"/>
                  <a:cs typeface="+mn-cs"/>
                </a:defRPr>
              </a:lvl1pPr>
              <a:lvl2pPr marL="914400" algn="l" defTabSz="914400" rtl="0" eaLnBrk="1" latinLnBrk="0" hangingPunct="1">
                <a:defRPr sz="3600" kern="1200">
                  <a:solidFill>
                    <a:schemeClr val="lt1"/>
                  </a:solidFill>
                  <a:latin typeface="+mn-lt"/>
                  <a:ea typeface="+mn-ea"/>
                  <a:cs typeface="+mn-cs"/>
                </a:defRPr>
              </a:lvl2pPr>
              <a:lvl3pPr marL="1828800" algn="l" defTabSz="914400" rtl="0" eaLnBrk="1" latinLnBrk="0" hangingPunct="1">
                <a:defRPr sz="3600" kern="1200">
                  <a:solidFill>
                    <a:schemeClr val="lt1"/>
                  </a:solidFill>
                  <a:latin typeface="+mn-lt"/>
                  <a:ea typeface="+mn-ea"/>
                  <a:cs typeface="+mn-cs"/>
                </a:defRPr>
              </a:lvl3pPr>
              <a:lvl4pPr marL="2743200" algn="l" defTabSz="914400" rtl="0" eaLnBrk="1" latinLnBrk="0" hangingPunct="1">
                <a:defRPr sz="3600" kern="1200">
                  <a:solidFill>
                    <a:schemeClr val="lt1"/>
                  </a:solidFill>
                  <a:latin typeface="+mn-lt"/>
                  <a:ea typeface="+mn-ea"/>
                  <a:cs typeface="+mn-cs"/>
                </a:defRPr>
              </a:lvl4pPr>
              <a:lvl5pPr marL="3657600" algn="l" defTabSz="914400" rtl="0" eaLnBrk="1" latinLnBrk="0" hangingPunct="1">
                <a:defRPr sz="3600" kern="1200">
                  <a:solidFill>
                    <a:schemeClr val="lt1"/>
                  </a:solidFill>
                  <a:latin typeface="+mn-lt"/>
                  <a:ea typeface="+mn-ea"/>
                  <a:cs typeface="+mn-cs"/>
                </a:defRPr>
              </a:lvl5pPr>
              <a:lvl6pPr marL="4572000" algn="l" defTabSz="914400" rtl="0" eaLnBrk="1" latinLnBrk="0" hangingPunct="1">
                <a:defRPr sz="3600" kern="1200">
                  <a:solidFill>
                    <a:schemeClr val="lt1"/>
                  </a:solidFill>
                  <a:latin typeface="+mn-lt"/>
                  <a:ea typeface="+mn-ea"/>
                  <a:cs typeface="+mn-cs"/>
                </a:defRPr>
              </a:lvl6pPr>
              <a:lvl7pPr marL="5486400" algn="l" defTabSz="914400" rtl="0" eaLnBrk="1" latinLnBrk="0" hangingPunct="1">
                <a:defRPr sz="3600" kern="1200">
                  <a:solidFill>
                    <a:schemeClr val="lt1"/>
                  </a:solidFill>
                  <a:latin typeface="+mn-lt"/>
                  <a:ea typeface="+mn-ea"/>
                  <a:cs typeface="+mn-cs"/>
                </a:defRPr>
              </a:lvl7pPr>
              <a:lvl8pPr marL="6400800" algn="l" defTabSz="914400" rtl="0" eaLnBrk="1" latinLnBrk="0" hangingPunct="1">
                <a:defRPr sz="3600" kern="1200">
                  <a:solidFill>
                    <a:schemeClr val="lt1"/>
                  </a:solidFill>
                  <a:latin typeface="+mn-lt"/>
                  <a:ea typeface="+mn-ea"/>
                  <a:cs typeface="+mn-cs"/>
                </a:defRPr>
              </a:lvl8pPr>
              <a:lvl9pPr marL="7315200" algn="l" defTabSz="914400" rtl="0" eaLnBrk="1" latinLnBrk="0" hangingPunct="1">
                <a:defRPr sz="3600" kern="1200">
                  <a:solidFill>
                    <a:schemeClr val="lt1"/>
                  </a:solidFill>
                  <a:latin typeface="+mn-lt"/>
                  <a:ea typeface="+mn-ea"/>
                  <a:cs typeface="+mn-cs"/>
                </a:defRPr>
              </a:lvl9pPr>
            </a:lstStyle>
            <a:p>
              <a:pPr algn="ctr"/>
              <a:endParaRPr lang="en-US" sz="1800"/>
            </a:p>
          </p:txBody>
        </p:sp>
        <p:sp>
          <p:nvSpPr>
            <p:cNvPr id="17" name="Rounded Rectangle 16">
              <a:extLst>
                <a:ext uri="{FF2B5EF4-FFF2-40B4-BE49-F238E27FC236}">
                  <a16:creationId xmlns:a16="http://schemas.microsoft.com/office/drawing/2014/main" id="{B8035622-AB60-DD9A-6881-9E0AC2788E84}"/>
                </a:ext>
              </a:extLst>
            </p:cNvPr>
            <p:cNvSpPr>
              <a:spLocks noChangeAspect="1"/>
            </p:cNvSpPr>
            <p:nvPr userDrawn="1"/>
          </p:nvSpPr>
          <p:spPr>
            <a:xfrm>
              <a:off x="10082152" y="4621337"/>
              <a:ext cx="1935872" cy="455363"/>
            </a:xfrm>
            <a:prstGeom prst="roundRect">
              <a:avLst>
                <a:gd name="adj" fmla="val 50000"/>
              </a:avLst>
            </a:prstGeom>
            <a:solidFill>
              <a:srgbClr val="0528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3600" kern="1200">
                  <a:solidFill>
                    <a:schemeClr val="lt1"/>
                  </a:solidFill>
                  <a:latin typeface="+mn-lt"/>
                  <a:ea typeface="+mn-ea"/>
                  <a:cs typeface="+mn-cs"/>
                </a:defRPr>
              </a:lvl1pPr>
              <a:lvl2pPr marL="914400" algn="l" defTabSz="914400" rtl="0" eaLnBrk="1" latinLnBrk="0" hangingPunct="1">
                <a:defRPr sz="3600" kern="1200">
                  <a:solidFill>
                    <a:schemeClr val="lt1"/>
                  </a:solidFill>
                  <a:latin typeface="+mn-lt"/>
                  <a:ea typeface="+mn-ea"/>
                  <a:cs typeface="+mn-cs"/>
                </a:defRPr>
              </a:lvl2pPr>
              <a:lvl3pPr marL="1828800" algn="l" defTabSz="914400" rtl="0" eaLnBrk="1" latinLnBrk="0" hangingPunct="1">
                <a:defRPr sz="3600" kern="1200">
                  <a:solidFill>
                    <a:schemeClr val="lt1"/>
                  </a:solidFill>
                  <a:latin typeface="+mn-lt"/>
                  <a:ea typeface="+mn-ea"/>
                  <a:cs typeface="+mn-cs"/>
                </a:defRPr>
              </a:lvl3pPr>
              <a:lvl4pPr marL="2743200" algn="l" defTabSz="914400" rtl="0" eaLnBrk="1" latinLnBrk="0" hangingPunct="1">
                <a:defRPr sz="3600" kern="1200">
                  <a:solidFill>
                    <a:schemeClr val="lt1"/>
                  </a:solidFill>
                  <a:latin typeface="+mn-lt"/>
                  <a:ea typeface="+mn-ea"/>
                  <a:cs typeface="+mn-cs"/>
                </a:defRPr>
              </a:lvl4pPr>
              <a:lvl5pPr marL="3657600" algn="l" defTabSz="914400" rtl="0" eaLnBrk="1" latinLnBrk="0" hangingPunct="1">
                <a:defRPr sz="3600" kern="1200">
                  <a:solidFill>
                    <a:schemeClr val="lt1"/>
                  </a:solidFill>
                  <a:latin typeface="+mn-lt"/>
                  <a:ea typeface="+mn-ea"/>
                  <a:cs typeface="+mn-cs"/>
                </a:defRPr>
              </a:lvl5pPr>
              <a:lvl6pPr marL="4572000" algn="l" defTabSz="914400" rtl="0" eaLnBrk="1" latinLnBrk="0" hangingPunct="1">
                <a:defRPr sz="3600" kern="1200">
                  <a:solidFill>
                    <a:schemeClr val="lt1"/>
                  </a:solidFill>
                  <a:latin typeface="+mn-lt"/>
                  <a:ea typeface="+mn-ea"/>
                  <a:cs typeface="+mn-cs"/>
                </a:defRPr>
              </a:lvl6pPr>
              <a:lvl7pPr marL="5486400" algn="l" defTabSz="914400" rtl="0" eaLnBrk="1" latinLnBrk="0" hangingPunct="1">
                <a:defRPr sz="3600" kern="1200">
                  <a:solidFill>
                    <a:schemeClr val="lt1"/>
                  </a:solidFill>
                  <a:latin typeface="+mn-lt"/>
                  <a:ea typeface="+mn-ea"/>
                  <a:cs typeface="+mn-cs"/>
                </a:defRPr>
              </a:lvl7pPr>
              <a:lvl8pPr marL="6400800" algn="l" defTabSz="914400" rtl="0" eaLnBrk="1" latinLnBrk="0" hangingPunct="1">
                <a:defRPr sz="3600" kern="1200">
                  <a:solidFill>
                    <a:schemeClr val="lt1"/>
                  </a:solidFill>
                  <a:latin typeface="+mn-lt"/>
                  <a:ea typeface="+mn-ea"/>
                  <a:cs typeface="+mn-cs"/>
                </a:defRPr>
              </a:lvl8pPr>
              <a:lvl9pPr marL="7315200" algn="l" defTabSz="914400" rtl="0" eaLnBrk="1" latinLnBrk="0" hangingPunct="1">
                <a:defRPr sz="3600" kern="1200">
                  <a:solidFill>
                    <a:schemeClr val="lt1"/>
                  </a:solidFill>
                  <a:latin typeface="+mn-lt"/>
                  <a:ea typeface="+mn-ea"/>
                  <a:cs typeface="+mn-cs"/>
                </a:defRPr>
              </a:lvl9pPr>
            </a:lstStyle>
            <a:p>
              <a:pPr algn="ctr"/>
              <a:endParaRPr lang="en-US" sz="1800"/>
            </a:p>
          </p:txBody>
        </p:sp>
        <p:sp>
          <p:nvSpPr>
            <p:cNvPr id="18" name="Rounded Rectangle 17">
              <a:extLst>
                <a:ext uri="{FF2B5EF4-FFF2-40B4-BE49-F238E27FC236}">
                  <a16:creationId xmlns:a16="http://schemas.microsoft.com/office/drawing/2014/main" id="{328AD593-AFC2-B9DD-88BA-0D52EDF4A064}"/>
                </a:ext>
              </a:extLst>
            </p:cNvPr>
            <p:cNvSpPr>
              <a:spLocks noChangeAspect="1"/>
            </p:cNvSpPr>
            <p:nvPr userDrawn="1"/>
          </p:nvSpPr>
          <p:spPr>
            <a:xfrm>
              <a:off x="10071552" y="3681708"/>
              <a:ext cx="1935872" cy="455363"/>
            </a:xfrm>
            <a:prstGeom prst="roundRect">
              <a:avLst>
                <a:gd name="adj" fmla="val 50000"/>
              </a:avLst>
            </a:prstGeom>
            <a:solidFill>
              <a:srgbClr val="0528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3600" kern="1200">
                  <a:solidFill>
                    <a:schemeClr val="lt1"/>
                  </a:solidFill>
                  <a:latin typeface="+mn-lt"/>
                  <a:ea typeface="+mn-ea"/>
                  <a:cs typeface="+mn-cs"/>
                </a:defRPr>
              </a:lvl1pPr>
              <a:lvl2pPr marL="914400" algn="l" defTabSz="914400" rtl="0" eaLnBrk="1" latinLnBrk="0" hangingPunct="1">
                <a:defRPr sz="3600" kern="1200">
                  <a:solidFill>
                    <a:schemeClr val="lt1"/>
                  </a:solidFill>
                  <a:latin typeface="+mn-lt"/>
                  <a:ea typeface="+mn-ea"/>
                  <a:cs typeface="+mn-cs"/>
                </a:defRPr>
              </a:lvl2pPr>
              <a:lvl3pPr marL="1828800" algn="l" defTabSz="914400" rtl="0" eaLnBrk="1" latinLnBrk="0" hangingPunct="1">
                <a:defRPr sz="3600" kern="1200">
                  <a:solidFill>
                    <a:schemeClr val="lt1"/>
                  </a:solidFill>
                  <a:latin typeface="+mn-lt"/>
                  <a:ea typeface="+mn-ea"/>
                  <a:cs typeface="+mn-cs"/>
                </a:defRPr>
              </a:lvl3pPr>
              <a:lvl4pPr marL="2743200" algn="l" defTabSz="914400" rtl="0" eaLnBrk="1" latinLnBrk="0" hangingPunct="1">
                <a:defRPr sz="3600" kern="1200">
                  <a:solidFill>
                    <a:schemeClr val="lt1"/>
                  </a:solidFill>
                  <a:latin typeface="+mn-lt"/>
                  <a:ea typeface="+mn-ea"/>
                  <a:cs typeface="+mn-cs"/>
                </a:defRPr>
              </a:lvl4pPr>
              <a:lvl5pPr marL="3657600" algn="l" defTabSz="914400" rtl="0" eaLnBrk="1" latinLnBrk="0" hangingPunct="1">
                <a:defRPr sz="3600" kern="1200">
                  <a:solidFill>
                    <a:schemeClr val="lt1"/>
                  </a:solidFill>
                  <a:latin typeface="+mn-lt"/>
                  <a:ea typeface="+mn-ea"/>
                  <a:cs typeface="+mn-cs"/>
                </a:defRPr>
              </a:lvl5pPr>
              <a:lvl6pPr marL="4572000" algn="l" defTabSz="914400" rtl="0" eaLnBrk="1" latinLnBrk="0" hangingPunct="1">
                <a:defRPr sz="3600" kern="1200">
                  <a:solidFill>
                    <a:schemeClr val="lt1"/>
                  </a:solidFill>
                  <a:latin typeface="+mn-lt"/>
                  <a:ea typeface="+mn-ea"/>
                  <a:cs typeface="+mn-cs"/>
                </a:defRPr>
              </a:lvl6pPr>
              <a:lvl7pPr marL="5486400" algn="l" defTabSz="914400" rtl="0" eaLnBrk="1" latinLnBrk="0" hangingPunct="1">
                <a:defRPr sz="3600" kern="1200">
                  <a:solidFill>
                    <a:schemeClr val="lt1"/>
                  </a:solidFill>
                  <a:latin typeface="+mn-lt"/>
                  <a:ea typeface="+mn-ea"/>
                  <a:cs typeface="+mn-cs"/>
                </a:defRPr>
              </a:lvl7pPr>
              <a:lvl8pPr marL="6400800" algn="l" defTabSz="914400" rtl="0" eaLnBrk="1" latinLnBrk="0" hangingPunct="1">
                <a:defRPr sz="3600" kern="1200">
                  <a:solidFill>
                    <a:schemeClr val="lt1"/>
                  </a:solidFill>
                  <a:latin typeface="+mn-lt"/>
                  <a:ea typeface="+mn-ea"/>
                  <a:cs typeface="+mn-cs"/>
                </a:defRPr>
              </a:lvl8pPr>
              <a:lvl9pPr marL="7315200" algn="l" defTabSz="914400" rtl="0" eaLnBrk="1" latinLnBrk="0" hangingPunct="1">
                <a:defRPr sz="3600" kern="1200">
                  <a:solidFill>
                    <a:schemeClr val="lt1"/>
                  </a:solidFill>
                  <a:latin typeface="+mn-lt"/>
                  <a:ea typeface="+mn-ea"/>
                  <a:cs typeface="+mn-cs"/>
                </a:defRPr>
              </a:lvl9pPr>
            </a:lstStyle>
            <a:p>
              <a:pPr algn="ctr"/>
              <a:endParaRPr lang="en-US" sz="1800"/>
            </a:p>
          </p:txBody>
        </p:sp>
        <p:sp>
          <p:nvSpPr>
            <p:cNvPr id="19" name="Rounded Rectangle 18">
              <a:extLst>
                <a:ext uri="{FF2B5EF4-FFF2-40B4-BE49-F238E27FC236}">
                  <a16:creationId xmlns:a16="http://schemas.microsoft.com/office/drawing/2014/main" id="{A4F033F9-11F3-8968-F02F-C112CE88B517}"/>
                </a:ext>
              </a:extLst>
            </p:cNvPr>
            <p:cNvSpPr>
              <a:spLocks noChangeAspect="1"/>
            </p:cNvSpPr>
            <p:nvPr userDrawn="1"/>
          </p:nvSpPr>
          <p:spPr>
            <a:xfrm>
              <a:off x="13781428" y="2752875"/>
              <a:ext cx="1935872" cy="455363"/>
            </a:xfrm>
            <a:prstGeom prst="roundRect">
              <a:avLst>
                <a:gd name="adj" fmla="val 50000"/>
              </a:avLst>
            </a:prstGeom>
            <a:solidFill>
              <a:srgbClr val="0528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3600" kern="1200">
                  <a:solidFill>
                    <a:schemeClr val="lt1"/>
                  </a:solidFill>
                  <a:latin typeface="+mn-lt"/>
                  <a:ea typeface="+mn-ea"/>
                  <a:cs typeface="+mn-cs"/>
                </a:defRPr>
              </a:lvl1pPr>
              <a:lvl2pPr marL="914400" algn="l" defTabSz="914400" rtl="0" eaLnBrk="1" latinLnBrk="0" hangingPunct="1">
                <a:defRPr sz="3600" kern="1200">
                  <a:solidFill>
                    <a:schemeClr val="lt1"/>
                  </a:solidFill>
                  <a:latin typeface="+mn-lt"/>
                  <a:ea typeface="+mn-ea"/>
                  <a:cs typeface="+mn-cs"/>
                </a:defRPr>
              </a:lvl2pPr>
              <a:lvl3pPr marL="1828800" algn="l" defTabSz="914400" rtl="0" eaLnBrk="1" latinLnBrk="0" hangingPunct="1">
                <a:defRPr sz="3600" kern="1200">
                  <a:solidFill>
                    <a:schemeClr val="lt1"/>
                  </a:solidFill>
                  <a:latin typeface="+mn-lt"/>
                  <a:ea typeface="+mn-ea"/>
                  <a:cs typeface="+mn-cs"/>
                </a:defRPr>
              </a:lvl3pPr>
              <a:lvl4pPr marL="2743200" algn="l" defTabSz="914400" rtl="0" eaLnBrk="1" latinLnBrk="0" hangingPunct="1">
                <a:defRPr sz="3600" kern="1200">
                  <a:solidFill>
                    <a:schemeClr val="lt1"/>
                  </a:solidFill>
                  <a:latin typeface="+mn-lt"/>
                  <a:ea typeface="+mn-ea"/>
                  <a:cs typeface="+mn-cs"/>
                </a:defRPr>
              </a:lvl4pPr>
              <a:lvl5pPr marL="3657600" algn="l" defTabSz="914400" rtl="0" eaLnBrk="1" latinLnBrk="0" hangingPunct="1">
                <a:defRPr sz="3600" kern="1200">
                  <a:solidFill>
                    <a:schemeClr val="lt1"/>
                  </a:solidFill>
                  <a:latin typeface="+mn-lt"/>
                  <a:ea typeface="+mn-ea"/>
                  <a:cs typeface="+mn-cs"/>
                </a:defRPr>
              </a:lvl5pPr>
              <a:lvl6pPr marL="4572000" algn="l" defTabSz="914400" rtl="0" eaLnBrk="1" latinLnBrk="0" hangingPunct="1">
                <a:defRPr sz="3600" kern="1200">
                  <a:solidFill>
                    <a:schemeClr val="lt1"/>
                  </a:solidFill>
                  <a:latin typeface="+mn-lt"/>
                  <a:ea typeface="+mn-ea"/>
                  <a:cs typeface="+mn-cs"/>
                </a:defRPr>
              </a:lvl6pPr>
              <a:lvl7pPr marL="5486400" algn="l" defTabSz="914400" rtl="0" eaLnBrk="1" latinLnBrk="0" hangingPunct="1">
                <a:defRPr sz="3600" kern="1200">
                  <a:solidFill>
                    <a:schemeClr val="lt1"/>
                  </a:solidFill>
                  <a:latin typeface="+mn-lt"/>
                  <a:ea typeface="+mn-ea"/>
                  <a:cs typeface="+mn-cs"/>
                </a:defRPr>
              </a:lvl7pPr>
              <a:lvl8pPr marL="6400800" algn="l" defTabSz="914400" rtl="0" eaLnBrk="1" latinLnBrk="0" hangingPunct="1">
                <a:defRPr sz="3600" kern="1200">
                  <a:solidFill>
                    <a:schemeClr val="lt1"/>
                  </a:solidFill>
                  <a:latin typeface="+mn-lt"/>
                  <a:ea typeface="+mn-ea"/>
                  <a:cs typeface="+mn-cs"/>
                </a:defRPr>
              </a:lvl8pPr>
              <a:lvl9pPr marL="7315200" algn="l" defTabSz="914400" rtl="0" eaLnBrk="1" latinLnBrk="0" hangingPunct="1">
                <a:defRPr sz="3600" kern="1200">
                  <a:solidFill>
                    <a:schemeClr val="lt1"/>
                  </a:solidFill>
                  <a:latin typeface="+mn-lt"/>
                  <a:ea typeface="+mn-ea"/>
                  <a:cs typeface="+mn-cs"/>
                </a:defRPr>
              </a:lvl9pPr>
            </a:lstStyle>
            <a:p>
              <a:pPr algn="ctr"/>
              <a:endParaRPr lang="en-US" sz="1800"/>
            </a:p>
          </p:txBody>
        </p:sp>
        <p:sp>
          <p:nvSpPr>
            <p:cNvPr id="20" name="Rounded Rectangle 19">
              <a:extLst>
                <a:ext uri="{FF2B5EF4-FFF2-40B4-BE49-F238E27FC236}">
                  <a16:creationId xmlns:a16="http://schemas.microsoft.com/office/drawing/2014/main" id="{D7776484-578F-CE7B-A00E-D54C78CC12F6}"/>
                </a:ext>
              </a:extLst>
            </p:cNvPr>
            <p:cNvSpPr>
              <a:spLocks noChangeAspect="1"/>
            </p:cNvSpPr>
            <p:nvPr userDrawn="1"/>
          </p:nvSpPr>
          <p:spPr>
            <a:xfrm>
              <a:off x="13802627" y="1820106"/>
              <a:ext cx="1935872" cy="455363"/>
            </a:xfrm>
            <a:prstGeom prst="roundRect">
              <a:avLst>
                <a:gd name="adj" fmla="val 50000"/>
              </a:avLst>
            </a:prstGeom>
            <a:solidFill>
              <a:srgbClr val="0528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3600" kern="1200">
                  <a:solidFill>
                    <a:schemeClr val="lt1"/>
                  </a:solidFill>
                  <a:latin typeface="+mn-lt"/>
                  <a:ea typeface="+mn-ea"/>
                  <a:cs typeface="+mn-cs"/>
                </a:defRPr>
              </a:lvl1pPr>
              <a:lvl2pPr marL="914400" algn="l" defTabSz="914400" rtl="0" eaLnBrk="1" latinLnBrk="0" hangingPunct="1">
                <a:defRPr sz="3600" kern="1200">
                  <a:solidFill>
                    <a:schemeClr val="lt1"/>
                  </a:solidFill>
                  <a:latin typeface="+mn-lt"/>
                  <a:ea typeface="+mn-ea"/>
                  <a:cs typeface="+mn-cs"/>
                </a:defRPr>
              </a:lvl2pPr>
              <a:lvl3pPr marL="1828800" algn="l" defTabSz="914400" rtl="0" eaLnBrk="1" latinLnBrk="0" hangingPunct="1">
                <a:defRPr sz="3600" kern="1200">
                  <a:solidFill>
                    <a:schemeClr val="lt1"/>
                  </a:solidFill>
                  <a:latin typeface="+mn-lt"/>
                  <a:ea typeface="+mn-ea"/>
                  <a:cs typeface="+mn-cs"/>
                </a:defRPr>
              </a:lvl3pPr>
              <a:lvl4pPr marL="2743200" algn="l" defTabSz="914400" rtl="0" eaLnBrk="1" latinLnBrk="0" hangingPunct="1">
                <a:defRPr sz="3600" kern="1200">
                  <a:solidFill>
                    <a:schemeClr val="lt1"/>
                  </a:solidFill>
                  <a:latin typeface="+mn-lt"/>
                  <a:ea typeface="+mn-ea"/>
                  <a:cs typeface="+mn-cs"/>
                </a:defRPr>
              </a:lvl4pPr>
              <a:lvl5pPr marL="3657600" algn="l" defTabSz="914400" rtl="0" eaLnBrk="1" latinLnBrk="0" hangingPunct="1">
                <a:defRPr sz="3600" kern="1200">
                  <a:solidFill>
                    <a:schemeClr val="lt1"/>
                  </a:solidFill>
                  <a:latin typeface="+mn-lt"/>
                  <a:ea typeface="+mn-ea"/>
                  <a:cs typeface="+mn-cs"/>
                </a:defRPr>
              </a:lvl5pPr>
              <a:lvl6pPr marL="4572000" algn="l" defTabSz="914400" rtl="0" eaLnBrk="1" latinLnBrk="0" hangingPunct="1">
                <a:defRPr sz="3600" kern="1200">
                  <a:solidFill>
                    <a:schemeClr val="lt1"/>
                  </a:solidFill>
                  <a:latin typeface="+mn-lt"/>
                  <a:ea typeface="+mn-ea"/>
                  <a:cs typeface="+mn-cs"/>
                </a:defRPr>
              </a:lvl6pPr>
              <a:lvl7pPr marL="5486400" algn="l" defTabSz="914400" rtl="0" eaLnBrk="1" latinLnBrk="0" hangingPunct="1">
                <a:defRPr sz="3600" kern="1200">
                  <a:solidFill>
                    <a:schemeClr val="lt1"/>
                  </a:solidFill>
                  <a:latin typeface="+mn-lt"/>
                  <a:ea typeface="+mn-ea"/>
                  <a:cs typeface="+mn-cs"/>
                </a:defRPr>
              </a:lvl7pPr>
              <a:lvl8pPr marL="6400800" algn="l" defTabSz="914400" rtl="0" eaLnBrk="1" latinLnBrk="0" hangingPunct="1">
                <a:defRPr sz="3600" kern="1200">
                  <a:solidFill>
                    <a:schemeClr val="lt1"/>
                  </a:solidFill>
                  <a:latin typeface="+mn-lt"/>
                  <a:ea typeface="+mn-ea"/>
                  <a:cs typeface="+mn-cs"/>
                </a:defRPr>
              </a:lvl8pPr>
              <a:lvl9pPr marL="7315200" algn="l" defTabSz="914400" rtl="0" eaLnBrk="1" latinLnBrk="0" hangingPunct="1">
                <a:defRPr sz="3600" kern="1200">
                  <a:solidFill>
                    <a:schemeClr val="lt1"/>
                  </a:solidFill>
                  <a:latin typeface="+mn-lt"/>
                  <a:ea typeface="+mn-ea"/>
                  <a:cs typeface="+mn-cs"/>
                </a:defRPr>
              </a:lvl9pPr>
            </a:lstStyle>
            <a:p>
              <a:pPr algn="ctr"/>
              <a:endParaRPr lang="en-US" sz="1800"/>
            </a:p>
          </p:txBody>
        </p:sp>
        <p:sp>
          <p:nvSpPr>
            <p:cNvPr id="21" name="Rounded Rectangle 20">
              <a:extLst>
                <a:ext uri="{FF2B5EF4-FFF2-40B4-BE49-F238E27FC236}">
                  <a16:creationId xmlns:a16="http://schemas.microsoft.com/office/drawing/2014/main" id="{70B366C2-E077-07B2-C847-8E9267A2E464}"/>
                </a:ext>
              </a:extLst>
            </p:cNvPr>
            <p:cNvSpPr>
              <a:spLocks noChangeAspect="1"/>
            </p:cNvSpPr>
            <p:nvPr userDrawn="1"/>
          </p:nvSpPr>
          <p:spPr>
            <a:xfrm>
              <a:off x="16643333" y="3213320"/>
              <a:ext cx="1935872" cy="455363"/>
            </a:xfrm>
            <a:prstGeom prst="roundRect">
              <a:avLst>
                <a:gd name="adj" fmla="val 50000"/>
              </a:avLst>
            </a:prstGeom>
            <a:solidFill>
              <a:srgbClr val="0528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3600" kern="1200">
                  <a:solidFill>
                    <a:schemeClr val="lt1"/>
                  </a:solidFill>
                  <a:latin typeface="+mn-lt"/>
                  <a:ea typeface="+mn-ea"/>
                  <a:cs typeface="+mn-cs"/>
                </a:defRPr>
              </a:lvl1pPr>
              <a:lvl2pPr marL="914400" algn="l" defTabSz="914400" rtl="0" eaLnBrk="1" latinLnBrk="0" hangingPunct="1">
                <a:defRPr sz="3600" kern="1200">
                  <a:solidFill>
                    <a:schemeClr val="lt1"/>
                  </a:solidFill>
                  <a:latin typeface="+mn-lt"/>
                  <a:ea typeface="+mn-ea"/>
                  <a:cs typeface="+mn-cs"/>
                </a:defRPr>
              </a:lvl2pPr>
              <a:lvl3pPr marL="1828800" algn="l" defTabSz="914400" rtl="0" eaLnBrk="1" latinLnBrk="0" hangingPunct="1">
                <a:defRPr sz="3600" kern="1200">
                  <a:solidFill>
                    <a:schemeClr val="lt1"/>
                  </a:solidFill>
                  <a:latin typeface="+mn-lt"/>
                  <a:ea typeface="+mn-ea"/>
                  <a:cs typeface="+mn-cs"/>
                </a:defRPr>
              </a:lvl3pPr>
              <a:lvl4pPr marL="2743200" algn="l" defTabSz="914400" rtl="0" eaLnBrk="1" latinLnBrk="0" hangingPunct="1">
                <a:defRPr sz="3600" kern="1200">
                  <a:solidFill>
                    <a:schemeClr val="lt1"/>
                  </a:solidFill>
                  <a:latin typeface="+mn-lt"/>
                  <a:ea typeface="+mn-ea"/>
                  <a:cs typeface="+mn-cs"/>
                </a:defRPr>
              </a:lvl4pPr>
              <a:lvl5pPr marL="3657600" algn="l" defTabSz="914400" rtl="0" eaLnBrk="1" latinLnBrk="0" hangingPunct="1">
                <a:defRPr sz="3600" kern="1200">
                  <a:solidFill>
                    <a:schemeClr val="lt1"/>
                  </a:solidFill>
                  <a:latin typeface="+mn-lt"/>
                  <a:ea typeface="+mn-ea"/>
                  <a:cs typeface="+mn-cs"/>
                </a:defRPr>
              </a:lvl5pPr>
              <a:lvl6pPr marL="4572000" algn="l" defTabSz="914400" rtl="0" eaLnBrk="1" latinLnBrk="0" hangingPunct="1">
                <a:defRPr sz="3600" kern="1200">
                  <a:solidFill>
                    <a:schemeClr val="lt1"/>
                  </a:solidFill>
                  <a:latin typeface="+mn-lt"/>
                  <a:ea typeface="+mn-ea"/>
                  <a:cs typeface="+mn-cs"/>
                </a:defRPr>
              </a:lvl6pPr>
              <a:lvl7pPr marL="5486400" algn="l" defTabSz="914400" rtl="0" eaLnBrk="1" latinLnBrk="0" hangingPunct="1">
                <a:defRPr sz="3600" kern="1200">
                  <a:solidFill>
                    <a:schemeClr val="lt1"/>
                  </a:solidFill>
                  <a:latin typeface="+mn-lt"/>
                  <a:ea typeface="+mn-ea"/>
                  <a:cs typeface="+mn-cs"/>
                </a:defRPr>
              </a:lvl7pPr>
              <a:lvl8pPr marL="6400800" algn="l" defTabSz="914400" rtl="0" eaLnBrk="1" latinLnBrk="0" hangingPunct="1">
                <a:defRPr sz="3600" kern="1200">
                  <a:solidFill>
                    <a:schemeClr val="lt1"/>
                  </a:solidFill>
                  <a:latin typeface="+mn-lt"/>
                  <a:ea typeface="+mn-ea"/>
                  <a:cs typeface="+mn-cs"/>
                </a:defRPr>
              </a:lvl8pPr>
              <a:lvl9pPr marL="7315200" algn="l" defTabSz="914400" rtl="0" eaLnBrk="1" latinLnBrk="0" hangingPunct="1">
                <a:defRPr sz="3600" kern="1200">
                  <a:solidFill>
                    <a:schemeClr val="lt1"/>
                  </a:solidFill>
                  <a:latin typeface="+mn-lt"/>
                  <a:ea typeface="+mn-ea"/>
                  <a:cs typeface="+mn-cs"/>
                </a:defRPr>
              </a:lvl9pPr>
            </a:lstStyle>
            <a:p>
              <a:pPr algn="ctr"/>
              <a:endParaRPr lang="en-US" sz="1800"/>
            </a:p>
          </p:txBody>
        </p:sp>
        <p:sp>
          <p:nvSpPr>
            <p:cNvPr id="22" name="Rounded Rectangle 21">
              <a:extLst>
                <a:ext uri="{FF2B5EF4-FFF2-40B4-BE49-F238E27FC236}">
                  <a16:creationId xmlns:a16="http://schemas.microsoft.com/office/drawing/2014/main" id="{AAD1A466-4064-595E-0ABB-9164889396D7}"/>
                </a:ext>
              </a:extLst>
            </p:cNvPr>
            <p:cNvSpPr>
              <a:spLocks noChangeAspect="1"/>
            </p:cNvSpPr>
            <p:nvPr userDrawn="1"/>
          </p:nvSpPr>
          <p:spPr>
            <a:xfrm>
              <a:off x="16590334" y="2284517"/>
              <a:ext cx="929299" cy="455363"/>
            </a:xfrm>
            <a:prstGeom prst="roundRect">
              <a:avLst>
                <a:gd name="adj" fmla="val 50000"/>
              </a:avLst>
            </a:prstGeom>
            <a:solidFill>
              <a:srgbClr val="0528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3600" kern="1200">
                  <a:solidFill>
                    <a:schemeClr val="lt1"/>
                  </a:solidFill>
                  <a:latin typeface="+mn-lt"/>
                  <a:ea typeface="+mn-ea"/>
                  <a:cs typeface="+mn-cs"/>
                </a:defRPr>
              </a:lvl1pPr>
              <a:lvl2pPr marL="914400" algn="l" defTabSz="914400" rtl="0" eaLnBrk="1" latinLnBrk="0" hangingPunct="1">
                <a:defRPr sz="3600" kern="1200">
                  <a:solidFill>
                    <a:schemeClr val="lt1"/>
                  </a:solidFill>
                  <a:latin typeface="+mn-lt"/>
                  <a:ea typeface="+mn-ea"/>
                  <a:cs typeface="+mn-cs"/>
                </a:defRPr>
              </a:lvl2pPr>
              <a:lvl3pPr marL="1828800" algn="l" defTabSz="914400" rtl="0" eaLnBrk="1" latinLnBrk="0" hangingPunct="1">
                <a:defRPr sz="3600" kern="1200">
                  <a:solidFill>
                    <a:schemeClr val="lt1"/>
                  </a:solidFill>
                  <a:latin typeface="+mn-lt"/>
                  <a:ea typeface="+mn-ea"/>
                  <a:cs typeface="+mn-cs"/>
                </a:defRPr>
              </a:lvl3pPr>
              <a:lvl4pPr marL="2743200" algn="l" defTabSz="914400" rtl="0" eaLnBrk="1" latinLnBrk="0" hangingPunct="1">
                <a:defRPr sz="3600" kern="1200">
                  <a:solidFill>
                    <a:schemeClr val="lt1"/>
                  </a:solidFill>
                  <a:latin typeface="+mn-lt"/>
                  <a:ea typeface="+mn-ea"/>
                  <a:cs typeface="+mn-cs"/>
                </a:defRPr>
              </a:lvl4pPr>
              <a:lvl5pPr marL="3657600" algn="l" defTabSz="914400" rtl="0" eaLnBrk="1" latinLnBrk="0" hangingPunct="1">
                <a:defRPr sz="3600" kern="1200">
                  <a:solidFill>
                    <a:schemeClr val="lt1"/>
                  </a:solidFill>
                  <a:latin typeface="+mn-lt"/>
                  <a:ea typeface="+mn-ea"/>
                  <a:cs typeface="+mn-cs"/>
                </a:defRPr>
              </a:lvl5pPr>
              <a:lvl6pPr marL="4572000" algn="l" defTabSz="914400" rtl="0" eaLnBrk="1" latinLnBrk="0" hangingPunct="1">
                <a:defRPr sz="3600" kern="1200">
                  <a:solidFill>
                    <a:schemeClr val="lt1"/>
                  </a:solidFill>
                  <a:latin typeface="+mn-lt"/>
                  <a:ea typeface="+mn-ea"/>
                  <a:cs typeface="+mn-cs"/>
                </a:defRPr>
              </a:lvl6pPr>
              <a:lvl7pPr marL="5486400" algn="l" defTabSz="914400" rtl="0" eaLnBrk="1" latinLnBrk="0" hangingPunct="1">
                <a:defRPr sz="3600" kern="1200">
                  <a:solidFill>
                    <a:schemeClr val="lt1"/>
                  </a:solidFill>
                  <a:latin typeface="+mn-lt"/>
                  <a:ea typeface="+mn-ea"/>
                  <a:cs typeface="+mn-cs"/>
                </a:defRPr>
              </a:lvl7pPr>
              <a:lvl8pPr marL="6400800" algn="l" defTabSz="914400" rtl="0" eaLnBrk="1" latinLnBrk="0" hangingPunct="1">
                <a:defRPr sz="3600" kern="1200">
                  <a:solidFill>
                    <a:schemeClr val="lt1"/>
                  </a:solidFill>
                  <a:latin typeface="+mn-lt"/>
                  <a:ea typeface="+mn-ea"/>
                  <a:cs typeface="+mn-cs"/>
                </a:defRPr>
              </a:lvl8pPr>
              <a:lvl9pPr marL="7315200" algn="l" defTabSz="914400" rtl="0" eaLnBrk="1" latinLnBrk="0" hangingPunct="1">
                <a:defRPr sz="3600" kern="1200">
                  <a:solidFill>
                    <a:schemeClr val="lt1"/>
                  </a:solidFill>
                  <a:latin typeface="+mn-lt"/>
                  <a:ea typeface="+mn-ea"/>
                  <a:cs typeface="+mn-cs"/>
                </a:defRPr>
              </a:lvl9pPr>
            </a:lstStyle>
            <a:p>
              <a:pPr algn="ctr"/>
              <a:endParaRPr lang="en-US" sz="1800"/>
            </a:p>
          </p:txBody>
        </p:sp>
        <p:sp>
          <p:nvSpPr>
            <p:cNvPr id="23" name="Rounded Rectangle 22">
              <a:extLst>
                <a:ext uri="{FF2B5EF4-FFF2-40B4-BE49-F238E27FC236}">
                  <a16:creationId xmlns:a16="http://schemas.microsoft.com/office/drawing/2014/main" id="{23513702-166E-2612-D1EF-D06FB1CB642A}"/>
                </a:ext>
              </a:extLst>
            </p:cNvPr>
            <p:cNvSpPr>
              <a:spLocks noChangeAspect="1"/>
            </p:cNvSpPr>
            <p:nvPr userDrawn="1"/>
          </p:nvSpPr>
          <p:spPr>
            <a:xfrm>
              <a:off x="15215962" y="2284518"/>
              <a:ext cx="974851" cy="455363"/>
            </a:xfrm>
            <a:prstGeom prst="roundRect">
              <a:avLst>
                <a:gd name="adj" fmla="val 50000"/>
              </a:avLst>
            </a:prstGeom>
            <a:solidFill>
              <a:srgbClr val="C6DE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3600" kern="1200">
                  <a:solidFill>
                    <a:schemeClr val="lt1"/>
                  </a:solidFill>
                  <a:latin typeface="+mn-lt"/>
                  <a:ea typeface="+mn-ea"/>
                  <a:cs typeface="+mn-cs"/>
                </a:defRPr>
              </a:lvl1pPr>
              <a:lvl2pPr marL="914400" algn="l" defTabSz="914400" rtl="0" eaLnBrk="1" latinLnBrk="0" hangingPunct="1">
                <a:defRPr sz="3600" kern="1200">
                  <a:solidFill>
                    <a:schemeClr val="lt1"/>
                  </a:solidFill>
                  <a:latin typeface="+mn-lt"/>
                  <a:ea typeface="+mn-ea"/>
                  <a:cs typeface="+mn-cs"/>
                </a:defRPr>
              </a:lvl2pPr>
              <a:lvl3pPr marL="1828800" algn="l" defTabSz="914400" rtl="0" eaLnBrk="1" latinLnBrk="0" hangingPunct="1">
                <a:defRPr sz="3600" kern="1200">
                  <a:solidFill>
                    <a:schemeClr val="lt1"/>
                  </a:solidFill>
                  <a:latin typeface="+mn-lt"/>
                  <a:ea typeface="+mn-ea"/>
                  <a:cs typeface="+mn-cs"/>
                </a:defRPr>
              </a:lvl3pPr>
              <a:lvl4pPr marL="2743200" algn="l" defTabSz="914400" rtl="0" eaLnBrk="1" latinLnBrk="0" hangingPunct="1">
                <a:defRPr sz="3600" kern="1200">
                  <a:solidFill>
                    <a:schemeClr val="lt1"/>
                  </a:solidFill>
                  <a:latin typeface="+mn-lt"/>
                  <a:ea typeface="+mn-ea"/>
                  <a:cs typeface="+mn-cs"/>
                </a:defRPr>
              </a:lvl4pPr>
              <a:lvl5pPr marL="3657600" algn="l" defTabSz="914400" rtl="0" eaLnBrk="1" latinLnBrk="0" hangingPunct="1">
                <a:defRPr sz="3600" kern="1200">
                  <a:solidFill>
                    <a:schemeClr val="lt1"/>
                  </a:solidFill>
                  <a:latin typeface="+mn-lt"/>
                  <a:ea typeface="+mn-ea"/>
                  <a:cs typeface="+mn-cs"/>
                </a:defRPr>
              </a:lvl5pPr>
              <a:lvl6pPr marL="4572000" algn="l" defTabSz="914400" rtl="0" eaLnBrk="1" latinLnBrk="0" hangingPunct="1">
                <a:defRPr sz="3600" kern="1200">
                  <a:solidFill>
                    <a:schemeClr val="lt1"/>
                  </a:solidFill>
                  <a:latin typeface="+mn-lt"/>
                  <a:ea typeface="+mn-ea"/>
                  <a:cs typeface="+mn-cs"/>
                </a:defRPr>
              </a:lvl6pPr>
              <a:lvl7pPr marL="5486400" algn="l" defTabSz="914400" rtl="0" eaLnBrk="1" latinLnBrk="0" hangingPunct="1">
                <a:defRPr sz="3600" kern="1200">
                  <a:solidFill>
                    <a:schemeClr val="lt1"/>
                  </a:solidFill>
                  <a:latin typeface="+mn-lt"/>
                  <a:ea typeface="+mn-ea"/>
                  <a:cs typeface="+mn-cs"/>
                </a:defRPr>
              </a:lvl7pPr>
              <a:lvl8pPr marL="6400800" algn="l" defTabSz="914400" rtl="0" eaLnBrk="1" latinLnBrk="0" hangingPunct="1">
                <a:defRPr sz="3600" kern="1200">
                  <a:solidFill>
                    <a:schemeClr val="lt1"/>
                  </a:solidFill>
                  <a:latin typeface="+mn-lt"/>
                  <a:ea typeface="+mn-ea"/>
                  <a:cs typeface="+mn-cs"/>
                </a:defRPr>
              </a:lvl8pPr>
              <a:lvl9pPr marL="7315200" algn="l" defTabSz="914400" rtl="0" eaLnBrk="1" latinLnBrk="0" hangingPunct="1">
                <a:defRPr sz="3600" kern="1200">
                  <a:solidFill>
                    <a:schemeClr val="lt1"/>
                  </a:solidFill>
                  <a:latin typeface="+mn-lt"/>
                  <a:ea typeface="+mn-ea"/>
                  <a:cs typeface="+mn-cs"/>
                </a:defRPr>
              </a:lvl9pPr>
            </a:lstStyle>
            <a:p>
              <a:pPr algn="ctr"/>
              <a:endParaRPr lang="en-US" sz="1800"/>
            </a:p>
          </p:txBody>
        </p:sp>
        <p:sp>
          <p:nvSpPr>
            <p:cNvPr id="24" name="Rounded Rectangle 23">
              <a:extLst>
                <a:ext uri="{FF2B5EF4-FFF2-40B4-BE49-F238E27FC236}">
                  <a16:creationId xmlns:a16="http://schemas.microsoft.com/office/drawing/2014/main" id="{9A25097E-AD19-ED4B-8E56-0BEFAD0D944D}"/>
                </a:ext>
              </a:extLst>
            </p:cNvPr>
            <p:cNvSpPr>
              <a:spLocks noChangeAspect="1"/>
            </p:cNvSpPr>
            <p:nvPr userDrawn="1"/>
          </p:nvSpPr>
          <p:spPr>
            <a:xfrm>
              <a:off x="9121309" y="5087212"/>
              <a:ext cx="1935872" cy="455363"/>
            </a:xfrm>
            <a:prstGeom prst="roundRect">
              <a:avLst>
                <a:gd name="adj" fmla="val 50000"/>
              </a:avLst>
            </a:prstGeom>
            <a:solidFill>
              <a:srgbClr val="6CAB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3600" kern="1200">
                  <a:solidFill>
                    <a:schemeClr val="lt1"/>
                  </a:solidFill>
                  <a:latin typeface="+mn-lt"/>
                  <a:ea typeface="+mn-ea"/>
                  <a:cs typeface="+mn-cs"/>
                </a:defRPr>
              </a:lvl1pPr>
              <a:lvl2pPr marL="914400" algn="l" defTabSz="914400" rtl="0" eaLnBrk="1" latinLnBrk="0" hangingPunct="1">
                <a:defRPr sz="3600" kern="1200">
                  <a:solidFill>
                    <a:schemeClr val="lt1"/>
                  </a:solidFill>
                  <a:latin typeface="+mn-lt"/>
                  <a:ea typeface="+mn-ea"/>
                  <a:cs typeface="+mn-cs"/>
                </a:defRPr>
              </a:lvl2pPr>
              <a:lvl3pPr marL="1828800" algn="l" defTabSz="914400" rtl="0" eaLnBrk="1" latinLnBrk="0" hangingPunct="1">
                <a:defRPr sz="3600" kern="1200">
                  <a:solidFill>
                    <a:schemeClr val="lt1"/>
                  </a:solidFill>
                  <a:latin typeface="+mn-lt"/>
                  <a:ea typeface="+mn-ea"/>
                  <a:cs typeface="+mn-cs"/>
                </a:defRPr>
              </a:lvl3pPr>
              <a:lvl4pPr marL="2743200" algn="l" defTabSz="914400" rtl="0" eaLnBrk="1" latinLnBrk="0" hangingPunct="1">
                <a:defRPr sz="3600" kern="1200">
                  <a:solidFill>
                    <a:schemeClr val="lt1"/>
                  </a:solidFill>
                  <a:latin typeface="+mn-lt"/>
                  <a:ea typeface="+mn-ea"/>
                  <a:cs typeface="+mn-cs"/>
                </a:defRPr>
              </a:lvl4pPr>
              <a:lvl5pPr marL="3657600" algn="l" defTabSz="914400" rtl="0" eaLnBrk="1" latinLnBrk="0" hangingPunct="1">
                <a:defRPr sz="3600" kern="1200">
                  <a:solidFill>
                    <a:schemeClr val="lt1"/>
                  </a:solidFill>
                  <a:latin typeface="+mn-lt"/>
                  <a:ea typeface="+mn-ea"/>
                  <a:cs typeface="+mn-cs"/>
                </a:defRPr>
              </a:lvl5pPr>
              <a:lvl6pPr marL="4572000" algn="l" defTabSz="914400" rtl="0" eaLnBrk="1" latinLnBrk="0" hangingPunct="1">
                <a:defRPr sz="3600" kern="1200">
                  <a:solidFill>
                    <a:schemeClr val="lt1"/>
                  </a:solidFill>
                  <a:latin typeface="+mn-lt"/>
                  <a:ea typeface="+mn-ea"/>
                  <a:cs typeface="+mn-cs"/>
                </a:defRPr>
              </a:lvl6pPr>
              <a:lvl7pPr marL="5486400" algn="l" defTabSz="914400" rtl="0" eaLnBrk="1" latinLnBrk="0" hangingPunct="1">
                <a:defRPr sz="3600" kern="1200">
                  <a:solidFill>
                    <a:schemeClr val="lt1"/>
                  </a:solidFill>
                  <a:latin typeface="+mn-lt"/>
                  <a:ea typeface="+mn-ea"/>
                  <a:cs typeface="+mn-cs"/>
                </a:defRPr>
              </a:lvl7pPr>
              <a:lvl8pPr marL="6400800" algn="l" defTabSz="914400" rtl="0" eaLnBrk="1" latinLnBrk="0" hangingPunct="1">
                <a:defRPr sz="3600" kern="1200">
                  <a:solidFill>
                    <a:schemeClr val="lt1"/>
                  </a:solidFill>
                  <a:latin typeface="+mn-lt"/>
                  <a:ea typeface="+mn-ea"/>
                  <a:cs typeface="+mn-cs"/>
                </a:defRPr>
              </a:lvl8pPr>
              <a:lvl9pPr marL="7315200" algn="l" defTabSz="914400" rtl="0" eaLnBrk="1" latinLnBrk="0" hangingPunct="1">
                <a:defRPr sz="3600" kern="1200">
                  <a:solidFill>
                    <a:schemeClr val="lt1"/>
                  </a:solidFill>
                  <a:latin typeface="+mn-lt"/>
                  <a:ea typeface="+mn-ea"/>
                  <a:cs typeface="+mn-cs"/>
                </a:defRPr>
              </a:lvl9pPr>
            </a:lstStyle>
            <a:p>
              <a:pPr algn="ctr"/>
              <a:endParaRPr lang="en-US" sz="1800"/>
            </a:p>
          </p:txBody>
        </p:sp>
        <p:sp>
          <p:nvSpPr>
            <p:cNvPr id="25" name="Rounded Rectangle 24">
              <a:extLst>
                <a:ext uri="{FF2B5EF4-FFF2-40B4-BE49-F238E27FC236}">
                  <a16:creationId xmlns:a16="http://schemas.microsoft.com/office/drawing/2014/main" id="{D5B76523-96E2-3F49-5229-C7D19033E08E}"/>
                </a:ext>
              </a:extLst>
            </p:cNvPr>
            <p:cNvSpPr>
              <a:spLocks noChangeAspect="1"/>
            </p:cNvSpPr>
            <p:nvPr userDrawn="1"/>
          </p:nvSpPr>
          <p:spPr>
            <a:xfrm>
              <a:off x="9138782" y="4148237"/>
              <a:ext cx="1935872" cy="455363"/>
            </a:xfrm>
            <a:prstGeom prst="roundRect">
              <a:avLst>
                <a:gd name="adj" fmla="val 50000"/>
              </a:avLst>
            </a:prstGeom>
            <a:solidFill>
              <a:srgbClr val="6CAB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3600" kern="1200">
                  <a:solidFill>
                    <a:schemeClr val="lt1"/>
                  </a:solidFill>
                  <a:latin typeface="+mn-lt"/>
                  <a:ea typeface="+mn-ea"/>
                  <a:cs typeface="+mn-cs"/>
                </a:defRPr>
              </a:lvl1pPr>
              <a:lvl2pPr marL="914400" algn="l" defTabSz="914400" rtl="0" eaLnBrk="1" latinLnBrk="0" hangingPunct="1">
                <a:defRPr sz="3600" kern="1200">
                  <a:solidFill>
                    <a:schemeClr val="lt1"/>
                  </a:solidFill>
                  <a:latin typeface="+mn-lt"/>
                  <a:ea typeface="+mn-ea"/>
                  <a:cs typeface="+mn-cs"/>
                </a:defRPr>
              </a:lvl2pPr>
              <a:lvl3pPr marL="1828800" algn="l" defTabSz="914400" rtl="0" eaLnBrk="1" latinLnBrk="0" hangingPunct="1">
                <a:defRPr sz="3600" kern="1200">
                  <a:solidFill>
                    <a:schemeClr val="lt1"/>
                  </a:solidFill>
                  <a:latin typeface="+mn-lt"/>
                  <a:ea typeface="+mn-ea"/>
                  <a:cs typeface="+mn-cs"/>
                </a:defRPr>
              </a:lvl3pPr>
              <a:lvl4pPr marL="2743200" algn="l" defTabSz="914400" rtl="0" eaLnBrk="1" latinLnBrk="0" hangingPunct="1">
                <a:defRPr sz="3600" kern="1200">
                  <a:solidFill>
                    <a:schemeClr val="lt1"/>
                  </a:solidFill>
                  <a:latin typeface="+mn-lt"/>
                  <a:ea typeface="+mn-ea"/>
                  <a:cs typeface="+mn-cs"/>
                </a:defRPr>
              </a:lvl4pPr>
              <a:lvl5pPr marL="3657600" algn="l" defTabSz="914400" rtl="0" eaLnBrk="1" latinLnBrk="0" hangingPunct="1">
                <a:defRPr sz="3600" kern="1200">
                  <a:solidFill>
                    <a:schemeClr val="lt1"/>
                  </a:solidFill>
                  <a:latin typeface="+mn-lt"/>
                  <a:ea typeface="+mn-ea"/>
                  <a:cs typeface="+mn-cs"/>
                </a:defRPr>
              </a:lvl5pPr>
              <a:lvl6pPr marL="4572000" algn="l" defTabSz="914400" rtl="0" eaLnBrk="1" latinLnBrk="0" hangingPunct="1">
                <a:defRPr sz="3600" kern="1200">
                  <a:solidFill>
                    <a:schemeClr val="lt1"/>
                  </a:solidFill>
                  <a:latin typeface="+mn-lt"/>
                  <a:ea typeface="+mn-ea"/>
                  <a:cs typeface="+mn-cs"/>
                </a:defRPr>
              </a:lvl6pPr>
              <a:lvl7pPr marL="5486400" algn="l" defTabSz="914400" rtl="0" eaLnBrk="1" latinLnBrk="0" hangingPunct="1">
                <a:defRPr sz="3600" kern="1200">
                  <a:solidFill>
                    <a:schemeClr val="lt1"/>
                  </a:solidFill>
                  <a:latin typeface="+mn-lt"/>
                  <a:ea typeface="+mn-ea"/>
                  <a:cs typeface="+mn-cs"/>
                </a:defRPr>
              </a:lvl7pPr>
              <a:lvl8pPr marL="6400800" algn="l" defTabSz="914400" rtl="0" eaLnBrk="1" latinLnBrk="0" hangingPunct="1">
                <a:defRPr sz="3600" kern="1200">
                  <a:solidFill>
                    <a:schemeClr val="lt1"/>
                  </a:solidFill>
                  <a:latin typeface="+mn-lt"/>
                  <a:ea typeface="+mn-ea"/>
                  <a:cs typeface="+mn-cs"/>
                </a:defRPr>
              </a:lvl8pPr>
              <a:lvl9pPr marL="7315200" algn="l" defTabSz="914400" rtl="0" eaLnBrk="1" latinLnBrk="0" hangingPunct="1">
                <a:defRPr sz="3600" kern="1200">
                  <a:solidFill>
                    <a:schemeClr val="lt1"/>
                  </a:solidFill>
                  <a:latin typeface="+mn-lt"/>
                  <a:ea typeface="+mn-ea"/>
                  <a:cs typeface="+mn-cs"/>
                </a:defRPr>
              </a:lvl9pPr>
            </a:lstStyle>
            <a:p>
              <a:pPr algn="ctr"/>
              <a:endParaRPr lang="en-US" sz="1800"/>
            </a:p>
          </p:txBody>
        </p:sp>
        <p:sp>
          <p:nvSpPr>
            <p:cNvPr id="26" name="Rounded Rectangle 25">
              <a:extLst>
                <a:ext uri="{FF2B5EF4-FFF2-40B4-BE49-F238E27FC236}">
                  <a16:creationId xmlns:a16="http://schemas.microsoft.com/office/drawing/2014/main" id="{19B63D11-3612-0148-17A8-FE492687026D}"/>
                </a:ext>
              </a:extLst>
            </p:cNvPr>
            <p:cNvSpPr>
              <a:spLocks noChangeAspect="1"/>
            </p:cNvSpPr>
            <p:nvPr userDrawn="1"/>
          </p:nvSpPr>
          <p:spPr>
            <a:xfrm>
              <a:off x="10043478" y="5562647"/>
              <a:ext cx="1935872" cy="455363"/>
            </a:xfrm>
            <a:prstGeom prst="roundRect">
              <a:avLst>
                <a:gd name="adj" fmla="val 50000"/>
              </a:avLst>
            </a:prstGeom>
            <a:noFill/>
            <a:ln>
              <a:solidFill>
                <a:srgbClr val="6CABF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3600" kern="1200">
                  <a:solidFill>
                    <a:schemeClr val="lt1"/>
                  </a:solidFill>
                  <a:latin typeface="+mn-lt"/>
                  <a:ea typeface="+mn-ea"/>
                  <a:cs typeface="+mn-cs"/>
                </a:defRPr>
              </a:lvl1pPr>
              <a:lvl2pPr marL="914400" algn="l" defTabSz="914400" rtl="0" eaLnBrk="1" latinLnBrk="0" hangingPunct="1">
                <a:defRPr sz="3600" kern="1200">
                  <a:solidFill>
                    <a:schemeClr val="lt1"/>
                  </a:solidFill>
                  <a:latin typeface="+mn-lt"/>
                  <a:ea typeface="+mn-ea"/>
                  <a:cs typeface="+mn-cs"/>
                </a:defRPr>
              </a:lvl2pPr>
              <a:lvl3pPr marL="1828800" algn="l" defTabSz="914400" rtl="0" eaLnBrk="1" latinLnBrk="0" hangingPunct="1">
                <a:defRPr sz="3600" kern="1200">
                  <a:solidFill>
                    <a:schemeClr val="lt1"/>
                  </a:solidFill>
                  <a:latin typeface="+mn-lt"/>
                  <a:ea typeface="+mn-ea"/>
                  <a:cs typeface="+mn-cs"/>
                </a:defRPr>
              </a:lvl3pPr>
              <a:lvl4pPr marL="2743200" algn="l" defTabSz="914400" rtl="0" eaLnBrk="1" latinLnBrk="0" hangingPunct="1">
                <a:defRPr sz="3600" kern="1200">
                  <a:solidFill>
                    <a:schemeClr val="lt1"/>
                  </a:solidFill>
                  <a:latin typeface="+mn-lt"/>
                  <a:ea typeface="+mn-ea"/>
                  <a:cs typeface="+mn-cs"/>
                </a:defRPr>
              </a:lvl4pPr>
              <a:lvl5pPr marL="3657600" algn="l" defTabSz="914400" rtl="0" eaLnBrk="1" latinLnBrk="0" hangingPunct="1">
                <a:defRPr sz="3600" kern="1200">
                  <a:solidFill>
                    <a:schemeClr val="lt1"/>
                  </a:solidFill>
                  <a:latin typeface="+mn-lt"/>
                  <a:ea typeface="+mn-ea"/>
                  <a:cs typeface="+mn-cs"/>
                </a:defRPr>
              </a:lvl5pPr>
              <a:lvl6pPr marL="4572000" algn="l" defTabSz="914400" rtl="0" eaLnBrk="1" latinLnBrk="0" hangingPunct="1">
                <a:defRPr sz="3600" kern="1200">
                  <a:solidFill>
                    <a:schemeClr val="lt1"/>
                  </a:solidFill>
                  <a:latin typeface="+mn-lt"/>
                  <a:ea typeface="+mn-ea"/>
                  <a:cs typeface="+mn-cs"/>
                </a:defRPr>
              </a:lvl6pPr>
              <a:lvl7pPr marL="5486400" algn="l" defTabSz="914400" rtl="0" eaLnBrk="1" latinLnBrk="0" hangingPunct="1">
                <a:defRPr sz="3600" kern="1200">
                  <a:solidFill>
                    <a:schemeClr val="lt1"/>
                  </a:solidFill>
                  <a:latin typeface="+mn-lt"/>
                  <a:ea typeface="+mn-ea"/>
                  <a:cs typeface="+mn-cs"/>
                </a:defRPr>
              </a:lvl7pPr>
              <a:lvl8pPr marL="6400800" algn="l" defTabSz="914400" rtl="0" eaLnBrk="1" latinLnBrk="0" hangingPunct="1">
                <a:defRPr sz="3600" kern="1200">
                  <a:solidFill>
                    <a:schemeClr val="lt1"/>
                  </a:solidFill>
                  <a:latin typeface="+mn-lt"/>
                  <a:ea typeface="+mn-ea"/>
                  <a:cs typeface="+mn-cs"/>
                </a:defRPr>
              </a:lvl8pPr>
              <a:lvl9pPr marL="7315200" algn="l" defTabSz="914400" rtl="0" eaLnBrk="1" latinLnBrk="0" hangingPunct="1">
                <a:defRPr sz="3600" kern="1200">
                  <a:solidFill>
                    <a:schemeClr val="lt1"/>
                  </a:solidFill>
                  <a:latin typeface="+mn-lt"/>
                  <a:ea typeface="+mn-ea"/>
                  <a:cs typeface="+mn-cs"/>
                </a:defRPr>
              </a:lvl9pPr>
            </a:lstStyle>
            <a:p>
              <a:pPr algn="ctr"/>
              <a:endParaRPr lang="en-US" sz="1800"/>
            </a:p>
          </p:txBody>
        </p:sp>
        <p:sp>
          <p:nvSpPr>
            <p:cNvPr id="27" name="Rounded Rectangle 26">
              <a:extLst>
                <a:ext uri="{FF2B5EF4-FFF2-40B4-BE49-F238E27FC236}">
                  <a16:creationId xmlns:a16="http://schemas.microsoft.com/office/drawing/2014/main" id="{C82B5666-51EB-320A-1620-FC4C211D3B61}"/>
                </a:ext>
              </a:extLst>
            </p:cNvPr>
            <p:cNvSpPr>
              <a:spLocks noChangeAspect="1"/>
            </p:cNvSpPr>
            <p:nvPr userDrawn="1"/>
          </p:nvSpPr>
          <p:spPr>
            <a:xfrm>
              <a:off x="10064679" y="2756528"/>
              <a:ext cx="1904808" cy="448056"/>
            </a:xfrm>
            <a:prstGeom prst="roundRect">
              <a:avLst>
                <a:gd name="adj" fmla="val 50000"/>
              </a:avLst>
            </a:prstGeom>
            <a:noFill/>
            <a:ln>
              <a:solidFill>
                <a:srgbClr val="6CABF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3600" kern="1200">
                  <a:solidFill>
                    <a:schemeClr val="lt1"/>
                  </a:solidFill>
                  <a:latin typeface="+mn-lt"/>
                  <a:ea typeface="+mn-ea"/>
                  <a:cs typeface="+mn-cs"/>
                </a:defRPr>
              </a:lvl1pPr>
              <a:lvl2pPr marL="914400" algn="l" defTabSz="914400" rtl="0" eaLnBrk="1" latinLnBrk="0" hangingPunct="1">
                <a:defRPr sz="3600" kern="1200">
                  <a:solidFill>
                    <a:schemeClr val="lt1"/>
                  </a:solidFill>
                  <a:latin typeface="+mn-lt"/>
                  <a:ea typeface="+mn-ea"/>
                  <a:cs typeface="+mn-cs"/>
                </a:defRPr>
              </a:lvl2pPr>
              <a:lvl3pPr marL="1828800" algn="l" defTabSz="914400" rtl="0" eaLnBrk="1" latinLnBrk="0" hangingPunct="1">
                <a:defRPr sz="3600" kern="1200">
                  <a:solidFill>
                    <a:schemeClr val="lt1"/>
                  </a:solidFill>
                  <a:latin typeface="+mn-lt"/>
                  <a:ea typeface="+mn-ea"/>
                  <a:cs typeface="+mn-cs"/>
                </a:defRPr>
              </a:lvl3pPr>
              <a:lvl4pPr marL="2743200" algn="l" defTabSz="914400" rtl="0" eaLnBrk="1" latinLnBrk="0" hangingPunct="1">
                <a:defRPr sz="3600" kern="1200">
                  <a:solidFill>
                    <a:schemeClr val="lt1"/>
                  </a:solidFill>
                  <a:latin typeface="+mn-lt"/>
                  <a:ea typeface="+mn-ea"/>
                  <a:cs typeface="+mn-cs"/>
                </a:defRPr>
              </a:lvl4pPr>
              <a:lvl5pPr marL="3657600" algn="l" defTabSz="914400" rtl="0" eaLnBrk="1" latinLnBrk="0" hangingPunct="1">
                <a:defRPr sz="3600" kern="1200">
                  <a:solidFill>
                    <a:schemeClr val="lt1"/>
                  </a:solidFill>
                  <a:latin typeface="+mn-lt"/>
                  <a:ea typeface="+mn-ea"/>
                  <a:cs typeface="+mn-cs"/>
                </a:defRPr>
              </a:lvl5pPr>
              <a:lvl6pPr marL="4572000" algn="l" defTabSz="914400" rtl="0" eaLnBrk="1" latinLnBrk="0" hangingPunct="1">
                <a:defRPr sz="3600" kern="1200">
                  <a:solidFill>
                    <a:schemeClr val="lt1"/>
                  </a:solidFill>
                  <a:latin typeface="+mn-lt"/>
                  <a:ea typeface="+mn-ea"/>
                  <a:cs typeface="+mn-cs"/>
                </a:defRPr>
              </a:lvl6pPr>
              <a:lvl7pPr marL="5486400" algn="l" defTabSz="914400" rtl="0" eaLnBrk="1" latinLnBrk="0" hangingPunct="1">
                <a:defRPr sz="3600" kern="1200">
                  <a:solidFill>
                    <a:schemeClr val="lt1"/>
                  </a:solidFill>
                  <a:latin typeface="+mn-lt"/>
                  <a:ea typeface="+mn-ea"/>
                  <a:cs typeface="+mn-cs"/>
                </a:defRPr>
              </a:lvl7pPr>
              <a:lvl8pPr marL="6400800" algn="l" defTabSz="914400" rtl="0" eaLnBrk="1" latinLnBrk="0" hangingPunct="1">
                <a:defRPr sz="3600" kern="1200">
                  <a:solidFill>
                    <a:schemeClr val="lt1"/>
                  </a:solidFill>
                  <a:latin typeface="+mn-lt"/>
                  <a:ea typeface="+mn-ea"/>
                  <a:cs typeface="+mn-cs"/>
                </a:defRPr>
              </a:lvl8pPr>
              <a:lvl9pPr marL="7315200" algn="l" defTabSz="914400" rtl="0" eaLnBrk="1" latinLnBrk="0" hangingPunct="1">
                <a:defRPr sz="3600" kern="1200">
                  <a:solidFill>
                    <a:schemeClr val="lt1"/>
                  </a:solidFill>
                  <a:latin typeface="+mn-lt"/>
                  <a:ea typeface="+mn-ea"/>
                  <a:cs typeface="+mn-cs"/>
                </a:defRPr>
              </a:lvl9pPr>
            </a:lstStyle>
            <a:p>
              <a:pPr algn="ctr"/>
              <a:endParaRPr lang="en-US" sz="1800"/>
            </a:p>
          </p:txBody>
        </p:sp>
        <p:sp>
          <p:nvSpPr>
            <p:cNvPr id="28" name="Rounded Rectangle 27">
              <a:extLst>
                <a:ext uri="{FF2B5EF4-FFF2-40B4-BE49-F238E27FC236}">
                  <a16:creationId xmlns:a16="http://schemas.microsoft.com/office/drawing/2014/main" id="{D962D925-AF4E-2EA3-D976-C6B73D0CA404}"/>
                </a:ext>
              </a:extLst>
            </p:cNvPr>
            <p:cNvSpPr>
              <a:spLocks noChangeAspect="1"/>
            </p:cNvSpPr>
            <p:nvPr userDrawn="1"/>
          </p:nvSpPr>
          <p:spPr>
            <a:xfrm>
              <a:off x="13785152" y="3685361"/>
              <a:ext cx="1904808" cy="448056"/>
            </a:xfrm>
            <a:prstGeom prst="roundRect">
              <a:avLst>
                <a:gd name="adj" fmla="val 50000"/>
              </a:avLst>
            </a:prstGeom>
            <a:noFill/>
            <a:ln>
              <a:solidFill>
                <a:srgbClr val="6CABF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3600" kern="1200">
                  <a:solidFill>
                    <a:schemeClr val="lt1"/>
                  </a:solidFill>
                  <a:latin typeface="+mn-lt"/>
                  <a:ea typeface="+mn-ea"/>
                  <a:cs typeface="+mn-cs"/>
                </a:defRPr>
              </a:lvl1pPr>
              <a:lvl2pPr marL="914400" algn="l" defTabSz="914400" rtl="0" eaLnBrk="1" latinLnBrk="0" hangingPunct="1">
                <a:defRPr sz="3600" kern="1200">
                  <a:solidFill>
                    <a:schemeClr val="lt1"/>
                  </a:solidFill>
                  <a:latin typeface="+mn-lt"/>
                  <a:ea typeface="+mn-ea"/>
                  <a:cs typeface="+mn-cs"/>
                </a:defRPr>
              </a:lvl2pPr>
              <a:lvl3pPr marL="1828800" algn="l" defTabSz="914400" rtl="0" eaLnBrk="1" latinLnBrk="0" hangingPunct="1">
                <a:defRPr sz="3600" kern="1200">
                  <a:solidFill>
                    <a:schemeClr val="lt1"/>
                  </a:solidFill>
                  <a:latin typeface="+mn-lt"/>
                  <a:ea typeface="+mn-ea"/>
                  <a:cs typeface="+mn-cs"/>
                </a:defRPr>
              </a:lvl3pPr>
              <a:lvl4pPr marL="2743200" algn="l" defTabSz="914400" rtl="0" eaLnBrk="1" latinLnBrk="0" hangingPunct="1">
                <a:defRPr sz="3600" kern="1200">
                  <a:solidFill>
                    <a:schemeClr val="lt1"/>
                  </a:solidFill>
                  <a:latin typeface="+mn-lt"/>
                  <a:ea typeface="+mn-ea"/>
                  <a:cs typeface="+mn-cs"/>
                </a:defRPr>
              </a:lvl4pPr>
              <a:lvl5pPr marL="3657600" algn="l" defTabSz="914400" rtl="0" eaLnBrk="1" latinLnBrk="0" hangingPunct="1">
                <a:defRPr sz="3600" kern="1200">
                  <a:solidFill>
                    <a:schemeClr val="lt1"/>
                  </a:solidFill>
                  <a:latin typeface="+mn-lt"/>
                  <a:ea typeface="+mn-ea"/>
                  <a:cs typeface="+mn-cs"/>
                </a:defRPr>
              </a:lvl5pPr>
              <a:lvl6pPr marL="4572000" algn="l" defTabSz="914400" rtl="0" eaLnBrk="1" latinLnBrk="0" hangingPunct="1">
                <a:defRPr sz="3600" kern="1200">
                  <a:solidFill>
                    <a:schemeClr val="lt1"/>
                  </a:solidFill>
                  <a:latin typeface="+mn-lt"/>
                  <a:ea typeface="+mn-ea"/>
                  <a:cs typeface="+mn-cs"/>
                </a:defRPr>
              </a:lvl6pPr>
              <a:lvl7pPr marL="5486400" algn="l" defTabSz="914400" rtl="0" eaLnBrk="1" latinLnBrk="0" hangingPunct="1">
                <a:defRPr sz="3600" kern="1200">
                  <a:solidFill>
                    <a:schemeClr val="lt1"/>
                  </a:solidFill>
                  <a:latin typeface="+mn-lt"/>
                  <a:ea typeface="+mn-ea"/>
                  <a:cs typeface="+mn-cs"/>
                </a:defRPr>
              </a:lvl7pPr>
              <a:lvl8pPr marL="6400800" algn="l" defTabSz="914400" rtl="0" eaLnBrk="1" latinLnBrk="0" hangingPunct="1">
                <a:defRPr sz="3600" kern="1200">
                  <a:solidFill>
                    <a:schemeClr val="lt1"/>
                  </a:solidFill>
                  <a:latin typeface="+mn-lt"/>
                  <a:ea typeface="+mn-ea"/>
                  <a:cs typeface="+mn-cs"/>
                </a:defRPr>
              </a:lvl8pPr>
              <a:lvl9pPr marL="7315200" algn="l" defTabSz="914400" rtl="0" eaLnBrk="1" latinLnBrk="0" hangingPunct="1">
                <a:defRPr sz="3600" kern="1200">
                  <a:solidFill>
                    <a:schemeClr val="lt1"/>
                  </a:solidFill>
                  <a:latin typeface="+mn-lt"/>
                  <a:ea typeface="+mn-ea"/>
                  <a:cs typeface="+mn-cs"/>
                </a:defRPr>
              </a:lvl9pPr>
            </a:lstStyle>
            <a:p>
              <a:pPr algn="ctr"/>
              <a:endParaRPr lang="en-US" sz="1800"/>
            </a:p>
          </p:txBody>
        </p:sp>
        <p:sp>
          <p:nvSpPr>
            <p:cNvPr id="29" name="Rounded Rectangle 28">
              <a:extLst>
                <a:ext uri="{FF2B5EF4-FFF2-40B4-BE49-F238E27FC236}">
                  <a16:creationId xmlns:a16="http://schemas.microsoft.com/office/drawing/2014/main" id="{2E2755DF-3CA2-60AE-E7B4-8B7DBA413789}"/>
                </a:ext>
              </a:extLst>
            </p:cNvPr>
            <p:cNvSpPr>
              <a:spLocks noChangeAspect="1"/>
            </p:cNvSpPr>
            <p:nvPr userDrawn="1"/>
          </p:nvSpPr>
          <p:spPr>
            <a:xfrm>
              <a:off x="12884184" y="4148237"/>
              <a:ext cx="1935872" cy="455363"/>
            </a:xfrm>
            <a:prstGeom prst="roundRect">
              <a:avLst>
                <a:gd name="adj" fmla="val 50000"/>
              </a:avLst>
            </a:prstGeom>
            <a:solidFill>
              <a:srgbClr val="6CAB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3600" kern="1200">
                  <a:solidFill>
                    <a:schemeClr val="lt1"/>
                  </a:solidFill>
                  <a:latin typeface="+mn-lt"/>
                  <a:ea typeface="+mn-ea"/>
                  <a:cs typeface="+mn-cs"/>
                </a:defRPr>
              </a:lvl1pPr>
              <a:lvl2pPr marL="914400" algn="l" defTabSz="914400" rtl="0" eaLnBrk="1" latinLnBrk="0" hangingPunct="1">
                <a:defRPr sz="3600" kern="1200">
                  <a:solidFill>
                    <a:schemeClr val="lt1"/>
                  </a:solidFill>
                  <a:latin typeface="+mn-lt"/>
                  <a:ea typeface="+mn-ea"/>
                  <a:cs typeface="+mn-cs"/>
                </a:defRPr>
              </a:lvl2pPr>
              <a:lvl3pPr marL="1828800" algn="l" defTabSz="914400" rtl="0" eaLnBrk="1" latinLnBrk="0" hangingPunct="1">
                <a:defRPr sz="3600" kern="1200">
                  <a:solidFill>
                    <a:schemeClr val="lt1"/>
                  </a:solidFill>
                  <a:latin typeface="+mn-lt"/>
                  <a:ea typeface="+mn-ea"/>
                  <a:cs typeface="+mn-cs"/>
                </a:defRPr>
              </a:lvl3pPr>
              <a:lvl4pPr marL="2743200" algn="l" defTabSz="914400" rtl="0" eaLnBrk="1" latinLnBrk="0" hangingPunct="1">
                <a:defRPr sz="3600" kern="1200">
                  <a:solidFill>
                    <a:schemeClr val="lt1"/>
                  </a:solidFill>
                  <a:latin typeface="+mn-lt"/>
                  <a:ea typeface="+mn-ea"/>
                  <a:cs typeface="+mn-cs"/>
                </a:defRPr>
              </a:lvl4pPr>
              <a:lvl5pPr marL="3657600" algn="l" defTabSz="914400" rtl="0" eaLnBrk="1" latinLnBrk="0" hangingPunct="1">
                <a:defRPr sz="3600" kern="1200">
                  <a:solidFill>
                    <a:schemeClr val="lt1"/>
                  </a:solidFill>
                  <a:latin typeface="+mn-lt"/>
                  <a:ea typeface="+mn-ea"/>
                  <a:cs typeface="+mn-cs"/>
                </a:defRPr>
              </a:lvl5pPr>
              <a:lvl6pPr marL="4572000" algn="l" defTabSz="914400" rtl="0" eaLnBrk="1" latinLnBrk="0" hangingPunct="1">
                <a:defRPr sz="3600" kern="1200">
                  <a:solidFill>
                    <a:schemeClr val="lt1"/>
                  </a:solidFill>
                  <a:latin typeface="+mn-lt"/>
                  <a:ea typeface="+mn-ea"/>
                  <a:cs typeface="+mn-cs"/>
                </a:defRPr>
              </a:lvl6pPr>
              <a:lvl7pPr marL="5486400" algn="l" defTabSz="914400" rtl="0" eaLnBrk="1" latinLnBrk="0" hangingPunct="1">
                <a:defRPr sz="3600" kern="1200">
                  <a:solidFill>
                    <a:schemeClr val="lt1"/>
                  </a:solidFill>
                  <a:latin typeface="+mn-lt"/>
                  <a:ea typeface="+mn-ea"/>
                  <a:cs typeface="+mn-cs"/>
                </a:defRPr>
              </a:lvl7pPr>
              <a:lvl8pPr marL="6400800" algn="l" defTabSz="914400" rtl="0" eaLnBrk="1" latinLnBrk="0" hangingPunct="1">
                <a:defRPr sz="3600" kern="1200">
                  <a:solidFill>
                    <a:schemeClr val="lt1"/>
                  </a:solidFill>
                  <a:latin typeface="+mn-lt"/>
                  <a:ea typeface="+mn-ea"/>
                  <a:cs typeface="+mn-cs"/>
                </a:defRPr>
              </a:lvl8pPr>
              <a:lvl9pPr marL="7315200" algn="l" defTabSz="914400" rtl="0" eaLnBrk="1" latinLnBrk="0" hangingPunct="1">
                <a:defRPr sz="3600" kern="1200">
                  <a:solidFill>
                    <a:schemeClr val="lt1"/>
                  </a:solidFill>
                  <a:latin typeface="+mn-lt"/>
                  <a:ea typeface="+mn-ea"/>
                  <a:cs typeface="+mn-cs"/>
                </a:defRPr>
              </a:lvl9pPr>
            </a:lstStyle>
            <a:p>
              <a:pPr algn="ctr"/>
              <a:endParaRPr lang="en-US" sz="1800"/>
            </a:p>
          </p:txBody>
        </p:sp>
        <p:sp>
          <p:nvSpPr>
            <p:cNvPr id="30" name="Rounded Rectangle 29">
              <a:extLst>
                <a:ext uri="{FF2B5EF4-FFF2-40B4-BE49-F238E27FC236}">
                  <a16:creationId xmlns:a16="http://schemas.microsoft.com/office/drawing/2014/main" id="{004614B6-C9E8-9E2C-5365-33CA13461DA2}"/>
                </a:ext>
              </a:extLst>
            </p:cNvPr>
            <p:cNvSpPr>
              <a:spLocks noChangeAspect="1"/>
            </p:cNvSpPr>
            <p:nvPr userDrawn="1"/>
          </p:nvSpPr>
          <p:spPr>
            <a:xfrm>
              <a:off x="12852388" y="3213320"/>
              <a:ext cx="1943681" cy="457200"/>
            </a:xfrm>
            <a:prstGeom prst="roundRect">
              <a:avLst>
                <a:gd name="adj" fmla="val 50000"/>
              </a:avLst>
            </a:prstGeom>
            <a:solidFill>
              <a:srgbClr val="6CAB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3600" kern="1200">
                  <a:solidFill>
                    <a:schemeClr val="lt1"/>
                  </a:solidFill>
                  <a:latin typeface="+mn-lt"/>
                  <a:ea typeface="+mn-ea"/>
                  <a:cs typeface="+mn-cs"/>
                </a:defRPr>
              </a:lvl1pPr>
              <a:lvl2pPr marL="914400" algn="l" defTabSz="914400" rtl="0" eaLnBrk="1" latinLnBrk="0" hangingPunct="1">
                <a:defRPr sz="3600" kern="1200">
                  <a:solidFill>
                    <a:schemeClr val="lt1"/>
                  </a:solidFill>
                  <a:latin typeface="+mn-lt"/>
                  <a:ea typeface="+mn-ea"/>
                  <a:cs typeface="+mn-cs"/>
                </a:defRPr>
              </a:lvl2pPr>
              <a:lvl3pPr marL="1828800" algn="l" defTabSz="914400" rtl="0" eaLnBrk="1" latinLnBrk="0" hangingPunct="1">
                <a:defRPr sz="3600" kern="1200">
                  <a:solidFill>
                    <a:schemeClr val="lt1"/>
                  </a:solidFill>
                  <a:latin typeface="+mn-lt"/>
                  <a:ea typeface="+mn-ea"/>
                  <a:cs typeface="+mn-cs"/>
                </a:defRPr>
              </a:lvl3pPr>
              <a:lvl4pPr marL="2743200" algn="l" defTabSz="914400" rtl="0" eaLnBrk="1" latinLnBrk="0" hangingPunct="1">
                <a:defRPr sz="3600" kern="1200">
                  <a:solidFill>
                    <a:schemeClr val="lt1"/>
                  </a:solidFill>
                  <a:latin typeface="+mn-lt"/>
                  <a:ea typeface="+mn-ea"/>
                  <a:cs typeface="+mn-cs"/>
                </a:defRPr>
              </a:lvl4pPr>
              <a:lvl5pPr marL="3657600" algn="l" defTabSz="914400" rtl="0" eaLnBrk="1" latinLnBrk="0" hangingPunct="1">
                <a:defRPr sz="3600" kern="1200">
                  <a:solidFill>
                    <a:schemeClr val="lt1"/>
                  </a:solidFill>
                  <a:latin typeface="+mn-lt"/>
                  <a:ea typeface="+mn-ea"/>
                  <a:cs typeface="+mn-cs"/>
                </a:defRPr>
              </a:lvl5pPr>
              <a:lvl6pPr marL="4572000" algn="l" defTabSz="914400" rtl="0" eaLnBrk="1" latinLnBrk="0" hangingPunct="1">
                <a:defRPr sz="3600" kern="1200">
                  <a:solidFill>
                    <a:schemeClr val="lt1"/>
                  </a:solidFill>
                  <a:latin typeface="+mn-lt"/>
                  <a:ea typeface="+mn-ea"/>
                  <a:cs typeface="+mn-cs"/>
                </a:defRPr>
              </a:lvl6pPr>
              <a:lvl7pPr marL="5486400" algn="l" defTabSz="914400" rtl="0" eaLnBrk="1" latinLnBrk="0" hangingPunct="1">
                <a:defRPr sz="3600" kern="1200">
                  <a:solidFill>
                    <a:schemeClr val="lt1"/>
                  </a:solidFill>
                  <a:latin typeface="+mn-lt"/>
                  <a:ea typeface="+mn-ea"/>
                  <a:cs typeface="+mn-cs"/>
                </a:defRPr>
              </a:lvl7pPr>
              <a:lvl8pPr marL="6400800" algn="l" defTabSz="914400" rtl="0" eaLnBrk="1" latinLnBrk="0" hangingPunct="1">
                <a:defRPr sz="3600" kern="1200">
                  <a:solidFill>
                    <a:schemeClr val="lt1"/>
                  </a:solidFill>
                  <a:latin typeface="+mn-lt"/>
                  <a:ea typeface="+mn-ea"/>
                  <a:cs typeface="+mn-cs"/>
                </a:defRPr>
              </a:lvl8pPr>
              <a:lvl9pPr marL="7315200" algn="l" defTabSz="914400" rtl="0" eaLnBrk="1" latinLnBrk="0" hangingPunct="1">
                <a:defRPr sz="3600" kern="1200">
                  <a:solidFill>
                    <a:schemeClr val="lt1"/>
                  </a:solidFill>
                  <a:latin typeface="+mn-lt"/>
                  <a:ea typeface="+mn-ea"/>
                  <a:cs typeface="+mn-cs"/>
                </a:defRPr>
              </a:lvl9pPr>
            </a:lstStyle>
            <a:p>
              <a:pPr algn="ctr"/>
              <a:endParaRPr lang="en-US" sz="1800"/>
            </a:p>
          </p:txBody>
        </p:sp>
      </p:grpSp>
      <p:pic>
        <p:nvPicPr>
          <p:cNvPr id="31" name="Picture 6">
            <a:extLst>
              <a:ext uri="{FF2B5EF4-FFF2-40B4-BE49-F238E27FC236}">
                <a16:creationId xmlns:a16="http://schemas.microsoft.com/office/drawing/2014/main" id="{EC559D8B-2249-21C3-54AE-07685B88397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5925307" y="8896491"/>
            <a:ext cx="1467881" cy="609309"/>
          </a:xfrm>
          <a:prstGeom prst="rect">
            <a:avLst/>
          </a:prstGeom>
        </p:spPr>
      </p:pic>
    </p:spTree>
    <p:custDataLst>
      <p:tags r:id="rId1"/>
    </p:custDataLst>
    <p:extLst>
      <p:ext uri="{BB962C8B-B14F-4D97-AF65-F5344CB8AC3E}">
        <p14:creationId xmlns:p14="http://schemas.microsoft.com/office/powerpoint/2010/main" val="234547025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3240" userDrawn="1">
          <p15:clr>
            <a:srgbClr val="FBAE40"/>
          </p15:clr>
        </p15:guide>
        <p15:guide id="2" pos="576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SAS - Section - Gray">
    <p:bg>
      <p:bgPr>
        <a:solidFill>
          <a:schemeClr val="accent5"/>
        </a:solidFill>
        <a:effectLst/>
      </p:bgPr>
    </p:bg>
    <p:spTree>
      <p:nvGrpSpPr>
        <p:cNvPr id="1" name=""/>
        <p:cNvGrpSpPr/>
        <p:nvPr/>
      </p:nvGrpSpPr>
      <p:grpSpPr>
        <a:xfrm>
          <a:off x="0" y="0"/>
          <a:ext cx="0" cy="0"/>
          <a:chOff x="0" y="0"/>
          <a:chExt cx="0" cy="0"/>
        </a:xfrm>
      </p:grpSpPr>
      <p:sp>
        <p:nvSpPr>
          <p:cNvPr id="7" name="Title Placeholder 1">
            <a:extLst>
              <a:ext uri="{FF2B5EF4-FFF2-40B4-BE49-F238E27FC236}">
                <a16:creationId xmlns:a16="http://schemas.microsoft.com/office/drawing/2014/main" id="{0B679E91-B2F1-7013-ED34-D7763B653081}"/>
              </a:ext>
            </a:extLst>
          </p:cNvPr>
          <p:cNvSpPr>
            <a:spLocks noGrp="1"/>
          </p:cNvSpPr>
          <p:nvPr>
            <p:ph type="title" hasCustomPrompt="1"/>
          </p:nvPr>
        </p:nvSpPr>
        <p:spPr>
          <a:xfrm>
            <a:off x="1252432" y="4789104"/>
            <a:ext cx="13569354" cy="1292662"/>
          </a:xfrm>
          <a:prstGeom prst="rect">
            <a:avLst/>
          </a:prstGeom>
        </p:spPr>
        <p:txBody>
          <a:bodyPr vert="horz" wrap="square" lIns="0" tIns="0" rIns="0" bIns="182880" rtlCol="0" anchor="t" anchorCtr="0">
            <a:normAutofit/>
          </a:bodyPr>
          <a:lstStyle>
            <a:lvl1pPr>
              <a:lnSpc>
                <a:spcPct val="100000"/>
              </a:lnSpc>
              <a:spcBef>
                <a:spcPts val="600"/>
              </a:spcBef>
              <a:defRPr sz="8000">
                <a:solidFill>
                  <a:schemeClr val="bg1"/>
                </a:solidFill>
              </a:defRPr>
            </a:lvl1pPr>
          </a:lstStyle>
          <a:p>
            <a:r>
              <a:rPr lang="en-US"/>
              <a:t>Click to add section title</a:t>
            </a:r>
          </a:p>
        </p:txBody>
      </p:sp>
      <p:sp>
        <p:nvSpPr>
          <p:cNvPr id="14" name="Text Placeholder 13">
            <a:extLst>
              <a:ext uri="{FF2B5EF4-FFF2-40B4-BE49-F238E27FC236}">
                <a16:creationId xmlns:a16="http://schemas.microsoft.com/office/drawing/2014/main" id="{2A390F57-72E5-BAC5-624C-175BE96B8516}"/>
              </a:ext>
            </a:extLst>
          </p:cNvPr>
          <p:cNvSpPr>
            <a:spLocks noGrp="1"/>
          </p:cNvSpPr>
          <p:nvPr>
            <p:ph type="body" sz="quarter" idx="10" hasCustomPrompt="1"/>
          </p:nvPr>
        </p:nvSpPr>
        <p:spPr>
          <a:xfrm>
            <a:off x="1252432" y="6081766"/>
            <a:ext cx="13569354" cy="923330"/>
          </a:xfrm>
          <a:prstGeom prst="rect">
            <a:avLst/>
          </a:prstGeom>
        </p:spPr>
        <p:txBody>
          <a:bodyPr wrap="square" tIns="0" anchor="t" anchorCtr="0">
            <a:normAutofit/>
          </a:bodyPr>
          <a:lstStyle>
            <a:lvl1pPr marL="0" indent="0">
              <a:lnSpc>
                <a:spcPct val="100000"/>
              </a:lnSpc>
              <a:spcBef>
                <a:spcPts val="600"/>
              </a:spcBef>
              <a:buNone/>
              <a:defRPr sz="4000">
                <a:solidFill>
                  <a:schemeClr val="bg1"/>
                </a:solidFill>
              </a:defRPr>
            </a:lvl1pPr>
            <a:lvl2pPr marL="365760" indent="0">
              <a:buNone/>
              <a:defRPr>
                <a:solidFill>
                  <a:schemeClr val="accent3"/>
                </a:solidFill>
              </a:defRPr>
            </a:lvl2pPr>
            <a:lvl3pPr marL="731520" indent="0">
              <a:buNone/>
              <a:defRPr>
                <a:solidFill>
                  <a:schemeClr val="accent3"/>
                </a:solidFill>
              </a:defRPr>
            </a:lvl3pPr>
            <a:lvl4pPr marL="2057400" indent="0">
              <a:buNone/>
              <a:defRPr>
                <a:solidFill>
                  <a:schemeClr val="accent3"/>
                </a:solidFill>
              </a:defRPr>
            </a:lvl4pPr>
            <a:lvl5pPr marL="2743200" indent="0">
              <a:buNone/>
              <a:defRPr>
                <a:solidFill>
                  <a:schemeClr val="accent3"/>
                </a:solidFill>
              </a:defRPr>
            </a:lvl5pPr>
          </a:lstStyle>
          <a:p>
            <a:pPr lvl="0"/>
            <a:r>
              <a:rPr lang="en-US"/>
              <a:t>Click to add section subtitle</a:t>
            </a:r>
          </a:p>
        </p:txBody>
      </p:sp>
      <p:sp>
        <p:nvSpPr>
          <p:cNvPr id="2" name="TextBox 4">
            <a:extLst>
              <a:ext uri="{FF2B5EF4-FFF2-40B4-BE49-F238E27FC236}">
                <a16:creationId xmlns:a16="http://schemas.microsoft.com/office/drawing/2014/main" id="{BBE5A171-53B6-5D64-1680-262B90DACFE5}"/>
              </a:ext>
            </a:extLst>
          </p:cNvPr>
          <p:cNvSpPr txBox="1"/>
          <p:nvPr userDrawn="1"/>
        </p:nvSpPr>
        <p:spPr>
          <a:xfrm>
            <a:off x="1252432" y="9855354"/>
            <a:ext cx="5029200" cy="246221"/>
          </a:xfrm>
          <a:prstGeom prst="rect">
            <a:avLst/>
          </a:prstGeom>
          <a:noFill/>
        </p:spPr>
        <p:txBody>
          <a:bodyPr wrap="square" lIns="0" anchor="b" anchorCtr="0">
            <a:spAutoFit/>
          </a:bodyPr>
          <a:lstStyle/>
          <a:p>
            <a:pPr marL="0" marR="0" lvl="0" indent="0" algn="l" defTabSz="548626" rtl="0" eaLnBrk="0" fontAlgn="auto" latinLnBrk="0" hangingPunct="0">
              <a:lnSpc>
                <a:spcPct val="100000"/>
              </a:lnSpc>
              <a:spcBef>
                <a:spcPts val="0"/>
              </a:spcBef>
              <a:spcAft>
                <a:spcPts val="0"/>
              </a:spcAft>
              <a:buClrTx/>
              <a:buSzTx/>
              <a:buFontTx/>
              <a:buNone/>
              <a:tabLst/>
              <a:defRPr/>
            </a:pPr>
            <a:r>
              <a:rPr kumimoji="0" lang="en-US" sz="1000" b="0" i="0" u="none" strike="noStrike" kern="300" cap="none" spc="100" normalizeH="0" baseline="0" noProof="0">
                <a:ln>
                  <a:noFill/>
                </a:ln>
                <a:solidFill>
                  <a:schemeClr val="accent5">
                    <a:lumMod val="20000"/>
                    <a:lumOff val="80000"/>
                  </a:schemeClr>
                </a:solidFill>
                <a:effectLst/>
                <a:uLnTx/>
                <a:uFillTx/>
                <a:latin typeface="+mn-lt"/>
                <a:ea typeface="Anova Bold" panose="020B0703020203020204" pitchFamily="34" charset="0"/>
                <a:cs typeface="Anova Light" panose="020B0403020203020204" pitchFamily="34" charset="0"/>
              </a:rPr>
              <a:t>Copyright © SAS Institute Inc. All rights reserved.</a:t>
            </a:r>
          </a:p>
        </p:txBody>
      </p:sp>
      <p:pic>
        <p:nvPicPr>
          <p:cNvPr id="3" name="Picture 6">
            <a:extLst>
              <a:ext uri="{FF2B5EF4-FFF2-40B4-BE49-F238E27FC236}">
                <a16:creationId xmlns:a16="http://schemas.microsoft.com/office/drawing/2014/main" id="{27780B26-6E86-E2AF-35C7-7B8BF24892A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6826158" y="9516543"/>
            <a:ext cx="1112812" cy="461922"/>
          </a:xfrm>
          <a:prstGeom prst="rect">
            <a:avLst/>
          </a:prstGeom>
        </p:spPr>
      </p:pic>
    </p:spTree>
    <p:custDataLst>
      <p:tags r:id="rId1"/>
    </p:custDataLst>
    <p:extLst>
      <p:ext uri="{BB962C8B-B14F-4D97-AF65-F5344CB8AC3E}">
        <p14:creationId xmlns:p14="http://schemas.microsoft.com/office/powerpoint/2010/main" val="9352162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AS - Section - Blue">
    <p:bg>
      <p:bgPr>
        <a:solidFill>
          <a:schemeClr val="bg2"/>
        </a:solidFill>
        <a:effectLst/>
      </p:bgPr>
    </p:bg>
    <p:spTree>
      <p:nvGrpSpPr>
        <p:cNvPr id="1" name=""/>
        <p:cNvGrpSpPr/>
        <p:nvPr/>
      </p:nvGrpSpPr>
      <p:grpSpPr>
        <a:xfrm>
          <a:off x="0" y="0"/>
          <a:ext cx="0" cy="0"/>
          <a:chOff x="0" y="0"/>
          <a:chExt cx="0" cy="0"/>
        </a:xfrm>
      </p:grpSpPr>
      <p:sp>
        <p:nvSpPr>
          <p:cNvPr id="7" name="Title Placeholder 1">
            <a:extLst>
              <a:ext uri="{FF2B5EF4-FFF2-40B4-BE49-F238E27FC236}">
                <a16:creationId xmlns:a16="http://schemas.microsoft.com/office/drawing/2014/main" id="{0B679E91-B2F1-7013-ED34-D7763B653081}"/>
              </a:ext>
            </a:extLst>
          </p:cNvPr>
          <p:cNvSpPr>
            <a:spLocks noGrp="1"/>
          </p:cNvSpPr>
          <p:nvPr>
            <p:ph type="title" hasCustomPrompt="1"/>
          </p:nvPr>
        </p:nvSpPr>
        <p:spPr>
          <a:xfrm>
            <a:off x="1252432" y="4789104"/>
            <a:ext cx="13569354" cy="1292662"/>
          </a:xfrm>
          <a:prstGeom prst="rect">
            <a:avLst/>
          </a:prstGeom>
        </p:spPr>
        <p:txBody>
          <a:bodyPr vert="horz" wrap="square" lIns="0" tIns="0" rIns="0" bIns="182880" rtlCol="0" anchor="t" anchorCtr="0">
            <a:normAutofit/>
          </a:bodyPr>
          <a:lstStyle>
            <a:lvl1pPr>
              <a:lnSpc>
                <a:spcPct val="100000"/>
              </a:lnSpc>
              <a:spcBef>
                <a:spcPts val="600"/>
              </a:spcBef>
              <a:defRPr sz="8000">
                <a:solidFill>
                  <a:schemeClr val="bg1"/>
                </a:solidFill>
              </a:defRPr>
            </a:lvl1pPr>
          </a:lstStyle>
          <a:p>
            <a:r>
              <a:rPr lang="en-US"/>
              <a:t>Click to add section title</a:t>
            </a:r>
          </a:p>
        </p:txBody>
      </p:sp>
      <p:sp>
        <p:nvSpPr>
          <p:cNvPr id="14" name="Text Placeholder 13">
            <a:extLst>
              <a:ext uri="{FF2B5EF4-FFF2-40B4-BE49-F238E27FC236}">
                <a16:creationId xmlns:a16="http://schemas.microsoft.com/office/drawing/2014/main" id="{2A390F57-72E5-BAC5-624C-175BE96B8516}"/>
              </a:ext>
            </a:extLst>
          </p:cNvPr>
          <p:cNvSpPr>
            <a:spLocks noGrp="1"/>
          </p:cNvSpPr>
          <p:nvPr>
            <p:ph type="body" sz="quarter" idx="10" hasCustomPrompt="1"/>
          </p:nvPr>
        </p:nvSpPr>
        <p:spPr>
          <a:xfrm>
            <a:off x="1252432" y="6081766"/>
            <a:ext cx="13569354" cy="923330"/>
          </a:xfrm>
          <a:prstGeom prst="rect">
            <a:avLst/>
          </a:prstGeom>
        </p:spPr>
        <p:txBody>
          <a:bodyPr wrap="square" tIns="0" anchor="t" anchorCtr="0">
            <a:normAutofit/>
          </a:bodyPr>
          <a:lstStyle>
            <a:lvl1pPr marL="0" indent="0">
              <a:lnSpc>
                <a:spcPct val="100000"/>
              </a:lnSpc>
              <a:spcBef>
                <a:spcPts val="600"/>
              </a:spcBef>
              <a:buNone/>
              <a:defRPr sz="4000">
                <a:solidFill>
                  <a:schemeClr val="bg1"/>
                </a:solidFill>
              </a:defRPr>
            </a:lvl1pPr>
            <a:lvl2pPr marL="365760" indent="0">
              <a:buNone/>
              <a:defRPr>
                <a:solidFill>
                  <a:schemeClr val="accent3"/>
                </a:solidFill>
              </a:defRPr>
            </a:lvl2pPr>
            <a:lvl3pPr marL="731520" indent="0">
              <a:buNone/>
              <a:defRPr>
                <a:solidFill>
                  <a:schemeClr val="accent3"/>
                </a:solidFill>
              </a:defRPr>
            </a:lvl3pPr>
            <a:lvl4pPr marL="2057400" indent="0">
              <a:buNone/>
              <a:defRPr>
                <a:solidFill>
                  <a:schemeClr val="accent3"/>
                </a:solidFill>
              </a:defRPr>
            </a:lvl4pPr>
            <a:lvl5pPr marL="2743200" indent="0">
              <a:buNone/>
              <a:defRPr>
                <a:solidFill>
                  <a:schemeClr val="accent3"/>
                </a:solidFill>
              </a:defRPr>
            </a:lvl5pPr>
          </a:lstStyle>
          <a:p>
            <a:pPr lvl="0"/>
            <a:r>
              <a:rPr lang="en-US"/>
              <a:t>Click to add section subtitle</a:t>
            </a:r>
          </a:p>
        </p:txBody>
      </p:sp>
      <p:sp>
        <p:nvSpPr>
          <p:cNvPr id="2" name="TextBox 4">
            <a:extLst>
              <a:ext uri="{FF2B5EF4-FFF2-40B4-BE49-F238E27FC236}">
                <a16:creationId xmlns:a16="http://schemas.microsoft.com/office/drawing/2014/main" id="{BBE5A171-53B6-5D64-1680-262B90DACFE5}"/>
              </a:ext>
            </a:extLst>
          </p:cNvPr>
          <p:cNvSpPr txBox="1"/>
          <p:nvPr userDrawn="1"/>
        </p:nvSpPr>
        <p:spPr>
          <a:xfrm>
            <a:off x="1252432" y="9855354"/>
            <a:ext cx="5029200" cy="246221"/>
          </a:xfrm>
          <a:prstGeom prst="rect">
            <a:avLst/>
          </a:prstGeom>
          <a:noFill/>
        </p:spPr>
        <p:txBody>
          <a:bodyPr wrap="square" lIns="0" anchor="b" anchorCtr="0">
            <a:spAutoFit/>
          </a:bodyPr>
          <a:lstStyle/>
          <a:p>
            <a:pPr marL="0" marR="0" lvl="0" indent="0" algn="l" defTabSz="548626" rtl="0" eaLnBrk="0" fontAlgn="auto" latinLnBrk="0" hangingPunct="0">
              <a:lnSpc>
                <a:spcPct val="100000"/>
              </a:lnSpc>
              <a:spcBef>
                <a:spcPts val="0"/>
              </a:spcBef>
              <a:spcAft>
                <a:spcPts val="0"/>
              </a:spcAft>
              <a:buClrTx/>
              <a:buSzTx/>
              <a:buFontTx/>
              <a:buNone/>
              <a:tabLst/>
              <a:defRPr/>
            </a:pPr>
            <a:r>
              <a:rPr kumimoji="0" lang="en-US" sz="1000" b="0" i="0" u="none" strike="noStrike" kern="300" cap="none" spc="100" normalizeH="0" baseline="0" noProof="0">
                <a:ln>
                  <a:noFill/>
                </a:ln>
                <a:solidFill>
                  <a:schemeClr val="accent5">
                    <a:lumMod val="20000"/>
                    <a:lumOff val="80000"/>
                  </a:schemeClr>
                </a:solidFill>
                <a:effectLst/>
                <a:uLnTx/>
                <a:uFillTx/>
                <a:latin typeface="+mn-lt"/>
                <a:ea typeface="Anova Bold" panose="020B0703020203020204" pitchFamily="34" charset="0"/>
                <a:cs typeface="Anova Light" panose="020B0403020203020204" pitchFamily="34" charset="0"/>
              </a:rPr>
              <a:t>Copyright © SAS Institute Inc. All rights reserved.</a:t>
            </a:r>
          </a:p>
        </p:txBody>
      </p:sp>
      <p:pic>
        <p:nvPicPr>
          <p:cNvPr id="3" name="Picture 6">
            <a:extLst>
              <a:ext uri="{FF2B5EF4-FFF2-40B4-BE49-F238E27FC236}">
                <a16:creationId xmlns:a16="http://schemas.microsoft.com/office/drawing/2014/main" id="{27780B26-6E86-E2AF-35C7-7B8BF24892A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6826158" y="9516543"/>
            <a:ext cx="1112812" cy="461922"/>
          </a:xfrm>
          <a:prstGeom prst="rect">
            <a:avLst/>
          </a:prstGeom>
        </p:spPr>
      </p:pic>
    </p:spTree>
    <p:custDataLst>
      <p:tags r:id="rId1"/>
    </p:custDataLst>
    <p:extLst>
      <p:ext uri="{BB962C8B-B14F-4D97-AF65-F5344CB8AC3E}">
        <p14:creationId xmlns:p14="http://schemas.microsoft.com/office/powerpoint/2010/main" val="35879777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SAS - Section - Alternate 1">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6EBA181-A745-DA34-A30A-A9014803ABDE}"/>
              </a:ext>
            </a:extLst>
          </p:cNvPr>
          <p:cNvSpPr/>
          <p:nvPr userDrawn="1"/>
        </p:nvSpPr>
        <p:spPr>
          <a:xfrm>
            <a:off x="11780874" y="0"/>
            <a:ext cx="6507126" cy="10287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Placeholder 1">
            <a:extLst>
              <a:ext uri="{FF2B5EF4-FFF2-40B4-BE49-F238E27FC236}">
                <a16:creationId xmlns:a16="http://schemas.microsoft.com/office/drawing/2014/main" id="{0B679E91-B2F1-7013-ED34-D7763B653081}"/>
              </a:ext>
            </a:extLst>
          </p:cNvPr>
          <p:cNvSpPr>
            <a:spLocks noGrp="1"/>
          </p:cNvSpPr>
          <p:nvPr>
            <p:ph type="title" hasCustomPrompt="1"/>
          </p:nvPr>
        </p:nvSpPr>
        <p:spPr>
          <a:xfrm>
            <a:off x="1401289" y="2628900"/>
            <a:ext cx="7742711" cy="3665574"/>
          </a:xfrm>
          <a:prstGeom prst="rect">
            <a:avLst/>
          </a:prstGeom>
        </p:spPr>
        <p:txBody>
          <a:bodyPr vert="horz" wrap="square" lIns="0" tIns="0" rIns="0" bIns="182880" rtlCol="0" anchor="t" anchorCtr="0">
            <a:normAutofit/>
          </a:bodyPr>
          <a:lstStyle>
            <a:lvl1pPr>
              <a:lnSpc>
                <a:spcPct val="100000"/>
              </a:lnSpc>
              <a:spcBef>
                <a:spcPts val="0"/>
              </a:spcBef>
              <a:defRPr sz="8000">
                <a:solidFill>
                  <a:schemeClr val="bg2"/>
                </a:solidFill>
                <a:latin typeface="+mn-lt"/>
              </a:defRPr>
            </a:lvl1pPr>
          </a:lstStyle>
          <a:p>
            <a:r>
              <a:rPr lang="en-US"/>
              <a:t>Click to add section title</a:t>
            </a:r>
          </a:p>
        </p:txBody>
      </p:sp>
      <p:sp>
        <p:nvSpPr>
          <p:cNvPr id="14" name="Text Placeholder 13">
            <a:extLst>
              <a:ext uri="{FF2B5EF4-FFF2-40B4-BE49-F238E27FC236}">
                <a16:creationId xmlns:a16="http://schemas.microsoft.com/office/drawing/2014/main" id="{2A390F57-72E5-BAC5-624C-175BE96B8516}"/>
              </a:ext>
            </a:extLst>
          </p:cNvPr>
          <p:cNvSpPr>
            <a:spLocks noGrp="1"/>
          </p:cNvSpPr>
          <p:nvPr>
            <p:ph type="body" sz="quarter" idx="10" hasCustomPrompt="1"/>
          </p:nvPr>
        </p:nvSpPr>
        <p:spPr>
          <a:xfrm>
            <a:off x="13290698" y="3325304"/>
            <a:ext cx="3744870" cy="3636392"/>
          </a:xfrm>
          <a:prstGeom prst="rect">
            <a:avLst/>
          </a:prstGeom>
        </p:spPr>
        <p:txBody>
          <a:bodyPr wrap="square" tIns="0" anchor="ctr" anchorCtr="0">
            <a:normAutofit/>
          </a:bodyPr>
          <a:lstStyle>
            <a:lvl1pPr marL="0" indent="0">
              <a:lnSpc>
                <a:spcPct val="135000"/>
              </a:lnSpc>
              <a:spcBef>
                <a:spcPts val="0"/>
              </a:spcBef>
              <a:spcAft>
                <a:spcPts val="0"/>
              </a:spcAft>
              <a:buNone/>
              <a:defRPr sz="2200">
                <a:solidFill>
                  <a:schemeClr val="bg1"/>
                </a:solidFill>
                <a:latin typeface="+mj-lt"/>
              </a:defRPr>
            </a:lvl1pPr>
            <a:lvl2pPr marL="365760" indent="0">
              <a:buNone/>
              <a:defRPr>
                <a:solidFill>
                  <a:schemeClr val="accent3"/>
                </a:solidFill>
              </a:defRPr>
            </a:lvl2pPr>
            <a:lvl3pPr marL="731520" indent="0">
              <a:buNone/>
              <a:defRPr>
                <a:solidFill>
                  <a:schemeClr val="accent3"/>
                </a:solidFill>
              </a:defRPr>
            </a:lvl3pPr>
            <a:lvl4pPr marL="2057400" indent="0">
              <a:buNone/>
              <a:defRPr>
                <a:solidFill>
                  <a:schemeClr val="accent3"/>
                </a:solidFill>
              </a:defRPr>
            </a:lvl4pPr>
            <a:lvl5pPr marL="2743200" indent="0">
              <a:buNone/>
              <a:defRPr>
                <a:solidFill>
                  <a:schemeClr val="accent3"/>
                </a:solidFill>
              </a:defRPr>
            </a:lvl5pPr>
          </a:lstStyle>
          <a:p>
            <a:pPr lvl="0"/>
            <a:r>
              <a:rPr lang="en-US"/>
              <a:t>Click to add section subtitle</a:t>
            </a:r>
          </a:p>
        </p:txBody>
      </p:sp>
      <p:pic>
        <p:nvPicPr>
          <p:cNvPr id="3" name="Picture 6">
            <a:extLst>
              <a:ext uri="{FF2B5EF4-FFF2-40B4-BE49-F238E27FC236}">
                <a16:creationId xmlns:a16="http://schemas.microsoft.com/office/drawing/2014/main" id="{27780B26-6E86-E2AF-35C7-7B8BF24892A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6826158" y="9516543"/>
            <a:ext cx="1112812" cy="461922"/>
          </a:xfrm>
          <a:prstGeom prst="rect">
            <a:avLst/>
          </a:prstGeom>
        </p:spPr>
      </p:pic>
    </p:spTree>
    <p:custDataLst>
      <p:tags r:id="rId1"/>
    </p:custDataLst>
    <p:extLst>
      <p:ext uri="{BB962C8B-B14F-4D97-AF65-F5344CB8AC3E}">
        <p14:creationId xmlns:p14="http://schemas.microsoft.com/office/powerpoint/2010/main" val="36655281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AS - Section - Alternate 2">
    <p:spTree>
      <p:nvGrpSpPr>
        <p:cNvPr id="1" name=""/>
        <p:cNvGrpSpPr/>
        <p:nvPr/>
      </p:nvGrpSpPr>
      <p:grpSpPr>
        <a:xfrm>
          <a:off x="0" y="0"/>
          <a:ext cx="0" cy="0"/>
          <a:chOff x="0" y="0"/>
          <a:chExt cx="0" cy="0"/>
        </a:xfrm>
      </p:grpSpPr>
      <p:sp>
        <p:nvSpPr>
          <p:cNvPr id="3" name="Title Placeholder 1">
            <a:extLst>
              <a:ext uri="{FF2B5EF4-FFF2-40B4-BE49-F238E27FC236}">
                <a16:creationId xmlns:a16="http://schemas.microsoft.com/office/drawing/2014/main" id="{4F4AB0F1-1372-AD84-7655-6586298D5B2D}"/>
              </a:ext>
            </a:extLst>
          </p:cNvPr>
          <p:cNvSpPr>
            <a:spLocks noGrp="1"/>
          </p:cNvSpPr>
          <p:nvPr>
            <p:ph type="title" hasCustomPrompt="1"/>
          </p:nvPr>
        </p:nvSpPr>
        <p:spPr>
          <a:xfrm>
            <a:off x="1430429" y="1819093"/>
            <a:ext cx="8399720" cy="3244649"/>
          </a:xfrm>
          <a:prstGeom prst="rect">
            <a:avLst/>
          </a:prstGeom>
        </p:spPr>
        <p:txBody>
          <a:bodyPr vert="horz" wrap="square" lIns="0" tIns="0" rIns="0" bIns="0" rtlCol="0" anchor="b" anchorCtr="0">
            <a:normAutofit/>
          </a:bodyPr>
          <a:lstStyle>
            <a:lvl1pPr>
              <a:lnSpc>
                <a:spcPct val="105000"/>
              </a:lnSpc>
              <a:defRPr sz="9000">
                <a:latin typeface="+mn-lt"/>
              </a:defRPr>
            </a:lvl1pPr>
          </a:lstStyle>
          <a:p>
            <a:r>
              <a:rPr lang="en-US"/>
              <a:t>Click to add section title</a:t>
            </a:r>
          </a:p>
        </p:txBody>
      </p:sp>
      <p:grpSp>
        <p:nvGrpSpPr>
          <p:cNvPr id="2" name="Group 1">
            <a:extLst>
              <a:ext uri="{FF2B5EF4-FFF2-40B4-BE49-F238E27FC236}">
                <a16:creationId xmlns:a16="http://schemas.microsoft.com/office/drawing/2014/main" id="{09E4D677-4D9B-107E-C0D1-2C080BF250E8}"/>
              </a:ext>
            </a:extLst>
          </p:cNvPr>
          <p:cNvGrpSpPr/>
          <p:nvPr userDrawn="1"/>
        </p:nvGrpSpPr>
        <p:grpSpPr>
          <a:xfrm rot="5400000">
            <a:off x="7868725" y="3012887"/>
            <a:ext cx="11982506" cy="4255522"/>
            <a:chOff x="1699521" y="3863340"/>
            <a:chExt cx="12346222" cy="4384693"/>
          </a:xfrm>
        </p:grpSpPr>
        <p:sp>
          <p:nvSpPr>
            <p:cNvPr id="4" name="Rounded Rectangle 3">
              <a:extLst>
                <a:ext uri="{FF2B5EF4-FFF2-40B4-BE49-F238E27FC236}">
                  <a16:creationId xmlns:a16="http://schemas.microsoft.com/office/drawing/2014/main" id="{63692490-7A5F-6BB8-B64D-2B6E5CFA8990}"/>
                </a:ext>
              </a:extLst>
            </p:cNvPr>
            <p:cNvSpPr>
              <a:spLocks noChangeAspect="1"/>
            </p:cNvSpPr>
            <p:nvPr/>
          </p:nvSpPr>
          <p:spPr>
            <a:xfrm>
              <a:off x="1816063" y="3881628"/>
              <a:ext cx="10860002" cy="1280160"/>
            </a:xfrm>
            <a:prstGeom prst="roundRect">
              <a:avLst>
                <a:gd name="adj" fmla="val 50000"/>
              </a:avLst>
            </a:prstGeom>
            <a:solidFill>
              <a:srgbClr val="C6DE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3600" kern="1200">
                  <a:solidFill>
                    <a:schemeClr val="lt1"/>
                  </a:solidFill>
                  <a:latin typeface="+mn-lt"/>
                  <a:ea typeface="+mn-ea"/>
                  <a:cs typeface="+mn-cs"/>
                </a:defRPr>
              </a:lvl1pPr>
              <a:lvl2pPr marL="914400" algn="l" defTabSz="914400" rtl="0" eaLnBrk="1" latinLnBrk="0" hangingPunct="1">
                <a:defRPr sz="3600" kern="1200">
                  <a:solidFill>
                    <a:schemeClr val="lt1"/>
                  </a:solidFill>
                  <a:latin typeface="+mn-lt"/>
                  <a:ea typeface="+mn-ea"/>
                  <a:cs typeface="+mn-cs"/>
                </a:defRPr>
              </a:lvl2pPr>
              <a:lvl3pPr marL="1828800" algn="l" defTabSz="914400" rtl="0" eaLnBrk="1" latinLnBrk="0" hangingPunct="1">
                <a:defRPr sz="3600" kern="1200">
                  <a:solidFill>
                    <a:schemeClr val="lt1"/>
                  </a:solidFill>
                  <a:latin typeface="+mn-lt"/>
                  <a:ea typeface="+mn-ea"/>
                  <a:cs typeface="+mn-cs"/>
                </a:defRPr>
              </a:lvl3pPr>
              <a:lvl4pPr marL="2743200" algn="l" defTabSz="914400" rtl="0" eaLnBrk="1" latinLnBrk="0" hangingPunct="1">
                <a:defRPr sz="3600" kern="1200">
                  <a:solidFill>
                    <a:schemeClr val="lt1"/>
                  </a:solidFill>
                  <a:latin typeface="+mn-lt"/>
                  <a:ea typeface="+mn-ea"/>
                  <a:cs typeface="+mn-cs"/>
                </a:defRPr>
              </a:lvl4pPr>
              <a:lvl5pPr marL="3657600" algn="l" defTabSz="914400" rtl="0" eaLnBrk="1" latinLnBrk="0" hangingPunct="1">
                <a:defRPr sz="3600" kern="1200">
                  <a:solidFill>
                    <a:schemeClr val="lt1"/>
                  </a:solidFill>
                  <a:latin typeface="+mn-lt"/>
                  <a:ea typeface="+mn-ea"/>
                  <a:cs typeface="+mn-cs"/>
                </a:defRPr>
              </a:lvl5pPr>
              <a:lvl6pPr marL="4572000" algn="l" defTabSz="914400" rtl="0" eaLnBrk="1" latinLnBrk="0" hangingPunct="1">
                <a:defRPr sz="3600" kern="1200">
                  <a:solidFill>
                    <a:schemeClr val="lt1"/>
                  </a:solidFill>
                  <a:latin typeface="+mn-lt"/>
                  <a:ea typeface="+mn-ea"/>
                  <a:cs typeface="+mn-cs"/>
                </a:defRPr>
              </a:lvl6pPr>
              <a:lvl7pPr marL="5486400" algn="l" defTabSz="914400" rtl="0" eaLnBrk="1" latinLnBrk="0" hangingPunct="1">
                <a:defRPr sz="3600" kern="1200">
                  <a:solidFill>
                    <a:schemeClr val="lt1"/>
                  </a:solidFill>
                  <a:latin typeface="+mn-lt"/>
                  <a:ea typeface="+mn-ea"/>
                  <a:cs typeface="+mn-cs"/>
                </a:defRPr>
              </a:lvl7pPr>
              <a:lvl8pPr marL="6400800" algn="l" defTabSz="914400" rtl="0" eaLnBrk="1" latinLnBrk="0" hangingPunct="1">
                <a:defRPr sz="3600" kern="1200">
                  <a:solidFill>
                    <a:schemeClr val="lt1"/>
                  </a:solidFill>
                  <a:latin typeface="+mn-lt"/>
                  <a:ea typeface="+mn-ea"/>
                  <a:cs typeface="+mn-cs"/>
                </a:defRPr>
              </a:lvl8pPr>
              <a:lvl9pPr marL="7315200" algn="l" defTabSz="914400" rtl="0" eaLnBrk="1" latinLnBrk="0" hangingPunct="1">
                <a:defRPr sz="3600" kern="1200">
                  <a:solidFill>
                    <a:schemeClr val="lt1"/>
                  </a:solidFill>
                  <a:latin typeface="+mn-lt"/>
                  <a:ea typeface="+mn-ea"/>
                  <a:cs typeface="+mn-cs"/>
                </a:defRPr>
              </a:lvl9pPr>
            </a:lstStyle>
            <a:p>
              <a:pPr algn="ctr"/>
              <a:endParaRPr lang="en-US" sz="1800"/>
            </a:p>
          </p:txBody>
        </p:sp>
        <p:sp>
          <p:nvSpPr>
            <p:cNvPr id="5" name="Rounded Rectangle 4">
              <a:extLst>
                <a:ext uri="{FF2B5EF4-FFF2-40B4-BE49-F238E27FC236}">
                  <a16:creationId xmlns:a16="http://schemas.microsoft.com/office/drawing/2014/main" id="{BF05F75C-8888-44A0-226F-153A4F7F5E11}"/>
                </a:ext>
              </a:extLst>
            </p:cNvPr>
            <p:cNvSpPr>
              <a:spLocks noChangeAspect="1"/>
            </p:cNvSpPr>
            <p:nvPr/>
          </p:nvSpPr>
          <p:spPr>
            <a:xfrm>
              <a:off x="11217125" y="5418718"/>
              <a:ext cx="2740595" cy="1280160"/>
            </a:xfrm>
            <a:prstGeom prst="roundRect">
              <a:avLst>
                <a:gd name="adj"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3600" kern="1200">
                  <a:solidFill>
                    <a:schemeClr val="lt1"/>
                  </a:solidFill>
                  <a:latin typeface="+mn-lt"/>
                  <a:ea typeface="+mn-ea"/>
                  <a:cs typeface="+mn-cs"/>
                </a:defRPr>
              </a:lvl1pPr>
              <a:lvl2pPr marL="914400" algn="l" defTabSz="914400" rtl="0" eaLnBrk="1" latinLnBrk="0" hangingPunct="1">
                <a:defRPr sz="3600" kern="1200">
                  <a:solidFill>
                    <a:schemeClr val="lt1"/>
                  </a:solidFill>
                  <a:latin typeface="+mn-lt"/>
                  <a:ea typeface="+mn-ea"/>
                  <a:cs typeface="+mn-cs"/>
                </a:defRPr>
              </a:lvl2pPr>
              <a:lvl3pPr marL="1828800" algn="l" defTabSz="914400" rtl="0" eaLnBrk="1" latinLnBrk="0" hangingPunct="1">
                <a:defRPr sz="3600" kern="1200">
                  <a:solidFill>
                    <a:schemeClr val="lt1"/>
                  </a:solidFill>
                  <a:latin typeface="+mn-lt"/>
                  <a:ea typeface="+mn-ea"/>
                  <a:cs typeface="+mn-cs"/>
                </a:defRPr>
              </a:lvl3pPr>
              <a:lvl4pPr marL="2743200" algn="l" defTabSz="914400" rtl="0" eaLnBrk="1" latinLnBrk="0" hangingPunct="1">
                <a:defRPr sz="3600" kern="1200">
                  <a:solidFill>
                    <a:schemeClr val="lt1"/>
                  </a:solidFill>
                  <a:latin typeface="+mn-lt"/>
                  <a:ea typeface="+mn-ea"/>
                  <a:cs typeface="+mn-cs"/>
                </a:defRPr>
              </a:lvl4pPr>
              <a:lvl5pPr marL="3657600" algn="l" defTabSz="914400" rtl="0" eaLnBrk="1" latinLnBrk="0" hangingPunct="1">
                <a:defRPr sz="3600" kern="1200">
                  <a:solidFill>
                    <a:schemeClr val="lt1"/>
                  </a:solidFill>
                  <a:latin typeface="+mn-lt"/>
                  <a:ea typeface="+mn-ea"/>
                  <a:cs typeface="+mn-cs"/>
                </a:defRPr>
              </a:lvl5pPr>
              <a:lvl6pPr marL="4572000" algn="l" defTabSz="914400" rtl="0" eaLnBrk="1" latinLnBrk="0" hangingPunct="1">
                <a:defRPr sz="3600" kern="1200">
                  <a:solidFill>
                    <a:schemeClr val="lt1"/>
                  </a:solidFill>
                  <a:latin typeface="+mn-lt"/>
                  <a:ea typeface="+mn-ea"/>
                  <a:cs typeface="+mn-cs"/>
                </a:defRPr>
              </a:lvl6pPr>
              <a:lvl7pPr marL="5486400" algn="l" defTabSz="914400" rtl="0" eaLnBrk="1" latinLnBrk="0" hangingPunct="1">
                <a:defRPr sz="3600" kern="1200">
                  <a:solidFill>
                    <a:schemeClr val="lt1"/>
                  </a:solidFill>
                  <a:latin typeface="+mn-lt"/>
                  <a:ea typeface="+mn-ea"/>
                  <a:cs typeface="+mn-cs"/>
                </a:defRPr>
              </a:lvl7pPr>
              <a:lvl8pPr marL="6400800" algn="l" defTabSz="914400" rtl="0" eaLnBrk="1" latinLnBrk="0" hangingPunct="1">
                <a:defRPr sz="3600" kern="1200">
                  <a:solidFill>
                    <a:schemeClr val="lt1"/>
                  </a:solidFill>
                  <a:latin typeface="+mn-lt"/>
                  <a:ea typeface="+mn-ea"/>
                  <a:cs typeface="+mn-cs"/>
                </a:defRPr>
              </a:lvl8pPr>
              <a:lvl9pPr marL="7315200" algn="l" defTabSz="914400" rtl="0" eaLnBrk="1" latinLnBrk="0" hangingPunct="1">
                <a:defRPr sz="3600" kern="1200">
                  <a:solidFill>
                    <a:schemeClr val="lt1"/>
                  </a:solidFill>
                  <a:latin typeface="+mn-lt"/>
                  <a:ea typeface="+mn-ea"/>
                  <a:cs typeface="+mn-cs"/>
                </a:defRPr>
              </a:lvl9pPr>
            </a:lstStyle>
            <a:p>
              <a:pPr algn="ctr"/>
              <a:endParaRPr lang="en-US" sz="1800"/>
            </a:p>
          </p:txBody>
        </p:sp>
        <p:sp>
          <p:nvSpPr>
            <p:cNvPr id="6" name="Oval 5">
              <a:extLst>
                <a:ext uri="{FF2B5EF4-FFF2-40B4-BE49-F238E27FC236}">
                  <a16:creationId xmlns:a16="http://schemas.microsoft.com/office/drawing/2014/main" id="{5F68F39C-8C8E-3F56-1E61-CD24B403CDA7}"/>
                </a:ext>
              </a:extLst>
            </p:cNvPr>
            <p:cNvSpPr>
              <a:spLocks noChangeAspect="1"/>
            </p:cNvSpPr>
            <p:nvPr/>
          </p:nvSpPr>
          <p:spPr>
            <a:xfrm>
              <a:off x="11423316" y="5418718"/>
              <a:ext cx="1280160" cy="1280160"/>
            </a:xfrm>
            <a:prstGeom prst="ellipse">
              <a:avLst/>
            </a:prstGeom>
            <a:solidFill>
              <a:srgbClr val="4398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3600" kern="1200">
                  <a:solidFill>
                    <a:schemeClr val="lt1"/>
                  </a:solidFill>
                  <a:latin typeface="+mn-lt"/>
                  <a:ea typeface="+mn-ea"/>
                  <a:cs typeface="+mn-cs"/>
                </a:defRPr>
              </a:lvl1pPr>
              <a:lvl2pPr marL="914400" algn="l" defTabSz="914400" rtl="0" eaLnBrk="1" latinLnBrk="0" hangingPunct="1">
                <a:defRPr sz="3600" kern="1200">
                  <a:solidFill>
                    <a:schemeClr val="lt1"/>
                  </a:solidFill>
                  <a:latin typeface="+mn-lt"/>
                  <a:ea typeface="+mn-ea"/>
                  <a:cs typeface="+mn-cs"/>
                </a:defRPr>
              </a:lvl2pPr>
              <a:lvl3pPr marL="1828800" algn="l" defTabSz="914400" rtl="0" eaLnBrk="1" latinLnBrk="0" hangingPunct="1">
                <a:defRPr sz="3600" kern="1200">
                  <a:solidFill>
                    <a:schemeClr val="lt1"/>
                  </a:solidFill>
                  <a:latin typeface="+mn-lt"/>
                  <a:ea typeface="+mn-ea"/>
                  <a:cs typeface="+mn-cs"/>
                </a:defRPr>
              </a:lvl3pPr>
              <a:lvl4pPr marL="2743200" algn="l" defTabSz="914400" rtl="0" eaLnBrk="1" latinLnBrk="0" hangingPunct="1">
                <a:defRPr sz="3600" kern="1200">
                  <a:solidFill>
                    <a:schemeClr val="lt1"/>
                  </a:solidFill>
                  <a:latin typeface="+mn-lt"/>
                  <a:ea typeface="+mn-ea"/>
                  <a:cs typeface="+mn-cs"/>
                </a:defRPr>
              </a:lvl4pPr>
              <a:lvl5pPr marL="3657600" algn="l" defTabSz="914400" rtl="0" eaLnBrk="1" latinLnBrk="0" hangingPunct="1">
                <a:defRPr sz="3600" kern="1200">
                  <a:solidFill>
                    <a:schemeClr val="lt1"/>
                  </a:solidFill>
                  <a:latin typeface="+mn-lt"/>
                  <a:ea typeface="+mn-ea"/>
                  <a:cs typeface="+mn-cs"/>
                </a:defRPr>
              </a:lvl5pPr>
              <a:lvl6pPr marL="4572000" algn="l" defTabSz="914400" rtl="0" eaLnBrk="1" latinLnBrk="0" hangingPunct="1">
                <a:defRPr sz="3600" kern="1200">
                  <a:solidFill>
                    <a:schemeClr val="lt1"/>
                  </a:solidFill>
                  <a:latin typeface="+mn-lt"/>
                  <a:ea typeface="+mn-ea"/>
                  <a:cs typeface="+mn-cs"/>
                </a:defRPr>
              </a:lvl6pPr>
              <a:lvl7pPr marL="5486400" algn="l" defTabSz="914400" rtl="0" eaLnBrk="1" latinLnBrk="0" hangingPunct="1">
                <a:defRPr sz="3600" kern="1200">
                  <a:solidFill>
                    <a:schemeClr val="lt1"/>
                  </a:solidFill>
                  <a:latin typeface="+mn-lt"/>
                  <a:ea typeface="+mn-ea"/>
                  <a:cs typeface="+mn-cs"/>
                </a:defRPr>
              </a:lvl7pPr>
              <a:lvl8pPr marL="6400800" algn="l" defTabSz="914400" rtl="0" eaLnBrk="1" latinLnBrk="0" hangingPunct="1">
                <a:defRPr sz="3600" kern="1200">
                  <a:solidFill>
                    <a:schemeClr val="lt1"/>
                  </a:solidFill>
                  <a:latin typeface="+mn-lt"/>
                  <a:ea typeface="+mn-ea"/>
                  <a:cs typeface="+mn-cs"/>
                </a:defRPr>
              </a:lvl8pPr>
              <a:lvl9pPr marL="7315200" algn="l" defTabSz="914400" rtl="0" eaLnBrk="1" latinLnBrk="0" hangingPunct="1">
                <a:defRPr sz="3600" kern="1200">
                  <a:solidFill>
                    <a:schemeClr val="lt1"/>
                  </a:solidFill>
                  <a:latin typeface="+mn-lt"/>
                  <a:ea typeface="+mn-ea"/>
                  <a:cs typeface="+mn-cs"/>
                </a:defRPr>
              </a:lvl9pPr>
            </a:lstStyle>
            <a:p>
              <a:pPr algn="ctr"/>
              <a:endParaRPr lang="en-US" sz="1800"/>
            </a:p>
          </p:txBody>
        </p:sp>
        <p:sp>
          <p:nvSpPr>
            <p:cNvPr id="7" name="Oval 6">
              <a:extLst>
                <a:ext uri="{FF2B5EF4-FFF2-40B4-BE49-F238E27FC236}">
                  <a16:creationId xmlns:a16="http://schemas.microsoft.com/office/drawing/2014/main" id="{359FA1A7-E512-3616-8A1A-26F73279BAC6}"/>
                </a:ext>
              </a:extLst>
            </p:cNvPr>
            <p:cNvSpPr>
              <a:spLocks noChangeAspect="1"/>
            </p:cNvSpPr>
            <p:nvPr/>
          </p:nvSpPr>
          <p:spPr>
            <a:xfrm>
              <a:off x="9862099" y="5418718"/>
              <a:ext cx="1280160" cy="1280160"/>
            </a:xfrm>
            <a:prstGeom prst="ellipse">
              <a:avLst/>
            </a:prstGeom>
            <a:solidFill>
              <a:srgbClr val="C6DE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3600" kern="1200">
                  <a:solidFill>
                    <a:schemeClr val="lt1"/>
                  </a:solidFill>
                  <a:latin typeface="+mn-lt"/>
                  <a:ea typeface="+mn-ea"/>
                  <a:cs typeface="+mn-cs"/>
                </a:defRPr>
              </a:lvl1pPr>
              <a:lvl2pPr marL="914400" algn="l" defTabSz="914400" rtl="0" eaLnBrk="1" latinLnBrk="0" hangingPunct="1">
                <a:defRPr sz="3600" kern="1200">
                  <a:solidFill>
                    <a:schemeClr val="lt1"/>
                  </a:solidFill>
                  <a:latin typeface="+mn-lt"/>
                  <a:ea typeface="+mn-ea"/>
                  <a:cs typeface="+mn-cs"/>
                </a:defRPr>
              </a:lvl2pPr>
              <a:lvl3pPr marL="1828800" algn="l" defTabSz="914400" rtl="0" eaLnBrk="1" latinLnBrk="0" hangingPunct="1">
                <a:defRPr sz="3600" kern="1200">
                  <a:solidFill>
                    <a:schemeClr val="lt1"/>
                  </a:solidFill>
                  <a:latin typeface="+mn-lt"/>
                  <a:ea typeface="+mn-ea"/>
                  <a:cs typeface="+mn-cs"/>
                </a:defRPr>
              </a:lvl3pPr>
              <a:lvl4pPr marL="2743200" algn="l" defTabSz="914400" rtl="0" eaLnBrk="1" latinLnBrk="0" hangingPunct="1">
                <a:defRPr sz="3600" kern="1200">
                  <a:solidFill>
                    <a:schemeClr val="lt1"/>
                  </a:solidFill>
                  <a:latin typeface="+mn-lt"/>
                  <a:ea typeface="+mn-ea"/>
                  <a:cs typeface="+mn-cs"/>
                </a:defRPr>
              </a:lvl4pPr>
              <a:lvl5pPr marL="3657600" algn="l" defTabSz="914400" rtl="0" eaLnBrk="1" latinLnBrk="0" hangingPunct="1">
                <a:defRPr sz="3600" kern="1200">
                  <a:solidFill>
                    <a:schemeClr val="lt1"/>
                  </a:solidFill>
                  <a:latin typeface="+mn-lt"/>
                  <a:ea typeface="+mn-ea"/>
                  <a:cs typeface="+mn-cs"/>
                </a:defRPr>
              </a:lvl5pPr>
              <a:lvl6pPr marL="4572000" algn="l" defTabSz="914400" rtl="0" eaLnBrk="1" latinLnBrk="0" hangingPunct="1">
                <a:defRPr sz="3600" kern="1200">
                  <a:solidFill>
                    <a:schemeClr val="lt1"/>
                  </a:solidFill>
                  <a:latin typeface="+mn-lt"/>
                  <a:ea typeface="+mn-ea"/>
                  <a:cs typeface="+mn-cs"/>
                </a:defRPr>
              </a:lvl6pPr>
              <a:lvl7pPr marL="5486400" algn="l" defTabSz="914400" rtl="0" eaLnBrk="1" latinLnBrk="0" hangingPunct="1">
                <a:defRPr sz="3600" kern="1200">
                  <a:solidFill>
                    <a:schemeClr val="lt1"/>
                  </a:solidFill>
                  <a:latin typeface="+mn-lt"/>
                  <a:ea typeface="+mn-ea"/>
                  <a:cs typeface="+mn-cs"/>
                </a:defRPr>
              </a:lvl7pPr>
              <a:lvl8pPr marL="6400800" algn="l" defTabSz="914400" rtl="0" eaLnBrk="1" latinLnBrk="0" hangingPunct="1">
                <a:defRPr sz="3600" kern="1200">
                  <a:solidFill>
                    <a:schemeClr val="lt1"/>
                  </a:solidFill>
                  <a:latin typeface="+mn-lt"/>
                  <a:ea typeface="+mn-ea"/>
                  <a:cs typeface="+mn-cs"/>
                </a:defRPr>
              </a:lvl8pPr>
              <a:lvl9pPr marL="7315200" algn="l" defTabSz="914400" rtl="0" eaLnBrk="1" latinLnBrk="0" hangingPunct="1">
                <a:defRPr sz="3600" kern="1200">
                  <a:solidFill>
                    <a:schemeClr val="lt1"/>
                  </a:solidFill>
                  <a:latin typeface="+mn-lt"/>
                  <a:ea typeface="+mn-ea"/>
                  <a:cs typeface="+mn-cs"/>
                </a:defRPr>
              </a:lvl9pPr>
            </a:lstStyle>
            <a:p>
              <a:pPr algn="ctr"/>
              <a:endParaRPr lang="en-US" sz="1800"/>
            </a:p>
          </p:txBody>
        </p:sp>
        <p:sp>
          <p:nvSpPr>
            <p:cNvPr id="8" name="Oval 7">
              <a:extLst>
                <a:ext uri="{FF2B5EF4-FFF2-40B4-BE49-F238E27FC236}">
                  <a16:creationId xmlns:a16="http://schemas.microsoft.com/office/drawing/2014/main" id="{ED16EEA5-4B30-69CA-4E7A-64FBA5BC7703}"/>
                </a:ext>
              </a:extLst>
            </p:cNvPr>
            <p:cNvSpPr>
              <a:spLocks noChangeAspect="1"/>
            </p:cNvSpPr>
            <p:nvPr/>
          </p:nvSpPr>
          <p:spPr>
            <a:xfrm>
              <a:off x="8950657" y="3889881"/>
              <a:ext cx="1280160" cy="1280160"/>
            </a:xfrm>
            <a:prstGeom prst="ellipse">
              <a:avLst/>
            </a:prstGeom>
            <a:solidFill>
              <a:srgbClr val="4398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3600" kern="1200">
                  <a:solidFill>
                    <a:schemeClr val="lt1"/>
                  </a:solidFill>
                  <a:latin typeface="+mn-lt"/>
                  <a:ea typeface="+mn-ea"/>
                  <a:cs typeface="+mn-cs"/>
                </a:defRPr>
              </a:lvl1pPr>
              <a:lvl2pPr marL="914400" algn="l" defTabSz="914400" rtl="0" eaLnBrk="1" latinLnBrk="0" hangingPunct="1">
                <a:defRPr sz="3600" kern="1200">
                  <a:solidFill>
                    <a:schemeClr val="lt1"/>
                  </a:solidFill>
                  <a:latin typeface="+mn-lt"/>
                  <a:ea typeface="+mn-ea"/>
                  <a:cs typeface="+mn-cs"/>
                </a:defRPr>
              </a:lvl2pPr>
              <a:lvl3pPr marL="1828800" algn="l" defTabSz="914400" rtl="0" eaLnBrk="1" latinLnBrk="0" hangingPunct="1">
                <a:defRPr sz="3600" kern="1200">
                  <a:solidFill>
                    <a:schemeClr val="lt1"/>
                  </a:solidFill>
                  <a:latin typeface="+mn-lt"/>
                  <a:ea typeface="+mn-ea"/>
                  <a:cs typeface="+mn-cs"/>
                </a:defRPr>
              </a:lvl3pPr>
              <a:lvl4pPr marL="2743200" algn="l" defTabSz="914400" rtl="0" eaLnBrk="1" latinLnBrk="0" hangingPunct="1">
                <a:defRPr sz="3600" kern="1200">
                  <a:solidFill>
                    <a:schemeClr val="lt1"/>
                  </a:solidFill>
                  <a:latin typeface="+mn-lt"/>
                  <a:ea typeface="+mn-ea"/>
                  <a:cs typeface="+mn-cs"/>
                </a:defRPr>
              </a:lvl4pPr>
              <a:lvl5pPr marL="3657600" algn="l" defTabSz="914400" rtl="0" eaLnBrk="1" latinLnBrk="0" hangingPunct="1">
                <a:defRPr sz="3600" kern="1200">
                  <a:solidFill>
                    <a:schemeClr val="lt1"/>
                  </a:solidFill>
                  <a:latin typeface="+mn-lt"/>
                  <a:ea typeface="+mn-ea"/>
                  <a:cs typeface="+mn-cs"/>
                </a:defRPr>
              </a:lvl5pPr>
              <a:lvl6pPr marL="4572000" algn="l" defTabSz="914400" rtl="0" eaLnBrk="1" latinLnBrk="0" hangingPunct="1">
                <a:defRPr sz="3600" kern="1200">
                  <a:solidFill>
                    <a:schemeClr val="lt1"/>
                  </a:solidFill>
                  <a:latin typeface="+mn-lt"/>
                  <a:ea typeface="+mn-ea"/>
                  <a:cs typeface="+mn-cs"/>
                </a:defRPr>
              </a:lvl6pPr>
              <a:lvl7pPr marL="5486400" algn="l" defTabSz="914400" rtl="0" eaLnBrk="1" latinLnBrk="0" hangingPunct="1">
                <a:defRPr sz="3600" kern="1200">
                  <a:solidFill>
                    <a:schemeClr val="lt1"/>
                  </a:solidFill>
                  <a:latin typeface="+mn-lt"/>
                  <a:ea typeface="+mn-ea"/>
                  <a:cs typeface="+mn-cs"/>
                </a:defRPr>
              </a:lvl7pPr>
              <a:lvl8pPr marL="6400800" algn="l" defTabSz="914400" rtl="0" eaLnBrk="1" latinLnBrk="0" hangingPunct="1">
                <a:defRPr sz="3600" kern="1200">
                  <a:solidFill>
                    <a:schemeClr val="lt1"/>
                  </a:solidFill>
                  <a:latin typeface="+mn-lt"/>
                  <a:ea typeface="+mn-ea"/>
                  <a:cs typeface="+mn-cs"/>
                </a:defRPr>
              </a:lvl8pPr>
              <a:lvl9pPr marL="7315200" algn="l" defTabSz="914400" rtl="0" eaLnBrk="1" latinLnBrk="0" hangingPunct="1">
                <a:defRPr sz="3600" kern="1200">
                  <a:solidFill>
                    <a:schemeClr val="lt1"/>
                  </a:solidFill>
                  <a:latin typeface="+mn-lt"/>
                  <a:ea typeface="+mn-ea"/>
                  <a:cs typeface="+mn-cs"/>
                </a:defRPr>
              </a:lvl9pPr>
            </a:lstStyle>
            <a:p>
              <a:pPr algn="ctr"/>
              <a:endParaRPr lang="en-US" sz="1800"/>
            </a:p>
          </p:txBody>
        </p:sp>
        <p:sp>
          <p:nvSpPr>
            <p:cNvPr id="9" name="Oval 8">
              <a:extLst>
                <a:ext uri="{FF2B5EF4-FFF2-40B4-BE49-F238E27FC236}">
                  <a16:creationId xmlns:a16="http://schemas.microsoft.com/office/drawing/2014/main" id="{54DBA9C8-A471-46E8-34B8-554C8FDFFFBF}"/>
                </a:ext>
              </a:extLst>
            </p:cNvPr>
            <p:cNvSpPr>
              <a:spLocks noChangeAspect="1"/>
            </p:cNvSpPr>
            <p:nvPr/>
          </p:nvSpPr>
          <p:spPr>
            <a:xfrm>
              <a:off x="4147935" y="6967873"/>
              <a:ext cx="1280160" cy="128016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3600" kern="1200">
                  <a:solidFill>
                    <a:schemeClr val="lt1"/>
                  </a:solidFill>
                  <a:latin typeface="+mn-lt"/>
                  <a:ea typeface="+mn-ea"/>
                  <a:cs typeface="+mn-cs"/>
                </a:defRPr>
              </a:lvl1pPr>
              <a:lvl2pPr marL="914400" algn="l" defTabSz="914400" rtl="0" eaLnBrk="1" latinLnBrk="0" hangingPunct="1">
                <a:defRPr sz="3600" kern="1200">
                  <a:solidFill>
                    <a:schemeClr val="lt1"/>
                  </a:solidFill>
                  <a:latin typeface="+mn-lt"/>
                  <a:ea typeface="+mn-ea"/>
                  <a:cs typeface="+mn-cs"/>
                </a:defRPr>
              </a:lvl2pPr>
              <a:lvl3pPr marL="1828800" algn="l" defTabSz="914400" rtl="0" eaLnBrk="1" latinLnBrk="0" hangingPunct="1">
                <a:defRPr sz="3600" kern="1200">
                  <a:solidFill>
                    <a:schemeClr val="lt1"/>
                  </a:solidFill>
                  <a:latin typeface="+mn-lt"/>
                  <a:ea typeface="+mn-ea"/>
                  <a:cs typeface="+mn-cs"/>
                </a:defRPr>
              </a:lvl3pPr>
              <a:lvl4pPr marL="2743200" algn="l" defTabSz="914400" rtl="0" eaLnBrk="1" latinLnBrk="0" hangingPunct="1">
                <a:defRPr sz="3600" kern="1200">
                  <a:solidFill>
                    <a:schemeClr val="lt1"/>
                  </a:solidFill>
                  <a:latin typeface="+mn-lt"/>
                  <a:ea typeface="+mn-ea"/>
                  <a:cs typeface="+mn-cs"/>
                </a:defRPr>
              </a:lvl4pPr>
              <a:lvl5pPr marL="3657600" algn="l" defTabSz="914400" rtl="0" eaLnBrk="1" latinLnBrk="0" hangingPunct="1">
                <a:defRPr sz="3600" kern="1200">
                  <a:solidFill>
                    <a:schemeClr val="lt1"/>
                  </a:solidFill>
                  <a:latin typeface="+mn-lt"/>
                  <a:ea typeface="+mn-ea"/>
                  <a:cs typeface="+mn-cs"/>
                </a:defRPr>
              </a:lvl5pPr>
              <a:lvl6pPr marL="4572000" algn="l" defTabSz="914400" rtl="0" eaLnBrk="1" latinLnBrk="0" hangingPunct="1">
                <a:defRPr sz="3600" kern="1200">
                  <a:solidFill>
                    <a:schemeClr val="lt1"/>
                  </a:solidFill>
                  <a:latin typeface="+mn-lt"/>
                  <a:ea typeface="+mn-ea"/>
                  <a:cs typeface="+mn-cs"/>
                </a:defRPr>
              </a:lvl6pPr>
              <a:lvl7pPr marL="5486400" algn="l" defTabSz="914400" rtl="0" eaLnBrk="1" latinLnBrk="0" hangingPunct="1">
                <a:defRPr sz="3600" kern="1200">
                  <a:solidFill>
                    <a:schemeClr val="lt1"/>
                  </a:solidFill>
                  <a:latin typeface="+mn-lt"/>
                  <a:ea typeface="+mn-ea"/>
                  <a:cs typeface="+mn-cs"/>
                </a:defRPr>
              </a:lvl7pPr>
              <a:lvl8pPr marL="6400800" algn="l" defTabSz="914400" rtl="0" eaLnBrk="1" latinLnBrk="0" hangingPunct="1">
                <a:defRPr sz="3600" kern="1200">
                  <a:solidFill>
                    <a:schemeClr val="lt1"/>
                  </a:solidFill>
                  <a:latin typeface="+mn-lt"/>
                  <a:ea typeface="+mn-ea"/>
                  <a:cs typeface="+mn-cs"/>
                </a:defRPr>
              </a:lvl8pPr>
              <a:lvl9pPr marL="7315200" algn="l" defTabSz="914400" rtl="0" eaLnBrk="1" latinLnBrk="0" hangingPunct="1">
                <a:defRPr sz="3600" kern="1200">
                  <a:solidFill>
                    <a:schemeClr val="lt1"/>
                  </a:solidFill>
                  <a:latin typeface="+mn-lt"/>
                  <a:ea typeface="+mn-ea"/>
                  <a:cs typeface="+mn-cs"/>
                </a:defRPr>
              </a:lvl9pPr>
            </a:lstStyle>
            <a:p>
              <a:pPr algn="ctr"/>
              <a:endParaRPr lang="en-US" sz="1800"/>
            </a:p>
          </p:txBody>
        </p:sp>
        <p:sp>
          <p:nvSpPr>
            <p:cNvPr id="10" name="Rounded Rectangle 9">
              <a:extLst>
                <a:ext uri="{FF2B5EF4-FFF2-40B4-BE49-F238E27FC236}">
                  <a16:creationId xmlns:a16="http://schemas.microsoft.com/office/drawing/2014/main" id="{C1AB11B1-5587-CD99-A59B-7142A077536A}"/>
                </a:ext>
              </a:extLst>
            </p:cNvPr>
            <p:cNvSpPr>
              <a:spLocks noChangeAspect="1"/>
            </p:cNvSpPr>
            <p:nvPr/>
          </p:nvSpPr>
          <p:spPr>
            <a:xfrm>
              <a:off x="4057798" y="5661606"/>
              <a:ext cx="3239834" cy="1280161"/>
            </a:xfrm>
            <a:prstGeom prst="roundRect">
              <a:avLst>
                <a:gd name="adj"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3600" kern="1200">
                  <a:solidFill>
                    <a:schemeClr val="lt1"/>
                  </a:solidFill>
                  <a:latin typeface="+mn-lt"/>
                  <a:ea typeface="+mn-ea"/>
                  <a:cs typeface="+mn-cs"/>
                </a:defRPr>
              </a:lvl1pPr>
              <a:lvl2pPr marL="914400" algn="l" defTabSz="914400" rtl="0" eaLnBrk="1" latinLnBrk="0" hangingPunct="1">
                <a:defRPr sz="3600" kern="1200">
                  <a:solidFill>
                    <a:schemeClr val="lt1"/>
                  </a:solidFill>
                  <a:latin typeface="+mn-lt"/>
                  <a:ea typeface="+mn-ea"/>
                  <a:cs typeface="+mn-cs"/>
                </a:defRPr>
              </a:lvl2pPr>
              <a:lvl3pPr marL="1828800" algn="l" defTabSz="914400" rtl="0" eaLnBrk="1" latinLnBrk="0" hangingPunct="1">
                <a:defRPr sz="3600" kern="1200">
                  <a:solidFill>
                    <a:schemeClr val="lt1"/>
                  </a:solidFill>
                  <a:latin typeface="+mn-lt"/>
                  <a:ea typeface="+mn-ea"/>
                  <a:cs typeface="+mn-cs"/>
                </a:defRPr>
              </a:lvl3pPr>
              <a:lvl4pPr marL="2743200" algn="l" defTabSz="914400" rtl="0" eaLnBrk="1" latinLnBrk="0" hangingPunct="1">
                <a:defRPr sz="3600" kern="1200">
                  <a:solidFill>
                    <a:schemeClr val="lt1"/>
                  </a:solidFill>
                  <a:latin typeface="+mn-lt"/>
                  <a:ea typeface="+mn-ea"/>
                  <a:cs typeface="+mn-cs"/>
                </a:defRPr>
              </a:lvl4pPr>
              <a:lvl5pPr marL="3657600" algn="l" defTabSz="914400" rtl="0" eaLnBrk="1" latinLnBrk="0" hangingPunct="1">
                <a:defRPr sz="3600" kern="1200">
                  <a:solidFill>
                    <a:schemeClr val="lt1"/>
                  </a:solidFill>
                  <a:latin typeface="+mn-lt"/>
                  <a:ea typeface="+mn-ea"/>
                  <a:cs typeface="+mn-cs"/>
                </a:defRPr>
              </a:lvl5pPr>
              <a:lvl6pPr marL="4572000" algn="l" defTabSz="914400" rtl="0" eaLnBrk="1" latinLnBrk="0" hangingPunct="1">
                <a:defRPr sz="3600" kern="1200">
                  <a:solidFill>
                    <a:schemeClr val="lt1"/>
                  </a:solidFill>
                  <a:latin typeface="+mn-lt"/>
                  <a:ea typeface="+mn-ea"/>
                  <a:cs typeface="+mn-cs"/>
                </a:defRPr>
              </a:lvl6pPr>
              <a:lvl7pPr marL="5486400" algn="l" defTabSz="914400" rtl="0" eaLnBrk="1" latinLnBrk="0" hangingPunct="1">
                <a:defRPr sz="3600" kern="1200">
                  <a:solidFill>
                    <a:schemeClr val="lt1"/>
                  </a:solidFill>
                  <a:latin typeface="+mn-lt"/>
                  <a:ea typeface="+mn-ea"/>
                  <a:cs typeface="+mn-cs"/>
                </a:defRPr>
              </a:lvl7pPr>
              <a:lvl8pPr marL="6400800" algn="l" defTabSz="914400" rtl="0" eaLnBrk="1" latinLnBrk="0" hangingPunct="1">
                <a:defRPr sz="3600" kern="1200">
                  <a:solidFill>
                    <a:schemeClr val="lt1"/>
                  </a:solidFill>
                  <a:latin typeface="+mn-lt"/>
                  <a:ea typeface="+mn-ea"/>
                  <a:cs typeface="+mn-cs"/>
                </a:defRPr>
              </a:lvl8pPr>
              <a:lvl9pPr marL="7315200" algn="l" defTabSz="914400" rtl="0" eaLnBrk="1" latinLnBrk="0" hangingPunct="1">
                <a:defRPr sz="3600" kern="1200">
                  <a:solidFill>
                    <a:schemeClr val="lt1"/>
                  </a:solidFill>
                  <a:latin typeface="+mn-lt"/>
                  <a:ea typeface="+mn-ea"/>
                  <a:cs typeface="+mn-cs"/>
                </a:defRPr>
              </a:lvl9pPr>
            </a:lstStyle>
            <a:p>
              <a:pPr algn="ctr"/>
              <a:endParaRPr lang="en-US" sz="1800"/>
            </a:p>
          </p:txBody>
        </p:sp>
        <p:sp>
          <p:nvSpPr>
            <p:cNvPr id="11" name="Oval 10">
              <a:extLst>
                <a:ext uri="{FF2B5EF4-FFF2-40B4-BE49-F238E27FC236}">
                  <a16:creationId xmlns:a16="http://schemas.microsoft.com/office/drawing/2014/main" id="{DD8B80BB-FF83-8675-D857-2999BEDFD45F}"/>
                </a:ext>
              </a:extLst>
            </p:cNvPr>
            <p:cNvSpPr>
              <a:spLocks noChangeAspect="1"/>
            </p:cNvSpPr>
            <p:nvPr/>
          </p:nvSpPr>
          <p:spPr>
            <a:xfrm>
              <a:off x="4767977" y="5661606"/>
              <a:ext cx="1280159" cy="1280161"/>
            </a:xfrm>
            <a:prstGeom prst="ellipse">
              <a:avLst/>
            </a:prstGeom>
            <a:solidFill>
              <a:srgbClr val="4398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3600" kern="1200">
                  <a:solidFill>
                    <a:schemeClr val="lt1"/>
                  </a:solidFill>
                  <a:latin typeface="+mn-lt"/>
                  <a:ea typeface="+mn-ea"/>
                  <a:cs typeface="+mn-cs"/>
                </a:defRPr>
              </a:lvl1pPr>
              <a:lvl2pPr marL="914400" algn="l" defTabSz="914400" rtl="0" eaLnBrk="1" latinLnBrk="0" hangingPunct="1">
                <a:defRPr sz="3600" kern="1200">
                  <a:solidFill>
                    <a:schemeClr val="lt1"/>
                  </a:solidFill>
                  <a:latin typeface="+mn-lt"/>
                  <a:ea typeface="+mn-ea"/>
                  <a:cs typeface="+mn-cs"/>
                </a:defRPr>
              </a:lvl2pPr>
              <a:lvl3pPr marL="1828800" algn="l" defTabSz="914400" rtl="0" eaLnBrk="1" latinLnBrk="0" hangingPunct="1">
                <a:defRPr sz="3600" kern="1200">
                  <a:solidFill>
                    <a:schemeClr val="lt1"/>
                  </a:solidFill>
                  <a:latin typeface="+mn-lt"/>
                  <a:ea typeface="+mn-ea"/>
                  <a:cs typeface="+mn-cs"/>
                </a:defRPr>
              </a:lvl3pPr>
              <a:lvl4pPr marL="2743200" algn="l" defTabSz="914400" rtl="0" eaLnBrk="1" latinLnBrk="0" hangingPunct="1">
                <a:defRPr sz="3600" kern="1200">
                  <a:solidFill>
                    <a:schemeClr val="lt1"/>
                  </a:solidFill>
                  <a:latin typeface="+mn-lt"/>
                  <a:ea typeface="+mn-ea"/>
                  <a:cs typeface="+mn-cs"/>
                </a:defRPr>
              </a:lvl4pPr>
              <a:lvl5pPr marL="3657600" algn="l" defTabSz="914400" rtl="0" eaLnBrk="1" latinLnBrk="0" hangingPunct="1">
                <a:defRPr sz="3600" kern="1200">
                  <a:solidFill>
                    <a:schemeClr val="lt1"/>
                  </a:solidFill>
                  <a:latin typeface="+mn-lt"/>
                  <a:ea typeface="+mn-ea"/>
                  <a:cs typeface="+mn-cs"/>
                </a:defRPr>
              </a:lvl5pPr>
              <a:lvl6pPr marL="4572000" algn="l" defTabSz="914400" rtl="0" eaLnBrk="1" latinLnBrk="0" hangingPunct="1">
                <a:defRPr sz="3600" kern="1200">
                  <a:solidFill>
                    <a:schemeClr val="lt1"/>
                  </a:solidFill>
                  <a:latin typeface="+mn-lt"/>
                  <a:ea typeface="+mn-ea"/>
                  <a:cs typeface="+mn-cs"/>
                </a:defRPr>
              </a:lvl6pPr>
              <a:lvl7pPr marL="5486400" algn="l" defTabSz="914400" rtl="0" eaLnBrk="1" latinLnBrk="0" hangingPunct="1">
                <a:defRPr sz="3600" kern="1200">
                  <a:solidFill>
                    <a:schemeClr val="lt1"/>
                  </a:solidFill>
                  <a:latin typeface="+mn-lt"/>
                  <a:ea typeface="+mn-ea"/>
                  <a:cs typeface="+mn-cs"/>
                </a:defRPr>
              </a:lvl7pPr>
              <a:lvl8pPr marL="6400800" algn="l" defTabSz="914400" rtl="0" eaLnBrk="1" latinLnBrk="0" hangingPunct="1">
                <a:defRPr sz="3600" kern="1200">
                  <a:solidFill>
                    <a:schemeClr val="lt1"/>
                  </a:solidFill>
                  <a:latin typeface="+mn-lt"/>
                  <a:ea typeface="+mn-ea"/>
                  <a:cs typeface="+mn-cs"/>
                </a:defRPr>
              </a:lvl8pPr>
              <a:lvl9pPr marL="7315200" algn="l" defTabSz="914400" rtl="0" eaLnBrk="1" latinLnBrk="0" hangingPunct="1">
                <a:defRPr sz="3600" kern="1200">
                  <a:solidFill>
                    <a:schemeClr val="lt1"/>
                  </a:solidFill>
                  <a:latin typeface="+mn-lt"/>
                  <a:ea typeface="+mn-ea"/>
                  <a:cs typeface="+mn-cs"/>
                </a:defRPr>
              </a:lvl9pPr>
            </a:lstStyle>
            <a:p>
              <a:pPr algn="ctr"/>
              <a:endParaRPr lang="en-US" sz="1800"/>
            </a:p>
          </p:txBody>
        </p:sp>
        <p:sp>
          <p:nvSpPr>
            <p:cNvPr id="12" name="Oval 11">
              <a:extLst>
                <a:ext uri="{FF2B5EF4-FFF2-40B4-BE49-F238E27FC236}">
                  <a16:creationId xmlns:a16="http://schemas.microsoft.com/office/drawing/2014/main" id="{63B09755-28D7-4AAA-717F-BDAF5BB2F0F7}"/>
                </a:ext>
              </a:extLst>
            </p:cNvPr>
            <p:cNvSpPr>
              <a:spLocks noChangeAspect="1"/>
            </p:cNvSpPr>
            <p:nvPr/>
          </p:nvSpPr>
          <p:spPr>
            <a:xfrm>
              <a:off x="2435076" y="5661606"/>
              <a:ext cx="1280160" cy="1280160"/>
            </a:xfrm>
            <a:prstGeom prst="ellipse">
              <a:avLst/>
            </a:prstGeom>
            <a:solidFill>
              <a:srgbClr val="C6DE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3600" kern="1200">
                  <a:solidFill>
                    <a:schemeClr val="lt1"/>
                  </a:solidFill>
                  <a:latin typeface="+mn-lt"/>
                  <a:ea typeface="+mn-ea"/>
                  <a:cs typeface="+mn-cs"/>
                </a:defRPr>
              </a:lvl1pPr>
              <a:lvl2pPr marL="914400" algn="l" defTabSz="914400" rtl="0" eaLnBrk="1" latinLnBrk="0" hangingPunct="1">
                <a:defRPr sz="3600" kern="1200">
                  <a:solidFill>
                    <a:schemeClr val="lt1"/>
                  </a:solidFill>
                  <a:latin typeface="+mn-lt"/>
                  <a:ea typeface="+mn-ea"/>
                  <a:cs typeface="+mn-cs"/>
                </a:defRPr>
              </a:lvl2pPr>
              <a:lvl3pPr marL="1828800" algn="l" defTabSz="914400" rtl="0" eaLnBrk="1" latinLnBrk="0" hangingPunct="1">
                <a:defRPr sz="3600" kern="1200">
                  <a:solidFill>
                    <a:schemeClr val="lt1"/>
                  </a:solidFill>
                  <a:latin typeface="+mn-lt"/>
                  <a:ea typeface="+mn-ea"/>
                  <a:cs typeface="+mn-cs"/>
                </a:defRPr>
              </a:lvl3pPr>
              <a:lvl4pPr marL="2743200" algn="l" defTabSz="914400" rtl="0" eaLnBrk="1" latinLnBrk="0" hangingPunct="1">
                <a:defRPr sz="3600" kern="1200">
                  <a:solidFill>
                    <a:schemeClr val="lt1"/>
                  </a:solidFill>
                  <a:latin typeface="+mn-lt"/>
                  <a:ea typeface="+mn-ea"/>
                  <a:cs typeface="+mn-cs"/>
                </a:defRPr>
              </a:lvl4pPr>
              <a:lvl5pPr marL="3657600" algn="l" defTabSz="914400" rtl="0" eaLnBrk="1" latinLnBrk="0" hangingPunct="1">
                <a:defRPr sz="3600" kern="1200">
                  <a:solidFill>
                    <a:schemeClr val="lt1"/>
                  </a:solidFill>
                  <a:latin typeface="+mn-lt"/>
                  <a:ea typeface="+mn-ea"/>
                  <a:cs typeface="+mn-cs"/>
                </a:defRPr>
              </a:lvl5pPr>
              <a:lvl6pPr marL="4572000" algn="l" defTabSz="914400" rtl="0" eaLnBrk="1" latinLnBrk="0" hangingPunct="1">
                <a:defRPr sz="3600" kern="1200">
                  <a:solidFill>
                    <a:schemeClr val="lt1"/>
                  </a:solidFill>
                  <a:latin typeface="+mn-lt"/>
                  <a:ea typeface="+mn-ea"/>
                  <a:cs typeface="+mn-cs"/>
                </a:defRPr>
              </a:lvl6pPr>
              <a:lvl7pPr marL="5486400" algn="l" defTabSz="914400" rtl="0" eaLnBrk="1" latinLnBrk="0" hangingPunct="1">
                <a:defRPr sz="3600" kern="1200">
                  <a:solidFill>
                    <a:schemeClr val="lt1"/>
                  </a:solidFill>
                  <a:latin typeface="+mn-lt"/>
                  <a:ea typeface="+mn-ea"/>
                  <a:cs typeface="+mn-cs"/>
                </a:defRPr>
              </a:lvl7pPr>
              <a:lvl8pPr marL="6400800" algn="l" defTabSz="914400" rtl="0" eaLnBrk="1" latinLnBrk="0" hangingPunct="1">
                <a:defRPr sz="3600" kern="1200">
                  <a:solidFill>
                    <a:schemeClr val="lt1"/>
                  </a:solidFill>
                  <a:latin typeface="+mn-lt"/>
                  <a:ea typeface="+mn-ea"/>
                  <a:cs typeface="+mn-cs"/>
                </a:defRPr>
              </a:lvl8pPr>
              <a:lvl9pPr marL="7315200" algn="l" defTabSz="914400" rtl="0" eaLnBrk="1" latinLnBrk="0" hangingPunct="1">
                <a:defRPr sz="3600" kern="1200">
                  <a:solidFill>
                    <a:schemeClr val="lt1"/>
                  </a:solidFill>
                  <a:latin typeface="+mn-lt"/>
                  <a:ea typeface="+mn-ea"/>
                  <a:cs typeface="+mn-cs"/>
                </a:defRPr>
              </a:lvl9pPr>
            </a:lstStyle>
            <a:p>
              <a:pPr algn="ctr"/>
              <a:endParaRPr lang="en-US" sz="1800"/>
            </a:p>
          </p:txBody>
        </p:sp>
        <p:sp>
          <p:nvSpPr>
            <p:cNvPr id="13" name="Oval 12">
              <a:extLst>
                <a:ext uri="{FF2B5EF4-FFF2-40B4-BE49-F238E27FC236}">
                  <a16:creationId xmlns:a16="http://schemas.microsoft.com/office/drawing/2014/main" id="{73DD29B8-2981-C446-1FC0-494198A5F899}"/>
                </a:ext>
              </a:extLst>
            </p:cNvPr>
            <p:cNvSpPr>
              <a:spLocks noChangeAspect="1"/>
            </p:cNvSpPr>
            <p:nvPr/>
          </p:nvSpPr>
          <p:spPr>
            <a:xfrm>
              <a:off x="1699521" y="5661606"/>
              <a:ext cx="1280160" cy="1280160"/>
            </a:xfrm>
            <a:prstGeom prst="ellipse">
              <a:avLst/>
            </a:pr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3600" kern="1200">
                  <a:solidFill>
                    <a:schemeClr val="lt1"/>
                  </a:solidFill>
                  <a:latin typeface="+mn-lt"/>
                  <a:ea typeface="+mn-ea"/>
                  <a:cs typeface="+mn-cs"/>
                </a:defRPr>
              </a:lvl1pPr>
              <a:lvl2pPr marL="914400" algn="l" defTabSz="914400" rtl="0" eaLnBrk="1" latinLnBrk="0" hangingPunct="1">
                <a:defRPr sz="3600" kern="1200">
                  <a:solidFill>
                    <a:schemeClr val="lt1"/>
                  </a:solidFill>
                  <a:latin typeface="+mn-lt"/>
                  <a:ea typeface="+mn-ea"/>
                  <a:cs typeface="+mn-cs"/>
                </a:defRPr>
              </a:lvl2pPr>
              <a:lvl3pPr marL="1828800" algn="l" defTabSz="914400" rtl="0" eaLnBrk="1" latinLnBrk="0" hangingPunct="1">
                <a:defRPr sz="3600" kern="1200">
                  <a:solidFill>
                    <a:schemeClr val="lt1"/>
                  </a:solidFill>
                  <a:latin typeface="+mn-lt"/>
                  <a:ea typeface="+mn-ea"/>
                  <a:cs typeface="+mn-cs"/>
                </a:defRPr>
              </a:lvl3pPr>
              <a:lvl4pPr marL="2743200" algn="l" defTabSz="914400" rtl="0" eaLnBrk="1" latinLnBrk="0" hangingPunct="1">
                <a:defRPr sz="3600" kern="1200">
                  <a:solidFill>
                    <a:schemeClr val="lt1"/>
                  </a:solidFill>
                  <a:latin typeface="+mn-lt"/>
                  <a:ea typeface="+mn-ea"/>
                  <a:cs typeface="+mn-cs"/>
                </a:defRPr>
              </a:lvl4pPr>
              <a:lvl5pPr marL="3657600" algn="l" defTabSz="914400" rtl="0" eaLnBrk="1" latinLnBrk="0" hangingPunct="1">
                <a:defRPr sz="3600" kern="1200">
                  <a:solidFill>
                    <a:schemeClr val="lt1"/>
                  </a:solidFill>
                  <a:latin typeface="+mn-lt"/>
                  <a:ea typeface="+mn-ea"/>
                  <a:cs typeface="+mn-cs"/>
                </a:defRPr>
              </a:lvl5pPr>
              <a:lvl6pPr marL="4572000" algn="l" defTabSz="914400" rtl="0" eaLnBrk="1" latinLnBrk="0" hangingPunct="1">
                <a:defRPr sz="3600" kern="1200">
                  <a:solidFill>
                    <a:schemeClr val="lt1"/>
                  </a:solidFill>
                  <a:latin typeface="+mn-lt"/>
                  <a:ea typeface="+mn-ea"/>
                  <a:cs typeface="+mn-cs"/>
                </a:defRPr>
              </a:lvl6pPr>
              <a:lvl7pPr marL="5486400" algn="l" defTabSz="914400" rtl="0" eaLnBrk="1" latinLnBrk="0" hangingPunct="1">
                <a:defRPr sz="3600" kern="1200">
                  <a:solidFill>
                    <a:schemeClr val="lt1"/>
                  </a:solidFill>
                  <a:latin typeface="+mn-lt"/>
                  <a:ea typeface="+mn-ea"/>
                  <a:cs typeface="+mn-cs"/>
                </a:defRPr>
              </a:lvl7pPr>
              <a:lvl8pPr marL="6400800" algn="l" defTabSz="914400" rtl="0" eaLnBrk="1" latinLnBrk="0" hangingPunct="1">
                <a:defRPr sz="3600" kern="1200">
                  <a:solidFill>
                    <a:schemeClr val="lt1"/>
                  </a:solidFill>
                  <a:latin typeface="+mn-lt"/>
                  <a:ea typeface="+mn-ea"/>
                  <a:cs typeface="+mn-cs"/>
                </a:defRPr>
              </a:lvl8pPr>
              <a:lvl9pPr marL="7315200" algn="l" defTabSz="914400" rtl="0" eaLnBrk="1" latinLnBrk="0" hangingPunct="1">
                <a:defRPr sz="3600" kern="1200">
                  <a:solidFill>
                    <a:schemeClr val="lt1"/>
                  </a:solidFill>
                  <a:latin typeface="+mn-lt"/>
                  <a:ea typeface="+mn-ea"/>
                  <a:cs typeface="+mn-cs"/>
                </a:defRPr>
              </a:lvl9pPr>
            </a:lstStyle>
            <a:p>
              <a:pPr algn="ctr"/>
              <a:endParaRPr lang="en-US" sz="1800"/>
            </a:p>
          </p:txBody>
        </p:sp>
        <p:sp>
          <p:nvSpPr>
            <p:cNvPr id="14" name="Oval 13">
              <a:extLst>
                <a:ext uri="{FF2B5EF4-FFF2-40B4-BE49-F238E27FC236}">
                  <a16:creationId xmlns:a16="http://schemas.microsoft.com/office/drawing/2014/main" id="{B361A063-AF3E-BE3B-3CEB-3F2F07AF9D3E}"/>
                </a:ext>
              </a:extLst>
            </p:cNvPr>
            <p:cNvSpPr>
              <a:spLocks noChangeAspect="1"/>
            </p:cNvSpPr>
            <p:nvPr/>
          </p:nvSpPr>
          <p:spPr>
            <a:xfrm>
              <a:off x="8234478" y="6959619"/>
              <a:ext cx="1280160" cy="1280160"/>
            </a:xfrm>
            <a:prstGeom prst="ellipse">
              <a:avLst/>
            </a:prstGeom>
            <a:solidFill>
              <a:srgbClr val="4398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3600" kern="1200">
                  <a:solidFill>
                    <a:schemeClr val="lt1"/>
                  </a:solidFill>
                  <a:latin typeface="+mn-lt"/>
                  <a:ea typeface="+mn-ea"/>
                  <a:cs typeface="+mn-cs"/>
                </a:defRPr>
              </a:lvl1pPr>
              <a:lvl2pPr marL="914400" algn="l" defTabSz="914400" rtl="0" eaLnBrk="1" latinLnBrk="0" hangingPunct="1">
                <a:defRPr sz="3600" kern="1200">
                  <a:solidFill>
                    <a:schemeClr val="lt1"/>
                  </a:solidFill>
                  <a:latin typeface="+mn-lt"/>
                  <a:ea typeface="+mn-ea"/>
                  <a:cs typeface="+mn-cs"/>
                </a:defRPr>
              </a:lvl2pPr>
              <a:lvl3pPr marL="1828800" algn="l" defTabSz="914400" rtl="0" eaLnBrk="1" latinLnBrk="0" hangingPunct="1">
                <a:defRPr sz="3600" kern="1200">
                  <a:solidFill>
                    <a:schemeClr val="lt1"/>
                  </a:solidFill>
                  <a:latin typeface="+mn-lt"/>
                  <a:ea typeface="+mn-ea"/>
                  <a:cs typeface="+mn-cs"/>
                </a:defRPr>
              </a:lvl3pPr>
              <a:lvl4pPr marL="2743200" algn="l" defTabSz="914400" rtl="0" eaLnBrk="1" latinLnBrk="0" hangingPunct="1">
                <a:defRPr sz="3600" kern="1200">
                  <a:solidFill>
                    <a:schemeClr val="lt1"/>
                  </a:solidFill>
                  <a:latin typeface="+mn-lt"/>
                  <a:ea typeface="+mn-ea"/>
                  <a:cs typeface="+mn-cs"/>
                </a:defRPr>
              </a:lvl4pPr>
              <a:lvl5pPr marL="3657600" algn="l" defTabSz="914400" rtl="0" eaLnBrk="1" latinLnBrk="0" hangingPunct="1">
                <a:defRPr sz="3600" kern="1200">
                  <a:solidFill>
                    <a:schemeClr val="lt1"/>
                  </a:solidFill>
                  <a:latin typeface="+mn-lt"/>
                  <a:ea typeface="+mn-ea"/>
                  <a:cs typeface="+mn-cs"/>
                </a:defRPr>
              </a:lvl5pPr>
              <a:lvl6pPr marL="4572000" algn="l" defTabSz="914400" rtl="0" eaLnBrk="1" latinLnBrk="0" hangingPunct="1">
                <a:defRPr sz="3600" kern="1200">
                  <a:solidFill>
                    <a:schemeClr val="lt1"/>
                  </a:solidFill>
                  <a:latin typeface="+mn-lt"/>
                  <a:ea typeface="+mn-ea"/>
                  <a:cs typeface="+mn-cs"/>
                </a:defRPr>
              </a:lvl6pPr>
              <a:lvl7pPr marL="5486400" algn="l" defTabSz="914400" rtl="0" eaLnBrk="1" latinLnBrk="0" hangingPunct="1">
                <a:defRPr sz="3600" kern="1200">
                  <a:solidFill>
                    <a:schemeClr val="lt1"/>
                  </a:solidFill>
                  <a:latin typeface="+mn-lt"/>
                  <a:ea typeface="+mn-ea"/>
                  <a:cs typeface="+mn-cs"/>
                </a:defRPr>
              </a:lvl7pPr>
              <a:lvl8pPr marL="6400800" algn="l" defTabSz="914400" rtl="0" eaLnBrk="1" latinLnBrk="0" hangingPunct="1">
                <a:defRPr sz="3600" kern="1200">
                  <a:solidFill>
                    <a:schemeClr val="lt1"/>
                  </a:solidFill>
                  <a:latin typeface="+mn-lt"/>
                  <a:ea typeface="+mn-ea"/>
                  <a:cs typeface="+mn-cs"/>
                </a:defRPr>
              </a:lvl8pPr>
              <a:lvl9pPr marL="7315200" algn="l" defTabSz="914400" rtl="0" eaLnBrk="1" latinLnBrk="0" hangingPunct="1">
                <a:defRPr sz="3600" kern="1200">
                  <a:solidFill>
                    <a:schemeClr val="lt1"/>
                  </a:solidFill>
                  <a:latin typeface="+mn-lt"/>
                  <a:ea typeface="+mn-ea"/>
                  <a:cs typeface="+mn-cs"/>
                </a:defRPr>
              </a:lvl9pPr>
            </a:lstStyle>
            <a:p>
              <a:pPr algn="ctr"/>
              <a:endParaRPr lang="en-US" sz="1800"/>
            </a:p>
          </p:txBody>
        </p:sp>
        <p:sp>
          <p:nvSpPr>
            <p:cNvPr id="15" name="Rounded Rectangle 14">
              <a:extLst>
                <a:ext uri="{FF2B5EF4-FFF2-40B4-BE49-F238E27FC236}">
                  <a16:creationId xmlns:a16="http://schemas.microsoft.com/office/drawing/2014/main" id="{BCA3FE71-73A1-F9DF-7785-6D4EF9FA44FC}"/>
                </a:ext>
              </a:extLst>
            </p:cNvPr>
            <p:cNvSpPr>
              <a:spLocks noChangeAspect="1"/>
            </p:cNvSpPr>
            <p:nvPr/>
          </p:nvSpPr>
          <p:spPr>
            <a:xfrm>
              <a:off x="11305148" y="6955809"/>
              <a:ext cx="2740595" cy="1280160"/>
            </a:xfrm>
            <a:prstGeom prst="roundRect">
              <a:avLst>
                <a:gd name="adj" fmla="val 50000"/>
              </a:avLst>
            </a:prstGeom>
            <a:solidFill>
              <a:srgbClr val="C6DE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3600" kern="1200">
                  <a:solidFill>
                    <a:schemeClr val="lt1"/>
                  </a:solidFill>
                  <a:latin typeface="+mn-lt"/>
                  <a:ea typeface="+mn-ea"/>
                  <a:cs typeface="+mn-cs"/>
                </a:defRPr>
              </a:lvl1pPr>
              <a:lvl2pPr marL="914400" algn="l" defTabSz="914400" rtl="0" eaLnBrk="1" latinLnBrk="0" hangingPunct="1">
                <a:defRPr sz="3600" kern="1200">
                  <a:solidFill>
                    <a:schemeClr val="lt1"/>
                  </a:solidFill>
                  <a:latin typeface="+mn-lt"/>
                  <a:ea typeface="+mn-ea"/>
                  <a:cs typeface="+mn-cs"/>
                </a:defRPr>
              </a:lvl2pPr>
              <a:lvl3pPr marL="1828800" algn="l" defTabSz="914400" rtl="0" eaLnBrk="1" latinLnBrk="0" hangingPunct="1">
                <a:defRPr sz="3600" kern="1200">
                  <a:solidFill>
                    <a:schemeClr val="lt1"/>
                  </a:solidFill>
                  <a:latin typeface="+mn-lt"/>
                  <a:ea typeface="+mn-ea"/>
                  <a:cs typeface="+mn-cs"/>
                </a:defRPr>
              </a:lvl3pPr>
              <a:lvl4pPr marL="2743200" algn="l" defTabSz="914400" rtl="0" eaLnBrk="1" latinLnBrk="0" hangingPunct="1">
                <a:defRPr sz="3600" kern="1200">
                  <a:solidFill>
                    <a:schemeClr val="lt1"/>
                  </a:solidFill>
                  <a:latin typeface="+mn-lt"/>
                  <a:ea typeface="+mn-ea"/>
                  <a:cs typeface="+mn-cs"/>
                </a:defRPr>
              </a:lvl4pPr>
              <a:lvl5pPr marL="3657600" algn="l" defTabSz="914400" rtl="0" eaLnBrk="1" latinLnBrk="0" hangingPunct="1">
                <a:defRPr sz="3600" kern="1200">
                  <a:solidFill>
                    <a:schemeClr val="lt1"/>
                  </a:solidFill>
                  <a:latin typeface="+mn-lt"/>
                  <a:ea typeface="+mn-ea"/>
                  <a:cs typeface="+mn-cs"/>
                </a:defRPr>
              </a:lvl5pPr>
              <a:lvl6pPr marL="4572000" algn="l" defTabSz="914400" rtl="0" eaLnBrk="1" latinLnBrk="0" hangingPunct="1">
                <a:defRPr sz="3600" kern="1200">
                  <a:solidFill>
                    <a:schemeClr val="lt1"/>
                  </a:solidFill>
                  <a:latin typeface="+mn-lt"/>
                  <a:ea typeface="+mn-ea"/>
                  <a:cs typeface="+mn-cs"/>
                </a:defRPr>
              </a:lvl6pPr>
              <a:lvl7pPr marL="5486400" algn="l" defTabSz="914400" rtl="0" eaLnBrk="1" latinLnBrk="0" hangingPunct="1">
                <a:defRPr sz="3600" kern="1200">
                  <a:solidFill>
                    <a:schemeClr val="lt1"/>
                  </a:solidFill>
                  <a:latin typeface="+mn-lt"/>
                  <a:ea typeface="+mn-ea"/>
                  <a:cs typeface="+mn-cs"/>
                </a:defRPr>
              </a:lvl7pPr>
              <a:lvl8pPr marL="6400800" algn="l" defTabSz="914400" rtl="0" eaLnBrk="1" latinLnBrk="0" hangingPunct="1">
                <a:defRPr sz="3600" kern="1200">
                  <a:solidFill>
                    <a:schemeClr val="lt1"/>
                  </a:solidFill>
                  <a:latin typeface="+mn-lt"/>
                  <a:ea typeface="+mn-ea"/>
                  <a:cs typeface="+mn-cs"/>
                </a:defRPr>
              </a:lvl8pPr>
              <a:lvl9pPr marL="7315200" algn="l" defTabSz="914400" rtl="0" eaLnBrk="1" latinLnBrk="0" hangingPunct="1">
                <a:defRPr sz="3600" kern="1200">
                  <a:solidFill>
                    <a:schemeClr val="lt1"/>
                  </a:solidFill>
                  <a:latin typeface="+mn-lt"/>
                  <a:ea typeface="+mn-ea"/>
                  <a:cs typeface="+mn-cs"/>
                </a:defRPr>
              </a:lvl9pPr>
            </a:lstStyle>
            <a:p>
              <a:pPr algn="ctr"/>
              <a:endParaRPr lang="en-US" sz="1800"/>
            </a:p>
          </p:txBody>
        </p:sp>
        <p:sp>
          <p:nvSpPr>
            <p:cNvPr id="16" name="Oval 15">
              <a:extLst>
                <a:ext uri="{FF2B5EF4-FFF2-40B4-BE49-F238E27FC236}">
                  <a16:creationId xmlns:a16="http://schemas.microsoft.com/office/drawing/2014/main" id="{8ECE33B4-7D9F-76AC-2129-2F9715B3DD55}"/>
                </a:ext>
              </a:extLst>
            </p:cNvPr>
            <p:cNvSpPr>
              <a:spLocks noChangeAspect="1"/>
            </p:cNvSpPr>
            <p:nvPr/>
          </p:nvSpPr>
          <p:spPr>
            <a:xfrm>
              <a:off x="12428971" y="6955809"/>
              <a:ext cx="1280160" cy="1280160"/>
            </a:xfrm>
            <a:prstGeom prst="ellipse">
              <a:avLst/>
            </a:prstGeom>
            <a:solidFill>
              <a:srgbClr val="4398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3600" kern="1200">
                  <a:solidFill>
                    <a:schemeClr val="lt1"/>
                  </a:solidFill>
                  <a:latin typeface="+mn-lt"/>
                  <a:ea typeface="+mn-ea"/>
                  <a:cs typeface="+mn-cs"/>
                </a:defRPr>
              </a:lvl1pPr>
              <a:lvl2pPr marL="914400" algn="l" defTabSz="914400" rtl="0" eaLnBrk="1" latinLnBrk="0" hangingPunct="1">
                <a:defRPr sz="3600" kern="1200">
                  <a:solidFill>
                    <a:schemeClr val="lt1"/>
                  </a:solidFill>
                  <a:latin typeface="+mn-lt"/>
                  <a:ea typeface="+mn-ea"/>
                  <a:cs typeface="+mn-cs"/>
                </a:defRPr>
              </a:lvl2pPr>
              <a:lvl3pPr marL="1828800" algn="l" defTabSz="914400" rtl="0" eaLnBrk="1" latinLnBrk="0" hangingPunct="1">
                <a:defRPr sz="3600" kern="1200">
                  <a:solidFill>
                    <a:schemeClr val="lt1"/>
                  </a:solidFill>
                  <a:latin typeface="+mn-lt"/>
                  <a:ea typeface="+mn-ea"/>
                  <a:cs typeface="+mn-cs"/>
                </a:defRPr>
              </a:lvl3pPr>
              <a:lvl4pPr marL="2743200" algn="l" defTabSz="914400" rtl="0" eaLnBrk="1" latinLnBrk="0" hangingPunct="1">
                <a:defRPr sz="3600" kern="1200">
                  <a:solidFill>
                    <a:schemeClr val="lt1"/>
                  </a:solidFill>
                  <a:latin typeface="+mn-lt"/>
                  <a:ea typeface="+mn-ea"/>
                  <a:cs typeface="+mn-cs"/>
                </a:defRPr>
              </a:lvl4pPr>
              <a:lvl5pPr marL="3657600" algn="l" defTabSz="914400" rtl="0" eaLnBrk="1" latinLnBrk="0" hangingPunct="1">
                <a:defRPr sz="3600" kern="1200">
                  <a:solidFill>
                    <a:schemeClr val="lt1"/>
                  </a:solidFill>
                  <a:latin typeface="+mn-lt"/>
                  <a:ea typeface="+mn-ea"/>
                  <a:cs typeface="+mn-cs"/>
                </a:defRPr>
              </a:lvl5pPr>
              <a:lvl6pPr marL="4572000" algn="l" defTabSz="914400" rtl="0" eaLnBrk="1" latinLnBrk="0" hangingPunct="1">
                <a:defRPr sz="3600" kern="1200">
                  <a:solidFill>
                    <a:schemeClr val="lt1"/>
                  </a:solidFill>
                  <a:latin typeface="+mn-lt"/>
                  <a:ea typeface="+mn-ea"/>
                  <a:cs typeface="+mn-cs"/>
                </a:defRPr>
              </a:lvl6pPr>
              <a:lvl7pPr marL="5486400" algn="l" defTabSz="914400" rtl="0" eaLnBrk="1" latinLnBrk="0" hangingPunct="1">
                <a:defRPr sz="3600" kern="1200">
                  <a:solidFill>
                    <a:schemeClr val="lt1"/>
                  </a:solidFill>
                  <a:latin typeface="+mn-lt"/>
                  <a:ea typeface="+mn-ea"/>
                  <a:cs typeface="+mn-cs"/>
                </a:defRPr>
              </a:lvl7pPr>
              <a:lvl8pPr marL="6400800" algn="l" defTabSz="914400" rtl="0" eaLnBrk="1" latinLnBrk="0" hangingPunct="1">
                <a:defRPr sz="3600" kern="1200">
                  <a:solidFill>
                    <a:schemeClr val="lt1"/>
                  </a:solidFill>
                  <a:latin typeface="+mn-lt"/>
                  <a:ea typeface="+mn-ea"/>
                  <a:cs typeface="+mn-cs"/>
                </a:defRPr>
              </a:lvl8pPr>
              <a:lvl9pPr marL="7315200" algn="l" defTabSz="914400" rtl="0" eaLnBrk="1" latinLnBrk="0" hangingPunct="1">
                <a:defRPr sz="3600" kern="1200">
                  <a:solidFill>
                    <a:schemeClr val="lt1"/>
                  </a:solidFill>
                  <a:latin typeface="+mn-lt"/>
                  <a:ea typeface="+mn-ea"/>
                  <a:cs typeface="+mn-cs"/>
                </a:defRPr>
              </a:lvl9pPr>
            </a:lstStyle>
            <a:p>
              <a:pPr algn="ctr"/>
              <a:endParaRPr lang="en-US" sz="1800"/>
            </a:p>
          </p:txBody>
        </p:sp>
        <p:sp>
          <p:nvSpPr>
            <p:cNvPr id="17" name="Oval 16">
              <a:extLst>
                <a:ext uri="{FF2B5EF4-FFF2-40B4-BE49-F238E27FC236}">
                  <a16:creationId xmlns:a16="http://schemas.microsoft.com/office/drawing/2014/main" id="{62DCEA13-EA4F-401D-6D20-622B6198CBC2}"/>
                </a:ext>
              </a:extLst>
            </p:cNvPr>
            <p:cNvSpPr>
              <a:spLocks noChangeAspect="1"/>
            </p:cNvSpPr>
            <p:nvPr/>
          </p:nvSpPr>
          <p:spPr>
            <a:xfrm>
              <a:off x="5879985" y="6967873"/>
              <a:ext cx="1280160" cy="128016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3600" kern="1200">
                  <a:solidFill>
                    <a:schemeClr val="lt1"/>
                  </a:solidFill>
                  <a:latin typeface="+mn-lt"/>
                  <a:ea typeface="+mn-ea"/>
                  <a:cs typeface="+mn-cs"/>
                </a:defRPr>
              </a:lvl1pPr>
              <a:lvl2pPr marL="914400" algn="l" defTabSz="914400" rtl="0" eaLnBrk="1" latinLnBrk="0" hangingPunct="1">
                <a:defRPr sz="3600" kern="1200">
                  <a:solidFill>
                    <a:schemeClr val="lt1"/>
                  </a:solidFill>
                  <a:latin typeface="+mn-lt"/>
                  <a:ea typeface="+mn-ea"/>
                  <a:cs typeface="+mn-cs"/>
                </a:defRPr>
              </a:lvl2pPr>
              <a:lvl3pPr marL="1828800" algn="l" defTabSz="914400" rtl="0" eaLnBrk="1" latinLnBrk="0" hangingPunct="1">
                <a:defRPr sz="3600" kern="1200">
                  <a:solidFill>
                    <a:schemeClr val="lt1"/>
                  </a:solidFill>
                  <a:latin typeface="+mn-lt"/>
                  <a:ea typeface="+mn-ea"/>
                  <a:cs typeface="+mn-cs"/>
                </a:defRPr>
              </a:lvl3pPr>
              <a:lvl4pPr marL="2743200" algn="l" defTabSz="914400" rtl="0" eaLnBrk="1" latinLnBrk="0" hangingPunct="1">
                <a:defRPr sz="3600" kern="1200">
                  <a:solidFill>
                    <a:schemeClr val="lt1"/>
                  </a:solidFill>
                  <a:latin typeface="+mn-lt"/>
                  <a:ea typeface="+mn-ea"/>
                  <a:cs typeface="+mn-cs"/>
                </a:defRPr>
              </a:lvl4pPr>
              <a:lvl5pPr marL="3657600" algn="l" defTabSz="914400" rtl="0" eaLnBrk="1" latinLnBrk="0" hangingPunct="1">
                <a:defRPr sz="3600" kern="1200">
                  <a:solidFill>
                    <a:schemeClr val="lt1"/>
                  </a:solidFill>
                  <a:latin typeface="+mn-lt"/>
                  <a:ea typeface="+mn-ea"/>
                  <a:cs typeface="+mn-cs"/>
                </a:defRPr>
              </a:lvl5pPr>
              <a:lvl6pPr marL="4572000" algn="l" defTabSz="914400" rtl="0" eaLnBrk="1" latinLnBrk="0" hangingPunct="1">
                <a:defRPr sz="3600" kern="1200">
                  <a:solidFill>
                    <a:schemeClr val="lt1"/>
                  </a:solidFill>
                  <a:latin typeface="+mn-lt"/>
                  <a:ea typeface="+mn-ea"/>
                  <a:cs typeface="+mn-cs"/>
                </a:defRPr>
              </a:lvl6pPr>
              <a:lvl7pPr marL="5486400" algn="l" defTabSz="914400" rtl="0" eaLnBrk="1" latinLnBrk="0" hangingPunct="1">
                <a:defRPr sz="3600" kern="1200">
                  <a:solidFill>
                    <a:schemeClr val="lt1"/>
                  </a:solidFill>
                  <a:latin typeface="+mn-lt"/>
                  <a:ea typeface="+mn-ea"/>
                  <a:cs typeface="+mn-cs"/>
                </a:defRPr>
              </a:lvl7pPr>
              <a:lvl8pPr marL="6400800" algn="l" defTabSz="914400" rtl="0" eaLnBrk="1" latinLnBrk="0" hangingPunct="1">
                <a:defRPr sz="3600" kern="1200">
                  <a:solidFill>
                    <a:schemeClr val="lt1"/>
                  </a:solidFill>
                  <a:latin typeface="+mn-lt"/>
                  <a:ea typeface="+mn-ea"/>
                  <a:cs typeface="+mn-cs"/>
                </a:defRPr>
              </a:lvl8pPr>
              <a:lvl9pPr marL="7315200" algn="l" defTabSz="914400" rtl="0" eaLnBrk="1" latinLnBrk="0" hangingPunct="1">
                <a:defRPr sz="3600" kern="1200">
                  <a:solidFill>
                    <a:schemeClr val="lt1"/>
                  </a:solidFill>
                  <a:latin typeface="+mn-lt"/>
                  <a:ea typeface="+mn-ea"/>
                  <a:cs typeface="+mn-cs"/>
                </a:defRPr>
              </a:lvl9pPr>
            </a:lstStyle>
            <a:p>
              <a:pPr algn="ctr"/>
              <a:endParaRPr lang="en-US" sz="1800"/>
            </a:p>
          </p:txBody>
        </p:sp>
        <p:sp>
          <p:nvSpPr>
            <p:cNvPr id="18" name="Oval 17">
              <a:extLst>
                <a:ext uri="{FF2B5EF4-FFF2-40B4-BE49-F238E27FC236}">
                  <a16:creationId xmlns:a16="http://schemas.microsoft.com/office/drawing/2014/main" id="{48C3D465-EEE2-C078-207E-332877327799}"/>
                </a:ext>
              </a:extLst>
            </p:cNvPr>
            <p:cNvSpPr>
              <a:spLocks noChangeAspect="1"/>
            </p:cNvSpPr>
            <p:nvPr/>
          </p:nvSpPr>
          <p:spPr>
            <a:xfrm>
              <a:off x="9857848" y="6959619"/>
              <a:ext cx="1280160" cy="1280160"/>
            </a:xfrm>
            <a:prstGeom prst="ellipse">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3600" kern="1200">
                  <a:solidFill>
                    <a:schemeClr val="lt1"/>
                  </a:solidFill>
                  <a:latin typeface="+mn-lt"/>
                  <a:ea typeface="+mn-ea"/>
                  <a:cs typeface="+mn-cs"/>
                </a:defRPr>
              </a:lvl1pPr>
              <a:lvl2pPr marL="914400" algn="l" defTabSz="914400" rtl="0" eaLnBrk="1" latinLnBrk="0" hangingPunct="1">
                <a:defRPr sz="3600" kern="1200">
                  <a:solidFill>
                    <a:schemeClr val="lt1"/>
                  </a:solidFill>
                  <a:latin typeface="+mn-lt"/>
                  <a:ea typeface="+mn-ea"/>
                  <a:cs typeface="+mn-cs"/>
                </a:defRPr>
              </a:lvl2pPr>
              <a:lvl3pPr marL="1828800" algn="l" defTabSz="914400" rtl="0" eaLnBrk="1" latinLnBrk="0" hangingPunct="1">
                <a:defRPr sz="3600" kern="1200">
                  <a:solidFill>
                    <a:schemeClr val="lt1"/>
                  </a:solidFill>
                  <a:latin typeface="+mn-lt"/>
                  <a:ea typeface="+mn-ea"/>
                  <a:cs typeface="+mn-cs"/>
                </a:defRPr>
              </a:lvl3pPr>
              <a:lvl4pPr marL="2743200" algn="l" defTabSz="914400" rtl="0" eaLnBrk="1" latinLnBrk="0" hangingPunct="1">
                <a:defRPr sz="3600" kern="1200">
                  <a:solidFill>
                    <a:schemeClr val="lt1"/>
                  </a:solidFill>
                  <a:latin typeface="+mn-lt"/>
                  <a:ea typeface="+mn-ea"/>
                  <a:cs typeface="+mn-cs"/>
                </a:defRPr>
              </a:lvl4pPr>
              <a:lvl5pPr marL="3657600" algn="l" defTabSz="914400" rtl="0" eaLnBrk="1" latinLnBrk="0" hangingPunct="1">
                <a:defRPr sz="3600" kern="1200">
                  <a:solidFill>
                    <a:schemeClr val="lt1"/>
                  </a:solidFill>
                  <a:latin typeface="+mn-lt"/>
                  <a:ea typeface="+mn-ea"/>
                  <a:cs typeface="+mn-cs"/>
                </a:defRPr>
              </a:lvl5pPr>
              <a:lvl6pPr marL="4572000" algn="l" defTabSz="914400" rtl="0" eaLnBrk="1" latinLnBrk="0" hangingPunct="1">
                <a:defRPr sz="3600" kern="1200">
                  <a:solidFill>
                    <a:schemeClr val="lt1"/>
                  </a:solidFill>
                  <a:latin typeface="+mn-lt"/>
                  <a:ea typeface="+mn-ea"/>
                  <a:cs typeface="+mn-cs"/>
                </a:defRPr>
              </a:lvl6pPr>
              <a:lvl7pPr marL="5486400" algn="l" defTabSz="914400" rtl="0" eaLnBrk="1" latinLnBrk="0" hangingPunct="1">
                <a:defRPr sz="3600" kern="1200">
                  <a:solidFill>
                    <a:schemeClr val="lt1"/>
                  </a:solidFill>
                  <a:latin typeface="+mn-lt"/>
                  <a:ea typeface="+mn-ea"/>
                  <a:cs typeface="+mn-cs"/>
                </a:defRPr>
              </a:lvl7pPr>
              <a:lvl8pPr marL="6400800" algn="l" defTabSz="914400" rtl="0" eaLnBrk="1" latinLnBrk="0" hangingPunct="1">
                <a:defRPr sz="3600" kern="1200">
                  <a:solidFill>
                    <a:schemeClr val="lt1"/>
                  </a:solidFill>
                  <a:latin typeface="+mn-lt"/>
                  <a:ea typeface="+mn-ea"/>
                  <a:cs typeface="+mn-cs"/>
                </a:defRPr>
              </a:lvl8pPr>
              <a:lvl9pPr marL="7315200" algn="l" defTabSz="914400" rtl="0" eaLnBrk="1" latinLnBrk="0" hangingPunct="1">
                <a:defRPr sz="3600" kern="1200">
                  <a:solidFill>
                    <a:schemeClr val="lt1"/>
                  </a:solidFill>
                  <a:latin typeface="+mn-lt"/>
                  <a:ea typeface="+mn-ea"/>
                  <a:cs typeface="+mn-cs"/>
                </a:defRPr>
              </a:lvl9pPr>
            </a:lstStyle>
            <a:p>
              <a:pPr algn="ctr"/>
              <a:endParaRPr lang="en-US" sz="1800"/>
            </a:p>
          </p:txBody>
        </p:sp>
        <p:sp>
          <p:nvSpPr>
            <p:cNvPr id="19" name="Oval 18">
              <a:extLst>
                <a:ext uri="{FF2B5EF4-FFF2-40B4-BE49-F238E27FC236}">
                  <a16:creationId xmlns:a16="http://schemas.microsoft.com/office/drawing/2014/main" id="{3FBBA93E-7D77-767F-8F97-36BF5D0D1285}"/>
                </a:ext>
              </a:extLst>
            </p:cNvPr>
            <p:cNvSpPr>
              <a:spLocks noChangeAspect="1"/>
            </p:cNvSpPr>
            <p:nvPr/>
          </p:nvSpPr>
          <p:spPr>
            <a:xfrm>
              <a:off x="4147935" y="3863340"/>
              <a:ext cx="1280160" cy="128016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3600" kern="1200">
                  <a:solidFill>
                    <a:schemeClr val="lt1"/>
                  </a:solidFill>
                  <a:latin typeface="+mn-lt"/>
                  <a:ea typeface="+mn-ea"/>
                  <a:cs typeface="+mn-cs"/>
                </a:defRPr>
              </a:lvl1pPr>
              <a:lvl2pPr marL="914400" algn="l" defTabSz="914400" rtl="0" eaLnBrk="1" latinLnBrk="0" hangingPunct="1">
                <a:defRPr sz="3600" kern="1200">
                  <a:solidFill>
                    <a:schemeClr val="lt1"/>
                  </a:solidFill>
                  <a:latin typeface="+mn-lt"/>
                  <a:ea typeface="+mn-ea"/>
                  <a:cs typeface="+mn-cs"/>
                </a:defRPr>
              </a:lvl2pPr>
              <a:lvl3pPr marL="1828800" algn="l" defTabSz="914400" rtl="0" eaLnBrk="1" latinLnBrk="0" hangingPunct="1">
                <a:defRPr sz="3600" kern="1200">
                  <a:solidFill>
                    <a:schemeClr val="lt1"/>
                  </a:solidFill>
                  <a:latin typeface="+mn-lt"/>
                  <a:ea typeface="+mn-ea"/>
                  <a:cs typeface="+mn-cs"/>
                </a:defRPr>
              </a:lvl3pPr>
              <a:lvl4pPr marL="2743200" algn="l" defTabSz="914400" rtl="0" eaLnBrk="1" latinLnBrk="0" hangingPunct="1">
                <a:defRPr sz="3600" kern="1200">
                  <a:solidFill>
                    <a:schemeClr val="lt1"/>
                  </a:solidFill>
                  <a:latin typeface="+mn-lt"/>
                  <a:ea typeface="+mn-ea"/>
                  <a:cs typeface="+mn-cs"/>
                </a:defRPr>
              </a:lvl4pPr>
              <a:lvl5pPr marL="3657600" algn="l" defTabSz="914400" rtl="0" eaLnBrk="1" latinLnBrk="0" hangingPunct="1">
                <a:defRPr sz="3600" kern="1200">
                  <a:solidFill>
                    <a:schemeClr val="lt1"/>
                  </a:solidFill>
                  <a:latin typeface="+mn-lt"/>
                  <a:ea typeface="+mn-ea"/>
                  <a:cs typeface="+mn-cs"/>
                </a:defRPr>
              </a:lvl5pPr>
              <a:lvl6pPr marL="4572000" algn="l" defTabSz="914400" rtl="0" eaLnBrk="1" latinLnBrk="0" hangingPunct="1">
                <a:defRPr sz="3600" kern="1200">
                  <a:solidFill>
                    <a:schemeClr val="lt1"/>
                  </a:solidFill>
                  <a:latin typeface="+mn-lt"/>
                  <a:ea typeface="+mn-ea"/>
                  <a:cs typeface="+mn-cs"/>
                </a:defRPr>
              </a:lvl6pPr>
              <a:lvl7pPr marL="5486400" algn="l" defTabSz="914400" rtl="0" eaLnBrk="1" latinLnBrk="0" hangingPunct="1">
                <a:defRPr sz="3600" kern="1200">
                  <a:solidFill>
                    <a:schemeClr val="lt1"/>
                  </a:solidFill>
                  <a:latin typeface="+mn-lt"/>
                  <a:ea typeface="+mn-ea"/>
                  <a:cs typeface="+mn-cs"/>
                </a:defRPr>
              </a:lvl7pPr>
              <a:lvl8pPr marL="6400800" algn="l" defTabSz="914400" rtl="0" eaLnBrk="1" latinLnBrk="0" hangingPunct="1">
                <a:defRPr sz="3600" kern="1200">
                  <a:solidFill>
                    <a:schemeClr val="lt1"/>
                  </a:solidFill>
                  <a:latin typeface="+mn-lt"/>
                  <a:ea typeface="+mn-ea"/>
                  <a:cs typeface="+mn-cs"/>
                </a:defRPr>
              </a:lvl8pPr>
              <a:lvl9pPr marL="7315200" algn="l" defTabSz="914400" rtl="0" eaLnBrk="1" latinLnBrk="0" hangingPunct="1">
                <a:defRPr sz="3600" kern="1200">
                  <a:solidFill>
                    <a:schemeClr val="lt1"/>
                  </a:solidFill>
                  <a:latin typeface="+mn-lt"/>
                  <a:ea typeface="+mn-ea"/>
                  <a:cs typeface="+mn-cs"/>
                </a:defRPr>
              </a:lvl9pPr>
            </a:lstStyle>
            <a:p>
              <a:pPr algn="ctr"/>
              <a:endParaRPr lang="en-US" sz="1800"/>
            </a:p>
          </p:txBody>
        </p:sp>
      </p:grpSp>
      <p:sp>
        <p:nvSpPr>
          <p:cNvPr id="20" name="Text Placeholder 13">
            <a:extLst>
              <a:ext uri="{FF2B5EF4-FFF2-40B4-BE49-F238E27FC236}">
                <a16:creationId xmlns:a16="http://schemas.microsoft.com/office/drawing/2014/main" id="{571A4900-51FA-498F-7EBD-64C288328723}"/>
              </a:ext>
            </a:extLst>
          </p:cNvPr>
          <p:cNvSpPr>
            <a:spLocks noGrp="1"/>
          </p:cNvSpPr>
          <p:nvPr>
            <p:ph type="body" sz="quarter" idx="10" hasCustomPrompt="1"/>
          </p:nvPr>
        </p:nvSpPr>
        <p:spPr>
          <a:xfrm>
            <a:off x="1430429" y="5143500"/>
            <a:ext cx="8399720" cy="923330"/>
          </a:xfrm>
          <a:prstGeom prst="rect">
            <a:avLst/>
          </a:prstGeom>
        </p:spPr>
        <p:txBody>
          <a:bodyPr wrap="square" tIns="0" anchor="t" anchorCtr="0">
            <a:normAutofit/>
          </a:bodyPr>
          <a:lstStyle>
            <a:lvl1pPr marL="0" indent="0">
              <a:lnSpc>
                <a:spcPct val="105000"/>
              </a:lnSpc>
              <a:spcBef>
                <a:spcPts val="600"/>
              </a:spcBef>
              <a:buNone/>
              <a:defRPr sz="3200">
                <a:solidFill>
                  <a:schemeClr val="bg2"/>
                </a:solidFill>
                <a:latin typeface="+mj-lt"/>
              </a:defRPr>
            </a:lvl1pPr>
            <a:lvl2pPr marL="365760" indent="0">
              <a:buNone/>
              <a:defRPr>
                <a:solidFill>
                  <a:schemeClr val="accent3"/>
                </a:solidFill>
              </a:defRPr>
            </a:lvl2pPr>
            <a:lvl3pPr marL="731520" indent="0">
              <a:buNone/>
              <a:defRPr>
                <a:solidFill>
                  <a:schemeClr val="accent3"/>
                </a:solidFill>
              </a:defRPr>
            </a:lvl3pPr>
            <a:lvl4pPr marL="2057400" indent="0">
              <a:buNone/>
              <a:defRPr>
                <a:solidFill>
                  <a:schemeClr val="accent3"/>
                </a:solidFill>
              </a:defRPr>
            </a:lvl4pPr>
            <a:lvl5pPr marL="2743200" indent="0">
              <a:buNone/>
              <a:defRPr>
                <a:solidFill>
                  <a:schemeClr val="accent3"/>
                </a:solidFill>
              </a:defRPr>
            </a:lvl5pPr>
          </a:lstStyle>
          <a:p>
            <a:pPr lvl="0"/>
            <a:r>
              <a:rPr lang="en-US"/>
              <a:t>Click to add section subtitle</a:t>
            </a:r>
          </a:p>
        </p:txBody>
      </p:sp>
    </p:spTree>
    <p:custDataLst>
      <p:tags r:id="rId1"/>
    </p:custDataLst>
    <p:extLst>
      <p:ext uri="{BB962C8B-B14F-4D97-AF65-F5344CB8AC3E}">
        <p14:creationId xmlns:p14="http://schemas.microsoft.com/office/powerpoint/2010/main" val="16086797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AS - Blank - White">
    <p:spTree>
      <p:nvGrpSpPr>
        <p:cNvPr id="1" name=""/>
        <p:cNvGrpSpPr/>
        <p:nvPr/>
      </p:nvGrpSpPr>
      <p:grpSpPr>
        <a:xfrm>
          <a:off x="0" y="0"/>
          <a:ext cx="0" cy="0"/>
          <a:chOff x="0" y="0"/>
          <a:chExt cx="0" cy="0"/>
        </a:xfrm>
      </p:grpSpPr>
      <p:sp>
        <p:nvSpPr>
          <p:cNvPr id="3" name="Title Placeholder 1">
            <a:extLst>
              <a:ext uri="{FF2B5EF4-FFF2-40B4-BE49-F238E27FC236}">
                <a16:creationId xmlns:a16="http://schemas.microsoft.com/office/drawing/2014/main" id="{4F4AB0F1-1372-AD84-7655-6586298D5B2D}"/>
              </a:ext>
            </a:extLst>
          </p:cNvPr>
          <p:cNvSpPr>
            <a:spLocks noGrp="1"/>
          </p:cNvSpPr>
          <p:nvPr>
            <p:ph type="title" hasCustomPrompt="1"/>
          </p:nvPr>
        </p:nvSpPr>
        <p:spPr>
          <a:xfrm>
            <a:off x="0" y="-1478408"/>
            <a:ext cx="18288000" cy="1220096"/>
          </a:xfrm>
          <a:prstGeom prst="rect">
            <a:avLst/>
          </a:prstGeom>
        </p:spPr>
        <p:txBody>
          <a:bodyPr vert="horz" lIns="0" tIns="0" rIns="0" bIns="0" rtlCol="0" anchor="ctr">
            <a:normAutofit/>
          </a:bodyPr>
          <a:lstStyle>
            <a:lvl1pPr>
              <a:lnSpc>
                <a:spcPct val="100000"/>
              </a:lnSpc>
              <a:defRPr sz="6000"/>
            </a:lvl1pPr>
          </a:lstStyle>
          <a:p>
            <a:r>
              <a:rPr lang="en-US"/>
              <a:t>Click to add slide title</a:t>
            </a:r>
          </a:p>
        </p:txBody>
      </p:sp>
    </p:spTree>
    <p:custDataLst>
      <p:tags r:id="rId1"/>
    </p:custDataLst>
    <p:extLst>
      <p:ext uri="{BB962C8B-B14F-4D97-AF65-F5344CB8AC3E}">
        <p14:creationId xmlns:p14="http://schemas.microsoft.com/office/powerpoint/2010/main" val="24842788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AS - Title Only">
    <p:spTree>
      <p:nvGrpSpPr>
        <p:cNvPr id="1" name=""/>
        <p:cNvGrpSpPr/>
        <p:nvPr/>
      </p:nvGrpSpPr>
      <p:grpSpPr>
        <a:xfrm>
          <a:off x="0" y="0"/>
          <a:ext cx="0" cy="0"/>
          <a:chOff x="0" y="0"/>
          <a:chExt cx="0" cy="0"/>
        </a:xfrm>
      </p:grpSpPr>
      <p:sp>
        <p:nvSpPr>
          <p:cNvPr id="12" name="Title Placeholder 1">
            <a:extLst>
              <a:ext uri="{FF2B5EF4-FFF2-40B4-BE49-F238E27FC236}">
                <a16:creationId xmlns:a16="http://schemas.microsoft.com/office/drawing/2014/main" id="{6F060396-EEE3-A20F-EF3B-666AF65526C8}"/>
              </a:ext>
            </a:extLst>
          </p:cNvPr>
          <p:cNvSpPr>
            <a:spLocks noGrp="1"/>
          </p:cNvSpPr>
          <p:nvPr>
            <p:ph type="title" hasCustomPrompt="1"/>
          </p:nvPr>
        </p:nvSpPr>
        <p:spPr>
          <a:xfrm>
            <a:off x="1257300" y="710304"/>
            <a:ext cx="15773400" cy="1220096"/>
          </a:xfrm>
          <a:prstGeom prst="rect">
            <a:avLst/>
          </a:prstGeom>
        </p:spPr>
        <p:txBody>
          <a:bodyPr vert="horz" lIns="0" tIns="0" rIns="0" bIns="0" rtlCol="0" anchor="ctr">
            <a:normAutofit/>
          </a:bodyPr>
          <a:lstStyle>
            <a:lvl1pPr>
              <a:lnSpc>
                <a:spcPct val="100000"/>
              </a:lnSpc>
              <a:defRPr sz="6000"/>
            </a:lvl1pPr>
          </a:lstStyle>
          <a:p>
            <a:r>
              <a:rPr lang="en-US"/>
              <a:t>Click to add slide title</a:t>
            </a:r>
          </a:p>
        </p:txBody>
      </p:sp>
    </p:spTree>
    <p:custDataLst>
      <p:tags r:id="rId1"/>
    </p:custDataLst>
    <p:extLst>
      <p:ext uri="{BB962C8B-B14F-4D97-AF65-F5344CB8AC3E}">
        <p14:creationId xmlns:p14="http://schemas.microsoft.com/office/powerpoint/2010/main" val="9861200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AS - Title &amp; Subtitle">
    <p:spTree>
      <p:nvGrpSpPr>
        <p:cNvPr id="1" name=""/>
        <p:cNvGrpSpPr/>
        <p:nvPr/>
      </p:nvGrpSpPr>
      <p:grpSpPr>
        <a:xfrm>
          <a:off x="0" y="0"/>
          <a:ext cx="0" cy="0"/>
          <a:chOff x="0" y="0"/>
          <a:chExt cx="0" cy="0"/>
        </a:xfrm>
      </p:grpSpPr>
      <p:sp>
        <p:nvSpPr>
          <p:cNvPr id="3" name="Text Placeholder 4">
            <a:extLst>
              <a:ext uri="{FF2B5EF4-FFF2-40B4-BE49-F238E27FC236}">
                <a16:creationId xmlns:a16="http://schemas.microsoft.com/office/drawing/2014/main" id="{8D7EB579-2414-1940-D576-A11FFFF5E794}"/>
              </a:ext>
            </a:extLst>
          </p:cNvPr>
          <p:cNvSpPr>
            <a:spLocks noGrp="1"/>
          </p:cNvSpPr>
          <p:nvPr>
            <p:ph type="body" sz="quarter" idx="10" hasCustomPrompt="1"/>
          </p:nvPr>
        </p:nvSpPr>
        <p:spPr>
          <a:xfrm>
            <a:off x="1257299" y="1956695"/>
            <a:ext cx="15773400" cy="589085"/>
          </a:xfrm>
          <a:prstGeom prst="rect">
            <a:avLst/>
          </a:prstGeom>
        </p:spPr>
        <p:txBody>
          <a:bodyPr anchor="ctr" anchorCtr="0">
            <a:normAutofit/>
          </a:bodyPr>
          <a:lstStyle>
            <a:lvl1pPr marL="0" indent="0" algn="l">
              <a:buNone/>
              <a:defRPr sz="3000">
                <a:solidFill>
                  <a:schemeClr val="bg2"/>
                </a:solidFill>
              </a:defRPr>
            </a:lvl1pPr>
            <a:lvl2pPr marL="365760" indent="0">
              <a:buNone/>
              <a:defRPr/>
            </a:lvl2pPr>
            <a:lvl3pPr marL="731520" indent="0">
              <a:buNone/>
              <a:defRPr/>
            </a:lvl3pPr>
            <a:lvl4pPr marL="2057400" indent="0">
              <a:buNone/>
              <a:defRPr/>
            </a:lvl4pPr>
            <a:lvl5pPr marL="2743200" indent="0">
              <a:buNone/>
              <a:defRPr/>
            </a:lvl5pPr>
          </a:lstStyle>
          <a:p>
            <a:pPr lvl="0"/>
            <a:r>
              <a:rPr lang="en-US"/>
              <a:t>Click to add subtitle</a:t>
            </a:r>
          </a:p>
        </p:txBody>
      </p:sp>
      <p:sp>
        <p:nvSpPr>
          <p:cNvPr id="4" name="Title Placeholder 1">
            <a:extLst>
              <a:ext uri="{FF2B5EF4-FFF2-40B4-BE49-F238E27FC236}">
                <a16:creationId xmlns:a16="http://schemas.microsoft.com/office/drawing/2014/main" id="{4A7DB87D-5151-BA24-8F72-D908E3822A9D}"/>
              </a:ext>
            </a:extLst>
          </p:cNvPr>
          <p:cNvSpPr>
            <a:spLocks noGrp="1"/>
          </p:cNvSpPr>
          <p:nvPr>
            <p:ph type="title" hasCustomPrompt="1"/>
          </p:nvPr>
        </p:nvSpPr>
        <p:spPr>
          <a:xfrm>
            <a:off x="1257300" y="710304"/>
            <a:ext cx="15773400" cy="1220096"/>
          </a:xfrm>
          <a:prstGeom prst="rect">
            <a:avLst/>
          </a:prstGeom>
        </p:spPr>
        <p:txBody>
          <a:bodyPr vert="horz" lIns="0" tIns="0" rIns="0" bIns="0" rtlCol="0" anchor="ctr">
            <a:normAutofit/>
          </a:bodyPr>
          <a:lstStyle>
            <a:lvl1pPr>
              <a:lnSpc>
                <a:spcPct val="100000"/>
              </a:lnSpc>
              <a:defRPr sz="6000"/>
            </a:lvl1pPr>
          </a:lstStyle>
          <a:p>
            <a:r>
              <a:rPr lang="en-US"/>
              <a:t>Click to add slide title</a:t>
            </a:r>
          </a:p>
        </p:txBody>
      </p:sp>
    </p:spTree>
    <p:custDataLst>
      <p:tags r:id="rId1"/>
    </p:custDataLst>
    <p:extLst>
      <p:ext uri="{BB962C8B-B14F-4D97-AF65-F5344CB8AC3E}">
        <p14:creationId xmlns:p14="http://schemas.microsoft.com/office/powerpoint/2010/main" val="18989030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AS - No Subtitle">
    <p:spTree>
      <p:nvGrpSpPr>
        <p:cNvPr id="1" name=""/>
        <p:cNvGrpSpPr/>
        <p:nvPr/>
      </p:nvGrpSpPr>
      <p:grpSpPr>
        <a:xfrm>
          <a:off x="0" y="0"/>
          <a:ext cx="0" cy="0"/>
          <a:chOff x="0" y="0"/>
          <a:chExt cx="0" cy="0"/>
        </a:xfrm>
      </p:grpSpPr>
      <p:sp>
        <p:nvSpPr>
          <p:cNvPr id="10" name="Content Placeholder 9">
            <a:extLst>
              <a:ext uri="{FF2B5EF4-FFF2-40B4-BE49-F238E27FC236}">
                <a16:creationId xmlns:a16="http://schemas.microsoft.com/office/drawing/2014/main" id="{7BE6824A-94B5-8522-DC04-A519E71441A6}"/>
              </a:ext>
            </a:extLst>
          </p:cNvPr>
          <p:cNvSpPr>
            <a:spLocks noGrp="1"/>
          </p:cNvSpPr>
          <p:nvPr>
            <p:ph sz="quarter" idx="11" hasCustomPrompt="1"/>
          </p:nvPr>
        </p:nvSpPr>
        <p:spPr>
          <a:xfrm>
            <a:off x="1252538" y="2616200"/>
            <a:ext cx="15773294" cy="6299200"/>
          </a:xfrm>
        </p:spPr>
        <p:txBody>
          <a:bodyPr/>
          <a:lstStyle>
            <a:lvl1pPr marL="342900" indent="-342900">
              <a:buFont typeface="Arial" panose="020B0604020202020204" pitchFamily="34" charset="0"/>
              <a:buChar char="•"/>
              <a:defRPr>
                <a:solidFill>
                  <a:schemeClr val="tx2"/>
                </a:solidFill>
              </a:defRPr>
            </a:lvl1pPr>
            <a:lvl2pPr marL="708660" indent="-342900">
              <a:buFont typeface="Arial" panose="020B0604020202020204" pitchFamily="34" charset="0"/>
              <a:buChar char="•"/>
              <a:defRPr>
                <a:solidFill>
                  <a:schemeClr val="tx2"/>
                </a:solidFill>
              </a:defRPr>
            </a:lvl2pPr>
            <a:lvl3pPr marL="1074420" indent="-342900">
              <a:buFont typeface="Arial" panose="020B0604020202020204" pitchFamily="34" charset="0"/>
              <a:buChar char="•"/>
              <a:defRPr>
                <a:solidFill>
                  <a:schemeClr val="tx2"/>
                </a:solidFill>
              </a:defRPr>
            </a:lvl3pPr>
            <a:lvl5pPr marL="2743200" indent="0">
              <a:buNone/>
              <a:defRPr/>
            </a:lvl5pPr>
          </a:lstStyle>
          <a:p>
            <a:pPr lvl="0"/>
            <a:r>
              <a:rPr lang="en-US"/>
              <a:t>Click to edit master text styles</a:t>
            </a:r>
          </a:p>
          <a:p>
            <a:pPr lvl="1"/>
            <a:r>
              <a:rPr lang="en-US"/>
              <a:t>Second level text</a:t>
            </a:r>
          </a:p>
          <a:p>
            <a:pPr lvl="2"/>
            <a:r>
              <a:rPr lang="en-US"/>
              <a:t>Third level text</a:t>
            </a:r>
          </a:p>
        </p:txBody>
      </p:sp>
      <p:sp>
        <p:nvSpPr>
          <p:cNvPr id="3" name="Title Placeholder 1">
            <a:extLst>
              <a:ext uri="{FF2B5EF4-FFF2-40B4-BE49-F238E27FC236}">
                <a16:creationId xmlns:a16="http://schemas.microsoft.com/office/drawing/2014/main" id="{7DA96553-32D9-E06D-9B9B-C4E73F699390}"/>
              </a:ext>
            </a:extLst>
          </p:cNvPr>
          <p:cNvSpPr>
            <a:spLocks noGrp="1"/>
          </p:cNvSpPr>
          <p:nvPr>
            <p:ph type="title" hasCustomPrompt="1"/>
          </p:nvPr>
        </p:nvSpPr>
        <p:spPr>
          <a:xfrm>
            <a:off x="1257300" y="710304"/>
            <a:ext cx="15773400" cy="1220096"/>
          </a:xfrm>
          <a:prstGeom prst="rect">
            <a:avLst/>
          </a:prstGeom>
        </p:spPr>
        <p:txBody>
          <a:bodyPr vert="horz" lIns="0" tIns="0" rIns="0" bIns="0" rtlCol="0" anchor="ctr">
            <a:normAutofit/>
          </a:bodyPr>
          <a:lstStyle>
            <a:lvl1pPr>
              <a:lnSpc>
                <a:spcPct val="100000"/>
              </a:lnSpc>
              <a:defRPr sz="6000"/>
            </a:lvl1pPr>
          </a:lstStyle>
          <a:p>
            <a:r>
              <a:rPr lang="en-US"/>
              <a:t>Click to add slide title</a:t>
            </a:r>
          </a:p>
        </p:txBody>
      </p:sp>
    </p:spTree>
    <p:custDataLst>
      <p:tags r:id="rId1"/>
    </p:custDataLst>
    <p:extLst>
      <p:ext uri="{BB962C8B-B14F-4D97-AF65-F5344CB8AC3E}">
        <p14:creationId xmlns:p14="http://schemas.microsoft.com/office/powerpoint/2010/main" val="38115150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AS - Content">
    <p:spTree>
      <p:nvGrpSpPr>
        <p:cNvPr id="1" name=""/>
        <p:cNvGrpSpPr/>
        <p:nvPr/>
      </p:nvGrpSpPr>
      <p:grpSpPr>
        <a:xfrm>
          <a:off x="0" y="0"/>
          <a:ext cx="0" cy="0"/>
          <a:chOff x="0" y="0"/>
          <a:chExt cx="0" cy="0"/>
        </a:xfrm>
      </p:grpSpPr>
      <p:sp>
        <p:nvSpPr>
          <p:cNvPr id="4" name="Content Placeholder 9">
            <a:extLst>
              <a:ext uri="{FF2B5EF4-FFF2-40B4-BE49-F238E27FC236}">
                <a16:creationId xmlns:a16="http://schemas.microsoft.com/office/drawing/2014/main" id="{B3B6478C-0045-CC57-3044-F8EE9E3D5C3A}"/>
              </a:ext>
            </a:extLst>
          </p:cNvPr>
          <p:cNvSpPr>
            <a:spLocks noGrp="1"/>
          </p:cNvSpPr>
          <p:nvPr>
            <p:ph sz="quarter" idx="11" hasCustomPrompt="1"/>
          </p:nvPr>
        </p:nvSpPr>
        <p:spPr>
          <a:xfrm>
            <a:off x="1257299" y="2980375"/>
            <a:ext cx="15773294" cy="5764904"/>
          </a:xfrm>
        </p:spPr>
        <p:txBody>
          <a:bodyPr/>
          <a:lstStyle>
            <a:lvl1pPr marL="342900" indent="-342900">
              <a:buFont typeface="Arial" panose="020B0604020202020204" pitchFamily="34" charset="0"/>
              <a:buChar char="•"/>
              <a:defRPr>
                <a:solidFill>
                  <a:schemeClr val="tx2"/>
                </a:solidFill>
              </a:defRPr>
            </a:lvl1pPr>
            <a:lvl2pPr marL="708660" indent="-342900">
              <a:buFont typeface="Arial" panose="020B0604020202020204" pitchFamily="34" charset="0"/>
              <a:buChar char="•"/>
              <a:defRPr>
                <a:solidFill>
                  <a:schemeClr val="tx2"/>
                </a:solidFill>
              </a:defRPr>
            </a:lvl2pPr>
            <a:lvl3pPr marL="1074420" indent="-342900">
              <a:buFont typeface="Arial" panose="020B0604020202020204" pitchFamily="34" charset="0"/>
              <a:buChar char="•"/>
              <a:defRPr>
                <a:solidFill>
                  <a:schemeClr val="tx2"/>
                </a:solidFill>
              </a:defRPr>
            </a:lvl3pPr>
            <a:lvl5pPr marL="2743200" indent="0">
              <a:buNone/>
              <a:defRPr/>
            </a:lvl5pPr>
          </a:lstStyle>
          <a:p>
            <a:pPr lvl="0"/>
            <a:r>
              <a:rPr lang="en-US"/>
              <a:t>Click to edit master text styles</a:t>
            </a:r>
          </a:p>
          <a:p>
            <a:pPr lvl="1"/>
            <a:r>
              <a:rPr lang="en-US"/>
              <a:t>Second level text</a:t>
            </a:r>
          </a:p>
          <a:p>
            <a:pPr lvl="2"/>
            <a:r>
              <a:rPr lang="en-US"/>
              <a:t>Third level text</a:t>
            </a:r>
          </a:p>
        </p:txBody>
      </p:sp>
      <p:sp>
        <p:nvSpPr>
          <p:cNvPr id="8" name="Text Placeholder 4">
            <a:extLst>
              <a:ext uri="{FF2B5EF4-FFF2-40B4-BE49-F238E27FC236}">
                <a16:creationId xmlns:a16="http://schemas.microsoft.com/office/drawing/2014/main" id="{203E1419-9E7D-A3D8-A001-B47AD3781E6E}"/>
              </a:ext>
            </a:extLst>
          </p:cNvPr>
          <p:cNvSpPr>
            <a:spLocks noGrp="1"/>
          </p:cNvSpPr>
          <p:nvPr>
            <p:ph type="body" sz="quarter" idx="10" hasCustomPrompt="1"/>
          </p:nvPr>
        </p:nvSpPr>
        <p:spPr>
          <a:xfrm>
            <a:off x="1257299" y="1956695"/>
            <a:ext cx="15773400" cy="589085"/>
          </a:xfrm>
          <a:prstGeom prst="rect">
            <a:avLst/>
          </a:prstGeom>
        </p:spPr>
        <p:txBody>
          <a:bodyPr anchor="ctr" anchorCtr="0">
            <a:noAutofit/>
          </a:bodyPr>
          <a:lstStyle>
            <a:lvl1pPr marL="0" indent="0" algn="l">
              <a:buNone/>
              <a:defRPr sz="3000">
                <a:solidFill>
                  <a:schemeClr val="bg2"/>
                </a:solidFill>
              </a:defRPr>
            </a:lvl1pPr>
            <a:lvl2pPr marL="365760" indent="0">
              <a:buNone/>
              <a:defRPr/>
            </a:lvl2pPr>
            <a:lvl3pPr marL="731520" indent="0">
              <a:buNone/>
              <a:defRPr/>
            </a:lvl3pPr>
            <a:lvl4pPr marL="2057400" indent="0">
              <a:buNone/>
              <a:defRPr/>
            </a:lvl4pPr>
            <a:lvl5pPr marL="2743200" indent="0">
              <a:buNone/>
              <a:defRPr/>
            </a:lvl5pPr>
          </a:lstStyle>
          <a:p>
            <a:pPr lvl="0"/>
            <a:r>
              <a:rPr lang="en-US"/>
              <a:t>Click to add subtitle</a:t>
            </a:r>
          </a:p>
        </p:txBody>
      </p:sp>
      <p:sp>
        <p:nvSpPr>
          <p:cNvPr id="9" name="Title Placeholder 1">
            <a:extLst>
              <a:ext uri="{FF2B5EF4-FFF2-40B4-BE49-F238E27FC236}">
                <a16:creationId xmlns:a16="http://schemas.microsoft.com/office/drawing/2014/main" id="{FC40F4AB-C380-32CB-404D-18BD350BD206}"/>
              </a:ext>
            </a:extLst>
          </p:cNvPr>
          <p:cNvSpPr>
            <a:spLocks noGrp="1"/>
          </p:cNvSpPr>
          <p:nvPr>
            <p:ph type="title" hasCustomPrompt="1"/>
          </p:nvPr>
        </p:nvSpPr>
        <p:spPr>
          <a:xfrm>
            <a:off x="1257300" y="710304"/>
            <a:ext cx="15773400" cy="1220096"/>
          </a:xfrm>
          <a:prstGeom prst="rect">
            <a:avLst/>
          </a:prstGeom>
        </p:spPr>
        <p:txBody>
          <a:bodyPr vert="horz" lIns="0" tIns="0" rIns="0" bIns="0" rtlCol="0" anchor="ctr">
            <a:normAutofit/>
          </a:bodyPr>
          <a:lstStyle>
            <a:lvl1pPr>
              <a:lnSpc>
                <a:spcPct val="100000"/>
              </a:lnSpc>
              <a:defRPr sz="6000"/>
            </a:lvl1pPr>
          </a:lstStyle>
          <a:p>
            <a:r>
              <a:rPr lang="en-US"/>
              <a:t>Click to add slide title</a:t>
            </a:r>
          </a:p>
        </p:txBody>
      </p:sp>
    </p:spTree>
    <p:custDataLst>
      <p:tags r:id="rId1"/>
    </p:custDataLst>
    <p:extLst>
      <p:ext uri="{BB962C8B-B14F-4D97-AF65-F5344CB8AC3E}">
        <p14:creationId xmlns:p14="http://schemas.microsoft.com/office/powerpoint/2010/main" val="29023313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AS - Comparison">
    <p:spTree>
      <p:nvGrpSpPr>
        <p:cNvPr id="1" name=""/>
        <p:cNvGrpSpPr/>
        <p:nvPr/>
      </p:nvGrpSpPr>
      <p:grpSpPr>
        <a:xfrm>
          <a:off x="0" y="0"/>
          <a:ext cx="0" cy="0"/>
          <a:chOff x="0" y="0"/>
          <a:chExt cx="0" cy="0"/>
        </a:xfrm>
      </p:grpSpPr>
      <p:sp>
        <p:nvSpPr>
          <p:cNvPr id="5" name="Text Placeholder 2">
            <a:extLst>
              <a:ext uri="{FF2B5EF4-FFF2-40B4-BE49-F238E27FC236}">
                <a16:creationId xmlns:a16="http://schemas.microsoft.com/office/drawing/2014/main" id="{B37A3D09-8DDB-0D78-49A3-63D553286BAA}"/>
              </a:ext>
            </a:extLst>
          </p:cNvPr>
          <p:cNvSpPr>
            <a:spLocks noGrp="1"/>
          </p:cNvSpPr>
          <p:nvPr>
            <p:ph idx="1" hasCustomPrompt="1"/>
          </p:nvPr>
        </p:nvSpPr>
        <p:spPr>
          <a:xfrm>
            <a:off x="1257299" y="3037092"/>
            <a:ext cx="7741846" cy="6228353"/>
          </a:xfrm>
          <a:prstGeom prst="rect">
            <a:avLst/>
          </a:prstGeom>
        </p:spPr>
        <p:txBody>
          <a:bodyPr vert="horz" lIns="0" tIns="0" rIns="0" bIns="0" rtlCol="0">
            <a:normAutofit/>
          </a:bodyPr>
          <a:lstStyle>
            <a:lvl1pPr marL="342900" indent="-342900">
              <a:buFont typeface="Arial" panose="020B0604020202020204" pitchFamily="34" charset="0"/>
              <a:buChar char="•"/>
              <a:defRPr sz="2400">
                <a:solidFill>
                  <a:schemeClr val="tx2"/>
                </a:solidFill>
              </a:defRPr>
            </a:lvl1pPr>
            <a:lvl2pPr marL="708660" indent="-342900">
              <a:buFont typeface="Arial" panose="020B0604020202020204" pitchFamily="34" charset="0"/>
              <a:buChar char="•"/>
              <a:defRPr sz="2400">
                <a:solidFill>
                  <a:schemeClr val="tx2"/>
                </a:solidFill>
                <a:latin typeface="+mn-lt"/>
              </a:defRPr>
            </a:lvl2pPr>
            <a:lvl3pPr marL="1074420" indent="-342900">
              <a:buFont typeface="Arial" panose="020B0604020202020204" pitchFamily="34" charset="0"/>
              <a:buChar char="•"/>
              <a:defRPr sz="2400">
                <a:solidFill>
                  <a:schemeClr val="tx2"/>
                </a:solidFill>
                <a:latin typeface="+mn-lt"/>
              </a:defRPr>
            </a:lvl3pPr>
          </a:lstStyle>
          <a:p>
            <a:pPr lvl="0"/>
            <a:r>
              <a:rPr lang="en-US"/>
              <a:t>Click to edit master text styles</a:t>
            </a:r>
          </a:p>
          <a:p>
            <a:pPr lvl="1"/>
            <a:r>
              <a:rPr lang="en-US"/>
              <a:t>Second level text</a:t>
            </a:r>
          </a:p>
          <a:p>
            <a:pPr lvl="2"/>
            <a:r>
              <a:rPr lang="en-US"/>
              <a:t>Third level text</a:t>
            </a:r>
          </a:p>
        </p:txBody>
      </p:sp>
      <p:sp>
        <p:nvSpPr>
          <p:cNvPr id="7" name="Text Placeholder 2">
            <a:extLst>
              <a:ext uri="{FF2B5EF4-FFF2-40B4-BE49-F238E27FC236}">
                <a16:creationId xmlns:a16="http://schemas.microsoft.com/office/drawing/2014/main" id="{9EB0C531-8D77-DB91-D733-89B75593C437}"/>
              </a:ext>
            </a:extLst>
          </p:cNvPr>
          <p:cNvSpPr>
            <a:spLocks noGrp="1"/>
          </p:cNvSpPr>
          <p:nvPr>
            <p:ph idx="11" hasCustomPrompt="1"/>
          </p:nvPr>
        </p:nvSpPr>
        <p:spPr>
          <a:xfrm>
            <a:off x="9288856" y="3037092"/>
            <a:ext cx="7741848" cy="6228353"/>
          </a:xfrm>
          <a:prstGeom prst="rect">
            <a:avLst/>
          </a:prstGeom>
        </p:spPr>
        <p:txBody>
          <a:bodyPr vert="horz" lIns="0" tIns="0" rIns="0" bIns="0" rtlCol="0">
            <a:normAutofit/>
          </a:bodyPr>
          <a:lstStyle>
            <a:lvl1pPr marL="342900" indent="-342900">
              <a:buFont typeface="Arial" panose="020B0604020202020204" pitchFamily="34" charset="0"/>
              <a:buChar char="•"/>
              <a:defRPr sz="2400">
                <a:solidFill>
                  <a:schemeClr val="tx2"/>
                </a:solidFill>
              </a:defRPr>
            </a:lvl1pPr>
            <a:lvl2pPr marL="708660" indent="-342900">
              <a:buFont typeface="Arial" panose="020B0604020202020204" pitchFamily="34" charset="0"/>
              <a:buChar char="•"/>
              <a:defRPr sz="2400">
                <a:solidFill>
                  <a:schemeClr val="tx2"/>
                </a:solidFill>
                <a:latin typeface="+mn-lt"/>
              </a:defRPr>
            </a:lvl2pPr>
            <a:lvl3pPr marL="1074420" indent="-342900">
              <a:buFont typeface="Arial" panose="020B0604020202020204" pitchFamily="34" charset="0"/>
              <a:buChar char="•"/>
              <a:defRPr sz="2400">
                <a:solidFill>
                  <a:schemeClr val="tx2"/>
                </a:solidFill>
                <a:latin typeface="+mn-lt"/>
              </a:defRPr>
            </a:lvl3pPr>
          </a:lstStyle>
          <a:p>
            <a:pPr lvl="0"/>
            <a:r>
              <a:rPr lang="en-US"/>
              <a:t>Click to edit master text styles</a:t>
            </a:r>
          </a:p>
          <a:p>
            <a:pPr lvl="1"/>
            <a:r>
              <a:rPr lang="en-US"/>
              <a:t>Second level text</a:t>
            </a:r>
          </a:p>
          <a:p>
            <a:pPr lvl="2"/>
            <a:r>
              <a:rPr lang="en-US"/>
              <a:t>Third level text</a:t>
            </a:r>
          </a:p>
        </p:txBody>
      </p:sp>
      <p:sp>
        <p:nvSpPr>
          <p:cNvPr id="2" name="Text Placeholder 4">
            <a:extLst>
              <a:ext uri="{FF2B5EF4-FFF2-40B4-BE49-F238E27FC236}">
                <a16:creationId xmlns:a16="http://schemas.microsoft.com/office/drawing/2014/main" id="{A8AF7DCC-A108-F1D7-37D7-3E40F13E95A9}"/>
              </a:ext>
            </a:extLst>
          </p:cNvPr>
          <p:cNvSpPr>
            <a:spLocks noGrp="1"/>
          </p:cNvSpPr>
          <p:nvPr>
            <p:ph type="body" sz="quarter" idx="10" hasCustomPrompt="1"/>
          </p:nvPr>
        </p:nvSpPr>
        <p:spPr>
          <a:xfrm>
            <a:off x="1257299" y="1956695"/>
            <a:ext cx="15773400" cy="589085"/>
          </a:xfrm>
          <a:prstGeom prst="rect">
            <a:avLst/>
          </a:prstGeom>
        </p:spPr>
        <p:txBody>
          <a:bodyPr anchor="ctr" anchorCtr="0">
            <a:normAutofit/>
          </a:bodyPr>
          <a:lstStyle>
            <a:lvl1pPr marL="0" indent="0" algn="l">
              <a:buNone/>
              <a:defRPr sz="3000">
                <a:solidFill>
                  <a:schemeClr val="bg2"/>
                </a:solidFill>
              </a:defRPr>
            </a:lvl1pPr>
            <a:lvl2pPr marL="365760" indent="0">
              <a:buNone/>
              <a:defRPr/>
            </a:lvl2pPr>
            <a:lvl3pPr marL="731520" indent="0">
              <a:buNone/>
              <a:defRPr/>
            </a:lvl3pPr>
            <a:lvl4pPr marL="2057400" indent="0">
              <a:buNone/>
              <a:defRPr/>
            </a:lvl4pPr>
            <a:lvl5pPr marL="2743200" indent="0">
              <a:buNone/>
              <a:defRPr/>
            </a:lvl5pPr>
          </a:lstStyle>
          <a:p>
            <a:pPr lvl="0"/>
            <a:r>
              <a:rPr lang="en-US"/>
              <a:t>Click to add subtitle</a:t>
            </a:r>
          </a:p>
        </p:txBody>
      </p:sp>
      <p:sp>
        <p:nvSpPr>
          <p:cNvPr id="3" name="Title Placeholder 1">
            <a:extLst>
              <a:ext uri="{FF2B5EF4-FFF2-40B4-BE49-F238E27FC236}">
                <a16:creationId xmlns:a16="http://schemas.microsoft.com/office/drawing/2014/main" id="{8FE56C16-9B1A-F388-6494-398623D41A1E}"/>
              </a:ext>
            </a:extLst>
          </p:cNvPr>
          <p:cNvSpPr>
            <a:spLocks noGrp="1"/>
          </p:cNvSpPr>
          <p:nvPr>
            <p:ph type="title" hasCustomPrompt="1"/>
          </p:nvPr>
        </p:nvSpPr>
        <p:spPr>
          <a:xfrm>
            <a:off x="1257300" y="710304"/>
            <a:ext cx="15773400" cy="1220096"/>
          </a:xfrm>
          <a:prstGeom prst="rect">
            <a:avLst/>
          </a:prstGeom>
        </p:spPr>
        <p:txBody>
          <a:bodyPr vert="horz" lIns="0" tIns="0" rIns="0" bIns="0" rtlCol="0" anchor="ctr">
            <a:normAutofit/>
          </a:bodyPr>
          <a:lstStyle>
            <a:lvl1pPr>
              <a:lnSpc>
                <a:spcPct val="100000"/>
              </a:lnSpc>
              <a:defRPr sz="6000"/>
            </a:lvl1pPr>
          </a:lstStyle>
          <a:p>
            <a:r>
              <a:rPr lang="en-US"/>
              <a:t>Click to add slide title</a:t>
            </a:r>
          </a:p>
        </p:txBody>
      </p:sp>
    </p:spTree>
    <p:custDataLst>
      <p:tags r:id="rId1"/>
    </p:custDataLst>
    <p:extLst>
      <p:ext uri="{BB962C8B-B14F-4D97-AF65-F5344CB8AC3E}">
        <p14:creationId xmlns:p14="http://schemas.microsoft.com/office/powerpoint/2010/main" val="30410571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SAS - Blank - Blue">
    <p:bg>
      <p:bgPr>
        <a:solidFill>
          <a:schemeClr val="bg2"/>
        </a:solidFill>
        <a:effectLst/>
      </p:bgPr>
    </p:bg>
    <p:spTree>
      <p:nvGrpSpPr>
        <p:cNvPr id="1" name=""/>
        <p:cNvGrpSpPr/>
        <p:nvPr/>
      </p:nvGrpSpPr>
      <p:grpSpPr>
        <a:xfrm>
          <a:off x="0" y="0"/>
          <a:ext cx="0" cy="0"/>
          <a:chOff x="0" y="0"/>
          <a:chExt cx="0" cy="0"/>
        </a:xfrm>
      </p:grpSpPr>
      <p:sp>
        <p:nvSpPr>
          <p:cNvPr id="3" name="TextBox 4">
            <a:extLst>
              <a:ext uri="{FF2B5EF4-FFF2-40B4-BE49-F238E27FC236}">
                <a16:creationId xmlns:a16="http://schemas.microsoft.com/office/drawing/2014/main" id="{50615BBA-3709-50D7-A61C-9CF9B79E7B6F}"/>
              </a:ext>
            </a:extLst>
          </p:cNvPr>
          <p:cNvSpPr txBox="1"/>
          <p:nvPr userDrawn="1"/>
        </p:nvSpPr>
        <p:spPr>
          <a:xfrm>
            <a:off x="1252432" y="9855354"/>
            <a:ext cx="5029200" cy="246221"/>
          </a:xfrm>
          <a:prstGeom prst="rect">
            <a:avLst/>
          </a:prstGeom>
          <a:noFill/>
        </p:spPr>
        <p:txBody>
          <a:bodyPr wrap="square" lIns="0" anchor="b" anchorCtr="0">
            <a:spAutoFit/>
          </a:bodyPr>
          <a:lstStyle/>
          <a:p>
            <a:pPr marL="0" marR="0" lvl="0" indent="0" algn="l" defTabSz="548626" rtl="0" eaLnBrk="0" fontAlgn="auto" latinLnBrk="0" hangingPunct="0">
              <a:lnSpc>
                <a:spcPct val="100000"/>
              </a:lnSpc>
              <a:spcBef>
                <a:spcPts val="0"/>
              </a:spcBef>
              <a:spcAft>
                <a:spcPts val="0"/>
              </a:spcAft>
              <a:buClrTx/>
              <a:buSzTx/>
              <a:buFontTx/>
              <a:buNone/>
              <a:tabLst/>
              <a:defRPr/>
            </a:pPr>
            <a:r>
              <a:rPr kumimoji="0" lang="en-US" sz="1000" b="0" i="0" u="none" strike="noStrike" kern="300" cap="none" spc="100" normalizeH="0" baseline="0" noProof="0">
                <a:ln>
                  <a:noFill/>
                </a:ln>
                <a:solidFill>
                  <a:schemeClr val="accent3"/>
                </a:solidFill>
                <a:effectLst/>
                <a:uLnTx/>
                <a:uFillTx/>
                <a:latin typeface="+mn-lt"/>
                <a:ea typeface="Anova Bold" panose="020B0703020203020204" pitchFamily="34" charset="0"/>
                <a:cs typeface="Anova Light" panose="020B0403020203020204" pitchFamily="34" charset="0"/>
              </a:rPr>
              <a:t>Copyright © SAS Institute Inc. All rights reserved.</a:t>
            </a:r>
          </a:p>
        </p:txBody>
      </p:sp>
      <p:pic>
        <p:nvPicPr>
          <p:cNvPr id="6" name="Picture 6">
            <a:extLst>
              <a:ext uri="{FF2B5EF4-FFF2-40B4-BE49-F238E27FC236}">
                <a16:creationId xmlns:a16="http://schemas.microsoft.com/office/drawing/2014/main" id="{2CABA933-0C0D-36E2-5A78-BCB317DCA51B}"/>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6826158" y="9516543"/>
            <a:ext cx="1112812" cy="461922"/>
          </a:xfrm>
          <a:prstGeom prst="rect">
            <a:avLst/>
          </a:prstGeom>
        </p:spPr>
      </p:pic>
      <p:sp>
        <p:nvSpPr>
          <p:cNvPr id="12" name="Title Placeholder 1">
            <a:extLst>
              <a:ext uri="{FF2B5EF4-FFF2-40B4-BE49-F238E27FC236}">
                <a16:creationId xmlns:a16="http://schemas.microsoft.com/office/drawing/2014/main" id="{124C30B5-7C12-AA50-616C-29E50D4770A0}"/>
              </a:ext>
            </a:extLst>
          </p:cNvPr>
          <p:cNvSpPr>
            <a:spLocks noGrp="1"/>
          </p:cNvSpPr>
          <p:nvPr>
            <p:ph type="title" hasCustomPrompt="1"/>
          </p:nvPr>
        </p:nvSpPr>
        <p:spPr>
          <a:xfrm>
            <a:off x="0" y="-1484256"/>
            <a:ext cx="18288000" cy="1220096"/>
          </a:xfrm>
          <a:prstGeom prst="rect">
            <a:avLst/>
          </a:prstGeom>
        </p:spPr>
        <p:txBody>
          <a:bodyPr vert="horz" lIns="0" tIns="0" rIns="0" bIns="0" rtlCol="0" anchor="ctr">
            <a:normAutofit/>
          </a:bodyPr>
          <a:lstStyle>
            <a:lvl1pPr>
              <a:lnSpc>
                <a:spcPct val="100000"/>
              </a:lnSpc>
              <a:defRPr sz="6000">
                <a:solidFill>
                  <a:schemeClr val="accent5"/>
                </a:solidFill>
              </a:defRPr>
            </a:lvl1pPr>
          </a:lstStyle>
          <a:p>
            <a:r>
              <a:rPr lang="en-US"/>
              <a:t>Click to add slide title</a:t>
            </a:r>
          </a:p>
        </p:txBody>
      </p:sp>
    </p:spTree>
    <p:custDataLst>
      <p:tags r:id="rId1"/>
    </p:custDataLst>
    <p:extLst>
      <p:ext uri="{BB962C8B-B14F-4D97-AF65-F5344CB8AC3E}">
        <p14:creationId xmlns:p14="http://schemas.microsoft.com/office/powerpoint/2010/main" val="36870101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SAS - Title Only - Blue">
    <p:bg>
      <p:bgPr>
        <a:solidFill>
          <a:schemeClr val="bg2"/>
        </a:solidFill>
        <a:effectLst/>
      </p:bgPr>
    </p:bg>
    <p:spTree>
      <p:nvGrpSpPr>
        <p:cNvPr id="1" name=""/>
        <p:cNvGrpSpPr/>
        <p:nvPr/>
      </p:nvGrpSpPr>
      <p:grpSpPr>
        <a:xfrm>
          <a:off x="0" y="0"/>
          <a:ext cx="0" cy="0"/>
          <a:chOff x="0" y="0"/>
          <a:chExt cx="0" cy="0"/>
        </a:xfrm>
      </p:grpSpPr>
      <p:sp>
        <p:nvSpPr>
          <p:cNvPr id="3" name="TextBox 4">
            <a:extLst>
              <a:ext uri="{FF2B5EF4-FFF2-40B4-BE49-F238E27FC236}">
                <a16:creationId xmlns:a16="http://schemas.microsoft.com/office/drawing/2014/main" id="{50615BBA-3709-50D7-A61C-9CF9B79E7B6F}"/>
              </a:ext>
            </a:extLst>
          </p:cNvPr>
          <p:cNvSpPr txBox="1"/>
          <p:nvPr userDrawn="1"/>
        </p:nvSpPr>
        <p:spPr>
          <a:xfrm>
            <a:off x="1252432" y="9855354"/>
            <a:ext cx="5029200" cy="246221"/>
          </a:xfrm>
          <a:prstGeom prst="rect">
            <a:avLst/>
          </a:prstGeom>
          <a:noFill/>
        </p:spPr>
        <p:txBody>
          <a:bodyPr wrap="square" lIns="0" anchor="b" anchorCtr="0">
            <a:spAutoFit/>
          </a:bodyPr>
          <a:lstStyle/>
          <a:p>
            <a:pPr marL="0" marR="0" lvl="0" indent="0" algn="l" defTabSz="548626" rtl="0" eaLnBrk="0" fontAlgn="auto" latinLnBrk="0" hangingPunct="0">
              <a:lnSpc>
                <a:spcPct val="100000"/>
              </a:lnSpc>
              <a:spcBef>
                <a:spcPts val="0"/>
              </a:spcBef>
              <a:spcAft>
                <a:spcPts val="0"/>
              </a:spcAft>
              <a:buClrTx/>
              <a:buSzTx/>
              <a:buFontTx/>
              <a:buNone/>
              <a:tabLst/>
              <a:defRPr/>
            </a:pPr>
            <a:r>
              <a:rPr kumimoji="0" lang="en-US" sz="1000" b="0" i="0" u="none" strike="noStrike" kern="300" cap="none" spc="100" normalizeH="0" baseline="0" noProof="0">
                <a:ln>
                  <a:noFill/>
                </a:ln>
                <a:solidFill>
                  <a:schemeClr val="accent3"/>
                </a:solidFill>
                <a:effectLst/>
                <a:uLnTx/>
                <a:uFillTx/>
                <a:latin typeface="+mn-lt"/>
                <a:ea typeface="Anova Bold" panose="020B0703020203020204" pitchFamily="34" charset="0"/>
                <a:cs typeface="Anova Light" panose="020B0403020203020204" pitchFamily="34" charset="0"/>
              </a:rPr>
              <a:t>Copyright © SAS Institute Inc. All rights reserved.</a:t>
            </a:r>
          </a:p>
        </p:txBody>
      </p:sp>
      <p:pic>
        <p:nvPicPr>
          <p:cNvPr id="6" name="Picture 6">
            <a:extLst>
              <a:ext uri="{FF2B5EF4-FFF2-40B4-BE49-F238E27FC236}">
                <a16:creationId xmlns:a16="http://schemas.microsoft.com/office/drawing/2014/main" id="{2CABA933-0C0D-36E2-5A78-BCB317DCA51B}"/>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6826158" y="9516543"/>
            <a:ext cx="1112812" cy="461922"/>
          </a:xfrm>
          <a:prstGeom prst="rect">
            <a:avLst/>
          </a:prstGeom>
        </p:spPr>
      </p:pic>
      <p:sp>
        <p:nvSpPr>
          <p:cNvPr id="2" name="Title Placeholder 1">
            <a:extLst>
              <a:ext uri="{FF2B5EF4-FFF2-40B4-BE49-F238E27FC236}">
                <a16:creationId xmlns:a16="http://schemas.microsoft.com/office/drawing/2014/main" id="{667639C1-C49D-0801-3508-58EEF6FDD8D9}"/>
              </a:ext>
            </a:extLst>
          </p:cNvPr>
          <p:cNvSpPr>
            <a:spLocks noGrp="1"/>
          </p:cNvSpPr>
          <p:nvPr>
            <p:ph type="title" hasCustomPrompt="1"/>
          </p:nvPr>
        </p:nvSpPr>
        <p:spPr>
          <a:xfrm>
            <a:off x="1257300" y="710304"/>
            <a:ext cx="15773400" cy="1220096"/>
          </a:xfrm>
          <a:prstGeom prst="rect">
            <a:avLst/>
          </a:prstGeom>
        </p:spPr>
        <p:txBody>
          <a:bodyPr vert="horz" lIns="0" tIns="0" rIns="0" bIns="0" rtlCol="0" anchor="ctr">
            <a:normAutofit/>
          </a:bodyPr>
          <a:lstStyle>
            <a:lvl1pPr>
              <a:lnSpc>
                <a:spcPct val="100000"/>
              </a:lnSpc>
              <a:defRPr sz="6000">
                <a:solidFill>
                  <a:schemeClr val="bg1"/>
                </a:solidFill>
              </a:defRPr>
            </a:lvl1pPr>
          </a:lstStyle>
          <a:p>
            <a:r>
              <a:rPr lang="en-US"/>
              <a:t>Click to add slide title</a:t>
            </a:r>
          </a:p>
        </p:txBody>
      </p:sp>
    </p:spTree>
    <p:custDataLst>
      <p:tags r:id="rId1"/>
    </p:custDataLst>
    <p:extLst>
      <p:ext uri="{BB962C8B-B14F-4D97-AF65-F5344CB8AC3E}">
        <p14:creationId xmlns:p14="http://schemas.microsoft.com/office/powerpoint/2010/main" val="36910477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SAS - Title &amp; Subtitle - Blue">
    <p:bg>
      <p:bgPr>
        <a:solidFill>
          <a:schemeClr val="bg2"/>
        </a:solidFill>
        <a:effectLst/>
      </p:bgPr>
    </p:bg>
    <p:spTree>
      <p:nvGrpSpPr>
        <p:cNvPr id="1" name=""/>
        <p:cNvGrpSpPr/>
        <p:nvPr/>
      </p:nvGrpSpPr>
      <p:grpSpPr>
        <a:xfrm>
          <a:off x="0" y="0"/>
          <a:ext cx="0" cy="0"/>
          <a:chOff x="0" y="0"/>
          <a:chExt cx="0" cy="0"/>
        </a:xfrm>
      </p:grpSpPr>
      <p:sp>
        <p:nvSpPr>
          <p:cNvPr id="3" name="TextBox 4">
            <a:extLst>
              <a:ext uri="{FF2B5EF4-FFF2-40B4-BE49-F238E27FC236}">
                <a16:creationId xmlns:a16="http://schemas.microsoft.com/office/drawing/2014/main" id="{50615BBA-3709-50D7-A61C-9CF9B79E7B6F}"/>
              </a:ext>
            </a:extLst>
          </p:cNvPr>
          <p:cNvSpPr txBox="1"/>
          <p:nvPr userDrawn="1"/>
        </p:nvSpPr>
        <p:spPr>
          <a:xfrm>
            <a:off x="1252432" y="9855354"/>
            <a:ext cx="5029200" cy="246221"/>
          </a:xfrm>
          <a:prstGeom prst="rect">
            <a:avLst/>
          </a:prstGeom>
          <a:noFill/>
        </p:spPr>
        <p:txBody>
          <a:bodyPr wrap="square" lIns="0" anchor="b" anchorCtr="0">
            <a:spAutoFit/>
          </a:bodyPr>
          <a:lstStyle/>
          <a:p>
            <a:pPr marL="0" marR="0" lvl="0" indent="0" algn="l" defTabSz="548626" rtl="0" eaLnBrk="0" fontAlgn="auto" latinLnBrk="0" hangingPunct="0">
              <a:lnSpc>
                <a:spcPct val="100000"/>
              </a:lnSpc>
              <a:spcBef>
                <a:spcPts val="0"/>
              </a:spcBef>
              <a:spcAft>
                <a:spcPts val="0"/>
              </a:spcAft>
              <a:buClrTx/>
              <a:buSzTx/>
              <a:buFontTx/>
              <a:buNone/>
              <a:tabLst/>
              <a:defRPr/>
            </a:pPr>
            <a:r>
              <a:rPr kumimoji="0" lang="en-US" sz="1000" b="0" i="0" u="none" strike="noStrike" kern="300" cap="none" spc="100" normalizeH="0" baseline="0" noProof="0">
                <a:ln>
                  <a:noFill/>
                </a:ln>
                <a:solidFill>
                  <a:schemeClr val="accent3"/>
                </a:solidFill>
                <a:effectLst/>
                <a:uLnTx/>
                <a:uFillTx/>
                <a:latin typeface="+mn-lt"/>
                <a:ea typeface="Anova Bold" panose="020B0703020203020204" pitchFamily="34" charset="0"/>
                <a:cs typeface="Anova Light" panose="020B0403020203020204" pitchFamily="34" charset="0"/>
              </a:rPr>
              <a:t>Copyright © SAS Institute Inc. All rights reserved.</a:t>
            </a:r>
          </a:p>
        </p:txBody>
      </p:sp>
      <p:pic>
        <p:nvPicPr>
          <p:cNvPr id="6" name="Picture 6">
            <a:extLst>
              <a:ext uri="{FF2B5EF4-FFF2-40B4-BE49-F238E27FC236}">
                <a16:creationId xmlns:a16="http://schemas.microsoft.com/office/drawing/2014/main" id="{2CABA933-0C0D-36E2-5A78-BCB317DCA51B}"/>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6826158" y="9516543"/>
            <a:ext cx="1112812" cy="461922"/>
          </a:xfrm>
          <a:prstGeom prst="rect">
            <a:avLst/>
          </a:prstGeom>
        </p:spPr>
      </p:pic>
      <p:sp>
        <p:nvSpPr>
          <p:cNvPr id="4" name="Text Placeholder 4">
            <a:extLst>
              <a:ext uri="{FF2B5EF4-FFF2-40B4-BE49-F238E27FC236}">
                <a16:creationId xmlns:a16="http://schemas.microsoft.com/office/drawing/2014/main" id="{51397EC1-1163-1944-F3AF-BC212E0DDF1A}"/>
              </a:ext>
            </a:extLst>
          </p:cNvPr>
          <p:cNvSpPr>
            <a:spLocks noGrp="1"/>
          </p:cNvSpPr>
          <p:nvPr>
            <p:ph type="body" sz="quarter" idx="10" hasCustomPrompt="1"/>
          </p:nvPr>
        </p:nvSpPr>
        <p:spPr>
          <a:xfrm>
            <a:off x="1257299" y="1956695"/>
            <a:ext cx="15773400" cy="589085"/>
          </a:xfrm>
          <a:prstGeom prst="rect">
            <a:avLst/>
          </a:prstGeom>
        </p:spPr>
        <p:txBody>
          <a:bodyPr anchor="ctr" anchorCtr="0">
            <a:normAutofit/>
          </a:bodyPr>
          <a:lstStyle>
            <a:lvl1pPr marL="0" indent="0" algn="l">
              <a:buNone/>
              <a:defRPr sz="3000">
                <a:solidFill>
                  <a:schemeClr val="bg1"/>
                </a:solidFill>
              </a:defRPr>
            </a:lvl1pPr>
            <a:lvl2pPr marL="365760" indent="0">
              <a:buNone/>
              <a:defRPr/>
            </a:lvl2pPr>
            <a:lvl3pPr marL="731520" indent="0">
              <a:buNone/>
              <a:defRPr/>
            </a:lvl3pPr>
            <a:lvl4pPr marL="2057400" indent="0">
              <a:buNone/>
              <a:defRPr/>
            </a:lvl4pPr>
            <a:lvl5pPr marL="2743200" indent="0">
              <a:buNone/>
              <a:defRPr/>
            </a:lvl5pPr>
          </a:lstStyle>
          <a:p>
            <a:pPr lvl="0"/>
            <a:r>
              <a:rPr lang="en-US"/>
              <a:t>Click to add subtitle</a:t>
            </a:r>
          </a:p>
        </p:txBody>
      </p:sp>
      <p:sp>
        <p:nvSpPr>
          <p:cNvPr id="7" name="Title Placeholder 1">
            <a:extLst>
              <a:ext uri="{FF2B5EF4-FFF2-40B4-BE49-F238E27FC236}">
                <a16:creationId xmlns:a16="http://schemas.microsoft.com/office/drawing/2014/main" id="{89C0DF09-1228-36F2-2410-16BB11037DF3}"/>
              </a:ext>
            </a:extLst>
          </p:cNvPr>
          <p:cNvSpPr>
            <a:spLocks noGrp="1"/>
          </p:cNvSpPr>
          <p:nvPr>
            <p:ph type="title" hasCustomPrompt="1"/>
          </p:nvPr>
        </p:nvSpPr>
        <p:spPr>
          <a:xfrm>
            <a:off x="1257300" y="710304"/>
            <a:ext cx="15773400" cy="1220096"/>
          </a:xfrm>
          <a:prstGeom prst="rect">
            <a:avLst/>
          </a:prstGeom>
        </p:spPr>
        <p:txBody>
          <a:bodyPr vert="horz" lIns="0" tIns="0" rIns="0" bIns="0" rtlCol="0" anchor="ctr">
            <a:normAutofit/>
          </a:bodyPr>
          <a:lstStyle>
            <a:lvl1pPr>
              <a:lnSpc>
                <a:spcPct val="100000"/>
              </a:lnSpc>
              <a:defRPr sz="6000">
                <a:solidFill>
                  <a:schemeClr val="bg1"/>
                </a:solidFill>
              </a:defRPr>
            </a:lvl1pPr>
          </a:lstStyle>
          <a:p>
            <a:r>
              <a:rPr lang="en-US"/>
              <a:t>Click to add slide title</a:t>
            </a:r>
          </a:p>
        </p:txBody>
      </p:sp>
    </p:spTree>
    <p:custDataLst>
      <p:tags r:id="rId1"/>
    </p:custDataLst>
    <p:extLst>
      <p:ext uri="{BB962C8B-B14F-4D97-AF65-F5344CB8AC3E}">
        <p14:creationId xmlns:p14="http://schemas.microsoft.com/office/powerpoint/2010/main" val="23782893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SAS - Content - Blue">
    <p:bg>
      <p:bgPr>
        <a:solidFill>
          <a:schemeClr val="bg2"/>
        </a:solidFill>
        <a:effectLst/>
      </p:bgPr>
    </p:bg>
    <p:spTree>
      <p:nvGrpSpPr>
        <p:cNvPr id="1" name=""/>
        <p:cNvGrpSpPr/>
        <p:nvPr/>
      </p:nvGrpSpPr>
      <p:grpSpPr>
        <a:xfrm>
          <a:off x="0" y="0"/>
          <a:ext cx="0" cy="0"/>
          <a:chOff x="0" y="0"/>
          <a:chExt cx="0" cy="0"/>
        </a:xfrm>
      </p:grpSpPr>
      <p:sp>
        <p:nvSpPr>
          <p:cNvPr id="3" name="TextBox 4">
            <a:extLst>
              <a:ext uri="{FF2B5EF4-FFF2-40B4-BE49-F238E27FC236}">
                <a16:creationId xmlns:a16="http://schemas.microsoft.com/office/drawing/2014/main" id="{50615BBA-3709-50D7-A61C-9CF9B79E7B6F}"/>
              </a:ext>
            </a:extLst>
          </p:cNvPr>
          <p:cNvSpPr txBox="1"/>
          <p:nvPr userDrawn="1"/>
        </p:nvSpPr>
        <p:spPr>
          <a:xfrm>
            <a:off x="1252432" y="9855354"/>
            <a:ext cx="5029200" cy="246221"/>
          </a:xfrm>
          <a:prstGeom prst="rect">
            <a:avLst/>
          </a:prstGeom>
          <a:noFill/>
        </p:spPr>
        <p:txBody>
          <a:bodyPr wrap="square" lIns="0" anchor="b" anchorCtr="0">
            <a:spAutoFit/>
          </a:bodyPr>
          <a:lstStyle/>
          <a:p>
            <a:pPr marL="0" marR="0" lvl="0" indent="0" algn="l" defTabSz="548626" rtl="0" eaLnBrk="0" fontAlgn="auto" latinLnBrk="0" hangingPunct="0">
              <a:lnSpc>
                <a:spcPct val="100000"/>
              </a:lnSpc>
              <a:spcBef>
                <a:spcPts val="0"/>
              </a:spcBef>
              <a:spcAft>
                <a:spcPts val="0"/>
              </a:spcAft>
              <a:buClrTx/>
              <a:buSzTx/>
              <a:buFontTx/>
              <a:buNone/>
              <a:tabLst/>
              <a:defRPr/>
            </a:pPr>
            <a:r>
              <a:rPr kumimoji="0" lang="en-US" sz="1000" b="0" i="0" u="none" strike="noStrike" kern="300" cap="none" spc="100" normalizeH="0" baseline="0" noProof="0">
                <a:ln>
                  <a:noFill/>
                </a:ln>
                <a:solidFill>
                  <a:schemeClr val="accent3"/>
                </a:solidFill>
                <a:effectLst/>
                <a:uLnTx/>
                <a:uFillTx/>
                <a:latin typeface="+mn-lt"/>
                <a:ea typeface="Anova Bold" panose="020B0703020203020204" pitchFamily="34" charset="0"/>
                <a:cs typeface="Anova Light" panose="020B0403020203020204" pitchFamily="34" charset="0"/>
              </a:rPr>
              <a:t>Copyright © SAS Institute Inc. All rights reserved.</a:t>
            </a:r>
          </a:p>
        </p:txBody>
      </p:sp>
      <p:pic>
        <p:nvPicPr>
          <p:cNvPr id="6" name="Picture 6">
            <a:extLst>
              <a:ext uri="{FF2B5EF4-FFF2-40B4-BE49-F238E27FC236}">
                <a16:creationId xmlns:a16="http://schemas.microsoft.com/office/drawing/2014/main" id="{2CABA933-0C0D-36E2-5A78-BCB317DCA51B}"/>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6826158" y="9516543"/>
            <a:ext cx="1112812" cy="461922"/>
          </a:xfrm>
          <a:prstGeom prst="rect">
            <a:avLst/>
          </a:prstGeom>
        </p:spPr>
      </p:pic>
      <p:sp>
        <p:nvSpPr>
          <p:cNvPr id="5" name="Text Placeholder 4">
            <a:extLst>
              <a:ext uri="{FF2B5EF4-FFF2-40B4-BE49-F238E27FC236}">
                <a16:creationId xmlns:a16="http://schemas.microsoft.com/office/drawing/2014/main" id="{E51EB5C7-A8F0-18EE-6ADF-1C4E20783647}"/>
              </a:ext>
            </a:extLst>
          </p:cNvPr>
          <p:cNvSpPr>
            <a:spLocks noGrp="1"/>
          </p:cNvSpPr>
          <p:nvPr>
            <p:ph type="body" sz="quarter" idx="10" hasCustomPrompt="1"/>
          </p:nvPr>
        </p:nvSpPr>
        <p:spPr>
          <a:xfrm>
            <a:off x="1257299" y="1956695"/>
            <a:ext cx="15773400" cy="589085"/>
          </a:xfrm>
          <a:prstGeom prst="rect">
            <a:avLst/>
          </a:prstGeom>
        </p:spPr>
        <p:txBody>
          <a:bodyPr anchor="ctr" anchorCtr="0">
            <a:normAutofit/>
          </a:bodyPr>
          <a:lstStyle>
            <a:lvl1pPr marL="0" indent="0" algn="l">
              <a:buNone/>
              <a:defRPr sz="3000">
                <a:solidFill>
                  <a:schemeClr val="bg1"/>
                </a:solidFill>
              </a:defRPr>
            </a:lvl1pPr>
            <a:lvl2pPr marL="365760" indent="0">
              <a:buNone/>
              <a:defRPr/>
            </a:lvl2pPr>
            <a:lvl3pPr marL="731520" indent="0">
              <a:buNone/>
              <a:defRPr/>
            </a:lvl3pPr>
            <a:lvl4pPr marL="2057400" indent="0">
              <a:buNone/>
              <a:defRPr/>
            </a:lvl4pPr>
            <a:lvl5pPr marL="2743200" indent="0">
              <a:buNone/>
              <a:defRPr/>
            </a:lvl5pPr>
          </a:lstStyle>
          <a:p>
            <a:pPr lvl="0"/>
            <a:r>
              <a:rPr lang="en-US"/>
              <a:t>Click to add subtitle</a:t>
            </a:r>
          </a:p>
        </p:txBody>
      </p:sp>
      <p:sp>
        <p:nvSpPr>
          <p:cNvPr id="7" name="Title Placeholder 1">
            <a:extLst>
              <a:ext uri="{FF2B5EF4-FFF2-40B4-BE49-F238E27FC236}">
                <a16:creationId xmlns:a16="http://schemas.microsoft.com/office/drawing/2014/main" id="{E023839E-906E-88D3-7B46-E39372048F43}"/>
              </a:ext>
            </a:extLst>
          </p:cNvPr>
          <p:cNvSpPr>
            <a:spLocks noGrp="1"/>
          </p:cNvSpPr>
          <p:nvPr>
            <p:ph type="title" hasCustomPrompt="1"/>
          </p:nvPr>
        </p:nvSpPr>
        <p:spPr>
          <a:xfrm>
            <a:off x="1257300" y="710304"/>
            <a:ext cx="15773400" cy="1220096"/>
          </a:xfrm>
          <a:prstGeom prst="rect">
            <a:avLst/>
          </a:prstGeom>
        </p:spPr>
        <p:txBody>
          <a:bodyPr vert="horz" lIns="0" tIns="0" rIns="0" bIns="0" rtlCol="0" anchor="ctr">
            <a:normAutofit/>
          </a:bodyPr>
          <a:lstStyle>
            <a:lvl1pPr>
              <a:lnSpc>
                <a:spcPct val="100000"/>
              </a:lnSpc>
              <a:defRPr sz="6000">
                <a:solidFill>
                  <a:schemeClr val="bg1"/>
                </a:solidFill>
              </a:defRPr>
            </a:lvl1pPr>
          </a:lstStyle>
          <a:p>
            <a:r>
              <a:rPr lang="en-US"/>
              <a:t>Click to add slide title</a:t>
            </a:r>
          </a:p>
        </p:txBody>
      </p:sp>
      <p:sp>
        <p:nvSpPr>
          <p:cNvPr id="8" name="Content Placeholder 9">
            <a:extLst>
              <a:ext uri="{FF2B5EF4-FFF2-40B4-BE49-F238E27FC236}">
                <a16:creationId xmlns:a16="http://schemas.microsoft.com/office/drawing/2014/main" id="{91F88622-9F3B-4753-4608-15353A558D00}"/>
              </a:ext>
            </a:extLst>
          </p:cNvPr>
          <p:cNvSpPr>
            <a:spLocks noGrp="1"/>
          </p:cNvSpPr>
          <p:nvPr>
            <p:ph sz="quarter" idx="11" hasCustomPrompt="1"/>
          </p:nvPr>
        </p:nvSpPr>
        <p:spPr>
          <a:xfrm>
            <a:off x="1257299" y="2980375"/>
            <a:ext cx="15773294" cy="5764904"/>
          </a:xfrm>
        </p:spPr>
        <p:txBody>
          <a:bodyPr/>
          <a:lstStyle>
            <a:lvl1pPr marL="342900" indent="-342900">
              <a:buClr>
                <a:schemeClr val="bg1"/>
              </a:buClr>
              <a:buFont typeface="Arial" panose="020B0604020202020204" pitchFamily="34" charset="0"/>
              <a:buChar char="•"/>
              <a:defRPr>
                <a:solidFill>
                  <a:schemeClr val="bg1"/>
                </a:solidFill>
              </a:defRPr>
            </a:lvl1pPr>
            <a:lvl2pPr marL="708660" indent="-342900">
              <a:buClr>
                <a:schemeClr val="bg1"/>
              </a:buClr>
              <a:buFont typeface="Arial" panose="020B0604020202020204" pitchFamily="34" charset="0"/>
              <a:buChar char="•"/>
              <a:defRPr>
                <a:solidFill>
                  <a:schemeClr val="bg1"/>
                </a:solidFill>
              </a:defRPr>
            </a:lvl2pPr>
            <a:lvl3pPr marL="1074420" indent="-342900">
              <a:buClr>
                <a:schemeClr val="bg1"/>
              </a:buClr>
              <a:buFont typeface="Arial" panose="020B0604020202020204" pitchFamily="34" charset="0"/>
              <a:buChar char="•"/>
              <a:defRPr>
                <a:solidFill>
                  <a:schemeClr val="bg1"/>
                </a:solidFill>
              </a:defRPr>
            </a:lvl3pPr>
            <a:lvl5pPr marL="2743200" indent="0">
              <a:buNone/>
              <a:defRPr/>
            </a:lvl5pPr>
          </a:lstStyle>
          <a:p>
            <a:pPr lvl="0"/>
            <a:r>
              <a:rPr lang="en-US"/>
              <a:t>Click to edit master text styles</a:t>
            </a:r>
          </a:p>
          <a:p>
            <a:pPr lvl="1"/>
            <a:r>
              <a:rPr lang="en-US"/>
              <a:t>Second level text</a:t>
            </a:r>
          </a:p>
          <a:p>
            <a:pPr lvl="2"/>
            <a:r>
              <a:rPr lang="en-US"/>
              <a:t>Third level text</a:t>
            </a:r>
          </a:p>
        </p:txBody>
      </p:sp>
    </p:spTree>
    <p:custDataLst>
      <p:tags r:id="rId1"/>
    </p:custDataLst>
    <p:extLst>
      <p:ext uri="{BB962C8B-B14F-4D97-AF65-F5344CB8AC3E}">
        <p14:creationId xmlns:p14="http://schemas.microsoft.com/office/powerpoint/2010/main" val="20728468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AS - Comparison - Blue">
    <p:bg>
      <p:bgPr>
        <a:solidFill>
          <a:schemeClr val="bg2"/>
        </a:solidFill>
        <a:effectLst/>
      </p:bgPr>
    </p:bg>
    <p:spTree>
      <p:nvGrpSpPr>
        <p:cNvPr id="1" name=""/>
        <p:cNvGrpSpPr/>
        <p:nvPr/>
      </p:nvGrpSpPr>
      <p:grpSpPr>
        <a:xfrm>
          <a:off x="0" y="0"/>
          <a:ext cx="0" cy="0"/>
          <a:chOff x="0" y="0"/>
          <a:chExt cx="0" cy="0"/>
        </a:xfrm>
      </p:grpSpPr>
      <p:sp>
        <p:nvSpPr>
          <p:cNvPr id="5" name="Text Placeholder 2">
            <a:extLst>
              <a:ext uri="{FF2B5EF4-FFF2-40B4-BE49-F238E27FC236}">
                <a16:creationId xmlns:a16="http://schemas.microsoft.com/office/drawing/2014/main" id="{B37A3D09-8DDB-0D78-49A3-63D553286BAA}"/>
              </a:ext>
            </a:extLst>
          </p:cNvPr>
          <p:cNvSpPr>
            <a:spLocks noGrp="1"/>
          </p:cNvSpPr>
          <p:nvPr>
            <p:ph idx="1" hasCustomPrompt="1"/>
          </p:nvPr>
        </p:nvSpPr>
        <p:spPr>
          <a:xfrm>
            <a:off x="1257299" y="3037092"/>
            <a:ext cx="7741846" cy="6228353"/>
          </a:xfrm>
          <a:prstGeom prst="rect">
            <a:avLst/>
          </a:prstGeom>
        </p:spPr>
        <p:txBody>
          <a:bodyPr vert="horz" lIns="0" tIns="0" rIns="0" bIns="0" rtlCol="0">
            <a:normAutofit/>
          </a:bodyPr>
          <a:lstStyle>
            <a:lvl1pPr marL="342900" indent="-342900">
              <a:buFont typeface="Arial" panose="020B0604020202020204" pitchFamily="34" charset="0"/>
              <a:buChar char="•"/>
              <a:defRPr sz="2400">
                <a:solidFill>
                  <a:schemeClr val="bg1"/>
                </a:solidFill>
              </a:defRPr>
            </a:lvl1pPr>
            <a:lvl2pPr marL="708660" indent="-342900">
              <a:buFont typeface="Arial" panose="020B0604020202020204" pitchFamily="34" charset="0"/>
              <a:buChar char="•"/>
              <a:defRPr sz="2400">
                <a:solidFill>
                  <a:schemeClr val="bg1"/>
                </a:solidFill>
                <a:latin typeface="+mn-lt"/>
              </a:defRPr>
            </a:lvl2pPr>
            <a:lvl3pPr marL="1074420" indent="-342900">
              <a:buFont typeface="Arial" panose="020B0604020202020204" pitchFamily="34" charset="0"/>
              <a:buChar char="•"/>
              <a:defRPr sz="2400">
                <a:solidFill>
                  <a:schemeClr val="bg1"/>
                </a:solidFill>
                <a:latin typeface="+mn-lt"/>
              </a:defRPr>
            </a:lvl3pPr>
          </a:lstStyle>
          <a:p>
            <a:pPr lvl="0"/>
            <a:r>
              <a:rPr lang="en-US"/>
              <a:t>Click to edit master text styles</a:t>
            </a:r>
          </a:p>
          <a:p>
            <a:pPr lvl="1"/>
            <a:r>
              <a:rPr lang="en-US"/>
              <a:t>Second level text</a:t>
            </a:r>
          </a:p>
          <a:p>
            <a:pPr lvl="2"/>
            <a:r>
              <a:rPr lang="en-US"/>
              <a:t>Third level text</a:t>
            </a:r>
          </a:p>
        </p:txBody>
      </p:sp>
      <p:sp>
        <p:nvSpPr>
          <p:cNvPr id="7" name="Text Placeholder 2">
            <a:extLst>
              <a:ext uri="{FF2B5EF4-FFF2-40B4-BE49-F238E27FC236}">
                <a16:creationId xmlns:a16="http://schemas.microsoft.com/office/drawing/2014/main" id="{9EB0C531-8D77-DB91-D733-89B75593C437}"/>
              </a:ext>
            </a:extLst>
          </p:cNvPr>
          <p:cNvSpPr>
            <a:spLocks noGrp="1"/>
          </p:cNvSpPr>
          <p:nvPr>
            <p:ph idx="11" hasCustomPrompt="1"/>
          </p:nvPr>
        </p:nvSpPr>
        <p:spPr>
          <a:xfrm>
            <a:off x="9288856" y="3037092"/>
            <a:ext cx="7741848" cy="6228353"/>
          </a:xfrm>
          <a:prstGeom prst="rect">
            <a:avLst/>
          </a:prstGeom>
        </p:spPr>
        <p:txBody>
          <a:bodyPr vert="horz" lIns="0" tIns="0" rIns="0" bIns="0" rtlCol="0">
            <a:normAutofit/>
          </a:bodyPr>
          <a:lstStyle>
            <a:lvl1pPr marL="342900" indent="-342900">
              <a:buFont typeface="Arial" panose="020B0604020202020204" pitchFamily="34" charset="0"/>
              <a:buChar char="•"/>
              <a:defRPr sz="2400">
                <a:solidFill>
                  <a:schemeClr val="bg1"/>
                </a:solidFill>
              </a:defRPr>
            </a:lvl1pPr>
            <a:lvl2pPr marL="708660" indent="-342900">
              <a:buFont typeface="Arial" panose="020B0604020202020204" pitchFamily="34" charset="0"/>
              <a:buChar char="•"/>
              <a:defRPr sz="2400">
                <a:solidFill>
                  <a:schemeClr val="bg1"/>
                </a:solidFill>
                <a:latin typeface="+mn-lt"/>
              </a:defRPr>
            </a:lvl2pPr>
            <a:lvl3pPr marL="1074420" indent="-342900">
              <a:buFont typeface="Arial" panose="020B0604020202020204" pitchFamily="34" charset="0"/>
              <a:buChar char="•"/>
              <a:defRPr sz="2400">
                <a:solidFill>
                  <a:schemeClr val="bg1"/>
                </a:solidFill>
                <a:latin typeface="+mn-lt"/>
              </a:defRPr>
            </a:lvl3pPr>
          </a:lstStyle>
          <a:p>
            <a:pPr lvl="0"/>
            <a:r>
              <a:rPr lang="en-US"/>
              <a:t>Click to edit master text styles</a:t>
            </a:r>
          </a:p>
          <a:p>
            <a:pPr lvl="1"/>
            <a:r>
              <a:rPr lang="en-US"/>
              <a:t>Second level text</a:t>
            </a:r>
          </a:p>
          <a:p>
            <a:pPr lvl="2"/>
            <a:r>
              <a:rPr lang="en-US"/>
              <a:t>Third level text</a:t>
            </a:r>
          </a:p>
        </p:txBody>
      </p:sp>
      <p:sp>
        <p:nvSpPr>
          <p:cNvPr id="2" name="Text Placeholder 4">
            <a:extLst>
              <a:ext uri="{FF2B5EF4-FFF2-40B4-BE49-F238E27FC236}">
                <a16:creationId xmlns:a16="http://schemas.microsoft.com/office/drawing/2014/main" id="{A8AF7DCC-A108-F1D7-37D7-3E40F13E95A9}"/>
              </a:ext>
            </a:extLst>
          </p:cNvPr>
          <p:cNvSpPr>
            <a:spLocks noGrp="1"/>
          </p:cNvSpPr>
          <p:nvPr>
            <p:ph type="body" sz="quarter" idx="10" hasCustomPrompt="1"/>
          </p:nvPr>
        </p:nvSpPr>
        <p:spPr>
          <a:xfrm>
            <a:off x="1257299" y="1956695"/>
            <a:ext cx="15773400" cy="589085"/>
          </a:xfrm>
          <a:prstGeom prst="rect">
            <a:avLst/>
          </a:prstGeom>
        </p:spPr>
        <p:txBody>
          <a:bodyPr anchor="ctr" anchorCtr="0">
            <a:normAutofit/>
          </a:bodyPr>
          <a:lstStyle>
            <a:lvl1pPr marL="0" indent="0" algn="l">
              <a:buNone/>
              <a:defRPr sz="3000">
                <a:solidFill>
                  <a:schemeClr val="bg1"/>
                </a:solidFill>
              </a:defRPr>
            </a:lvl1pPr>
            <a:lvl2pPr marL="365760" indent="0">
              <a:buNone/>
              <a:defRPr/>
            </a:lvl2pPr>
            <a:lvl3pPr marL="731520" indent="0">
              <a:buNone/>
              <a:defRPr/>
            </a:lvl3pPr>
            <a:lvl4pPr marL="2057400" indent="0">
              <a:buNone/>
              <a:defRPr/>
            </a:lvl4pPr>
            <a:lvl5pPr marL="2743200" indent="0">
              <a:buNone/>
              <a:defRPr/>
            </a:lvl5pPr>
          </a:lstStyle>
          <a:p>
            <a:pPr lvl="0"/>
            <a:r>
              <a:rPr lang="en-US"/>
              <a:t>Click to add subtitle</a:t>
            </a:r>
          </a:p>
        </p:txBody>
      </p:sp>
      <p:sp>
        <p:nvSpPr>
          <p:cNvPr id="3" name="Title Placeholder 1">
            <a:extLst>
              <a:ext uri="{FF2B5EF4-FFF2-40B4-BE49-F238E27FC236}">
                <a16:creationId xmlns:a16="http://schemas.microsoft.com/office/drawing/2014/main" id="{8FE56C16-9B1A-F388-6494-398623D41A1E}"/>
              </a:ext>
            </a:extLst>
          </p:cNvPr>
          <p:cNvSpPr>
            <a:spLocks noGrp="1"/>
          </p:cNvSpPr>
          <p:nvPr>
            <p:ph type="title" hasCustomPrompt="1"/>
          </p:nvPr>
        </p:nvSpPr>
        <p:spPr>
          <a:xfrm>
            <a:off x="1257300" y="710304"/>
            <a:ext cx="15773400" cy="1220096"/>
          </a:xfrm>
          <a:prstGeom prst="rect">
            <a:avLst/>
          </a:prstGeom>
        </p:spPr>
        <p:txBody>
          <a:bodyPr vert="horz" lIns="0" tIns="0" rIns="0" bIns="0" rtlCol="0" anchor="ctr">
            <a:normAutofit/>
          </a:bodyPr>
          <a:lstStyle>
            <a:lvl1pPr>
              <a:lnSpc>
                <a:spcPct val="100000"/>
              </a:lnSpc>
              <a:defRPr sz="6000">
                <a:solidFill>
                  <a:schemeClr val="bg1"/>
                </a:solidFill>
              </a:defRPr>
            </a:lvl1pPr>
          </a:lstStyle>
          <a:p>
            <a:r>
              <a:rPr lang="en-US"/>
              <a:t>Click to add slide title</a:t>
            </a:r>
          </a:p>
        </p:txBody>
      </p:sp>
    </p:spTree>
    <p:custDataLst>
      <p:tags r:id="rId1"/>
    </p:custDataLst>
    <p:extLst>
      <p:ext uri="{BB962C8B-B14F-4D97-AF65-F5344CB8AC3E}">
        <p14:creationId xmlns:p14="http://schemas.microsoft.com/office/powerpoint/2010/main" val="23948489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AS - No Subtitle - Decorated">
    <p:spTree>
      <p:nvGrpSpPr>
        <p:cNvPr id="1" name=""/>
        <p:cNvGrpSpPr/>
        <p:nvPr/>
      </p:nvGrpSpPr>
      <p:grpSpPr>
        <a:xfrm>
          <a:off x="0" y="0"/>
          <a:ext cx="0" cy="0"/>
          <a:chOff x="0" y="0"/>
          <a:chExt cx="0" cy="0"/>
        </a:xfrm>
      </p:grpSpPr>
      <p:sp>
        <p:nvSpPr>
          <p:cNvPr id="5" name="Diamond 11">
            <a:extLst>
              <a:ext uri="{FF2B5EF4-FFF2-40B4-BE49-F238E27FC236}">
                <a16:creationId xmlns:a16="http://schemas.microsoft.com/office/drawing/2014/main" id="{3687E857-2FCE-E01B-A354-BAB1BC9D0E9D}"/>
              </a:ext>
            </a:extLst>
          </p:cNvPr>
          <p:cNvSpPr/>
          <p:nvPr userDrawn="1"/>
        </p:nvSpPr>
        <p:spPr>
          <a:xfrm>
            <a:off x="-14287" y="183725"/>
            <a:ext cx="2771777" cy="5514977"/>
          </a:xfrm>
          <a:custGeom>
            <a:avLst/>
            <a:gdLst>
              <a:gd name="connsiteX0" fmla="*/ 0 w 3676651"/>
              <a:gd name="connsiteY0" fmla="*/ 1838326 h 3676651"/>
              <a:gd name="connsiteX1" fmla="*/ 1838326 w 3676651"/>
              <a:gd name="connsiteY1" fmla="*/ 0 h 3676651"/>
              <a:gd name="connsiteX2" fmla="*/ 3676651 w 3676651"/>
              <a:gd name="connsiteY2" fmla="*/ 1838326 h 3676651"/>
              <a:gd name="connsiteX3" fmla="*/ 1838326 w 3676651"/>
              <a:gd name="connsiteY3" fmla="*/ 3676651 h 3676651"/>
              <a:gd name="connsiteX4" fmla="*/ 0 w 3676651"/>
              <a:gd name="connsiteY4" fmla="*/ 1838326 h 3676651"/>
              <a:gd name="connsiteX0" fmla="*/ 0 w 1847851"/>
              <a:gd name="connsiteY0" fmla="*/ 1791434 h 3676651"/>
              <a:gd name="connsiteX1" fmla="*/ 9526 w 1847851"/>
              <a:gd name="connsiteY1" fmla="*/ 0 h 3676651"/>
              <a:gd name="connsiteX2" fmla="*/ 1847851 w 1847851"/>
              <a:gd name="connsiteY2" fmla="*/ 1838326 h 3676651"/>
              <a:gd name="connsiteX3" fmla="*/ 9526 w 1847851"/>
              <a:gd name="connsiteY3" fmla="*/ 3676651 h 3676651"/>
              <a:gd name="connsiteX4" fmla="*/ 0 w 1847851"/>
              <a:gd name="connsiteY4" fmla="*/ 1791434 h 36766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47851" h="3676651">
                <a:moveTo>
                  <a:pt x="0" y="1791434"/>
                </a:moveTo>
                <a:cubicBezTo>
                  <a:pt x="3175" y="1194289"/>
                  <a:pt x="6351" y="597145"/>
                  <a:pt x="9526" y="0"/>
                </a:cubicBezTo>
                <a:lnTo>
                  <a:pt x="1847851" y="1838326"/>
                </a:lnTo>
                <a:lnTo>
                  <a:pt x="9526" y="3676651"/>
                </a:lnTo>
                <a:cubicBezTo>
                  <a:pt x="6351" y="3048245"/>
                  <a:pt x="3175" y="2419840"/>
                  <a:pt x="0" y="1791434"/>
                </a:cubicBezTo>
                <a:close/>
              </a:path>
            </a:pathLst>
          </a:custGeom>
          <a:solidFill>
            <a:schemeClr val="accent2">
              <a:alpha val="5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iamond 13">
            <a:extLst>
              <a:ext uri="{FF2B5EF4-FFF2-40B4-BE49-F238E27FC236}">
                <a16:creationId xmlns:a16="http://schemas.microsoft.com/office/drawing/2014/main" id="{D0AC8D8A-6E59-3E00-2481-D4313047B34B}"/>
              </a:ext>
            </a:extLst>
          </p:cNvPr>
          <p:cNvSpPr/>
          <p:nvPr userDrawn="1"/>
        </p:nvSpPr>
        <p:spPr>
          <a:xfrm>
            <a:off x="2" y="4772024"/>
            <a:ext cx="2757488" cy="5514977"/>
          </a:xfrm>
          <a:custGeom>
            <a:avLst/>
            <a:gdLst>
              <a:gd name="connsiteX0" fmla="*/ 0 w 3676651"/>
              <a:gd name="connsiteY0" fmla="*/ 1838326 h 3676651"/>
              <a:gd name="connsiteX1" fmla="*/ 1838326 w 3676651"/>
              <a:gd name="connsiteY1" fmla="*/ 0 h 3676651"/>
              <a:gd name="connsiteX2" fmla="*/ 3676651 w 3676651"/>
              <a:gd name="connsiteY2" fmla="*/ 1838326 h 3676651"/>
              <a:gd name="connsiteX3" fmla="*/ 1838326 w 3676651"/>
              <a:gd name="connsiteY3" fmla="*/ 3676651 h 3676651"/>
              <a:gd name="connsiteX4" fmla="*/ 0 w 3676651"/>
              <a:gd name="connsiteY4" fmla="*/ 1838326 h 3676651"/>
              <a:gd name="connsiteX0" fmla="*/ 2197 w 1838325"/>
              <a:gd name="connsiteY0" fmla="*/ 1767988 h 3676651"/>
              <a:gd name="connsiteX1" fmla="*/ 0 w 1838325"/>
              <a:gd name="connsiteY1" fmla="*/ 0 h 3676651"/>
              <a:gd name="connsiteX2" fmla="*/ 1838325 w 1838325"/>
              <a:gd name="connsiteY2" fmla="*/ 1838326 h 3676651"/>
              <a:gd name="connsiteX3" fmla="*/ 0 w 1838325"/>
              <a:gd name="connsiteY3" fmla="*/ 3676651 h 3676651"/>
              <a:gd name="connsiteX4" fmla="*/ 2197 w 1838325"/>
              <a:gd name="connsiteY4" fmla="*/ 1767988 h 36766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38325" h="3676651">
                <a:moveTo>
                  <a:pt x="2197" y="1767988"/>
                </a:moveTo>
                <a:cubicBezTo>
                  <a:pt x="1465" y="1178659"/>
                  <a:pt x="732" y="589329"/>
                  <a:pt x="0" y="0"/>
                </a:cubicBezTo>
                <a:lnTo>
                  <a:pt x="1838325" y="1838326"/>
                </a:lnTo>
                <a:lnTo>
                  <a:pt x="0" y="3676651"/>
                </a:lnTo>
                <a:cubicBezTo>
                  <a:pt x="732" y="3040430"/>
                  <a:pt x="1465" y="2404209"/>
                  <a:pt x="2197" y="1767988"/>
                </a:cubicBezTo>
                <a:close/>
              </a:path>
            </a:pathLst>
          </a:custGeom>
          <a:solidFill>
            <a:schemeClr val="tx2">
              <a:lumMod val="25000"/>
              <a:lumOff val="7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iamond 15">
            <a:extLst>
              <a:ext uri="{FF2B5EF4-FFF2-40B4-BE49-F238E27FC236}">
                <a16:creationId xmlns:a16="http://schemas.microsoft.com/office/drawing/2014/main" id="{49FF252B-A39D-3DAF-B0F2-3889CA3583CD}"/>
              </a:ext>
            </a:extLst>
          </p:cNvPr>
          <p:cNvSpPr/>
          <p:nvPr userDrawn="1"/>
        </p:nvSpPr>
        <p:spPr>
          <a:xfrm>
            <a:off x="2" y="2139734"/>
            <a:ext cx="2757488" cy="5514977"/>
          </a:xfrm>
          <a:custGeom>
            <a:avLst/>
            <a:gdLst>
              <a:gd name="connsiteX0" fmla="*/ 0 w 3676651"/>
              <a:gd name="connsiteY0" fmla="*/ 1838326 h 3676651"/>
              <a:gd name="connsiteX1" fmla="*/ 1838326 w 3676651"/>
              <a:gd name="connsiteY1" fmla="*/ 0 h 3676651"/>
              <a:gd name="connsiteX2" fmla="*/ 3676651 w 3676651"/>
              <a:gd name="connsiteY2" fmla="*/ 1838326 h 3676651"/>
              <a:gd name="connsiteX3" fmla="*/ 1838326 w 3676651"/>
              <a:gd name="connsiteY3" fmla="*/ 3676651 h 3676651"/>
              <a:gd name="connsiteX4" fmla="*/ 0 w 3676651"/>
              <a:gd name="connsiteY4" fmla="*/ 1838326 h 3676651"/>
              <a:gd name="connsiteX0" fmla="*/ 2197 w 1838325"/>
              <a:gd name="connsiteY0" fmla="*/ 1803157 h 3676651"/>
              <a:gd name="connsiteX1" fmla="*/ 0 w 1838325"/>
              <a:gd name="connsiteY1" fmla="*/ 0 h 3676651"/>
              <a:gd name="connsiteX2" fmla="*/ 1838325 w 1838325"/>
              <a:gd name="connsiteY2" fmla="*/ 1838326 h 3676651"/>
              <a:gd name="connsiteX3" fmla="*/ 0 w 1838325"/>
              <a:gd name="connsiteY3" fmla="*/ 3676651 h 3676651"/>
              <a:gd name="connsiteX4" fmla="*/ 2197 w 1838325"/>
              <a:gd name="connsiteY4" fmla="*/ 1803157 h 36766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38325" h="3676651">
                <a:moveTo>
                  <a:pt x="2197" y="1803157"/>
                </a:moveTo>
                <a:cubicBezTo>
                  <a:pt x="1465" y="1202105"/>
                  <a:pt x="732" y="601052"/>
                  <a:pt x="0" y="0"/>
                </a:cubicBezTo>
                <a:lnTo>
                  <a:pt x="1838325" y="1838326"/>
                </a:lnTo>
                <a:lnTo>
                  <a:pt x="0" y="3676651"/>
                </a:lnTo>
                <a:cubicBezTo>
                  <a:pt x="732" y="3052153"/>
                  <a:pt x="1465" y="2427655"/>
                  <a:pt x="2197" y="1803157"/>
                </a:cubicBezTo>
                <a:close/>
              </a:path>
            </a:pathLst>
          </a:custGeom>
          <a:solidFill>
            <a:schemeClr val="accent1">
              <a:alpha val="5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ontent Placeholder 2">
            <a:extLst>
              <a:ext uri="{FF2B5EF4-FFF2-40B4-BE49-F238E27FC236}">
                <a16:creationId xmlns:a16="http://schemas.microsoft.com/office/drawing/2014/main" id="{F87FDCCF-E10B-D78B-ED59-A3CE67E15168}"/>
              </a:ext>
            </a:extLst>
          </p:cNvPr>
          <p:cNvSpPr>
            <a:spLocks noGrp="1"/>
          </p:cNvSpPr>
          <p:nvPr>
            <p:ph sz="quarter" idx="10" hasCustomPrompt="1"/>
          </p:nvPr>
        </p:nvSpPr>
        <p:spPr>
          <a:xfrm>
            <a:off x="4800808" y="3022600"/>
            <a:ext cx="11430000" cy="6037263"/>
          </a:xfrm>
          <a:prstGeom prst="rect">
            <a:avLst/>
          </a:prstGeom>
        </p:spPr>
        <p:txBody>
          <a:bodyPr>
            <a:normAutofit/>
          </a:bodyPr>
          <a:lstStyle>
            <a:lvl1pPr marL="342900" indent="-342900">
              <a:buClr>
                <a:schemeClr val="accent5"/>
              </a:buClr>
              <a:buFont typeface="Arial" panose="020B0604020202020204" pitchFamily="34" charset="0"/>
              <a:buChar char="•"/>
              <a:defRPr sz="2400">
                <a:solidFill>
                  <a:schemeClr val="tx2"/>
                </a:solidFill>
              </a:defRPr>
            </a:lvl1pPr>
            <a:lvl2pPr marL="708660" indent="-342900">
              <a:buClr>
                <a:schemeClr val="accent5"/>
              </a:buClr>
              <a:buFont typeface="Arial" panose="020B0604020202020204" pitchFamily="34" charset="0"/>
              <a:buChar char="•"/>
              <a:defRPr sz="2400">
                <a:solidFill>
                  <a:schemeClr val="tx2"/>
                </a:solidFill>
              </a:defRPr>
            </a:lvl2pPr>
            <a:lvl3pPr marL="1074420" indent="-342900">
              <a:buClr>
                <a:schemeClr val="accent5"/>
              </a:buClr>
              <a:buFont typeface="Arial" panose="020B0604020202020204" pitchFamily="34" charset="0"/>
              <a:buChar char="•"/>
              <a:defRPr sz="2400">
                <a:solidFill>
                  <a:schemeClr val="tx2"/>
                </a:solidFill>
              </a:defRPr>
            </a:lvl3pPr>
            <a:lvl4pPr marL="2057400" indent="0">
              <a:buNone/>
              <a:defRPr sz="2800"/>
            </a:lvl4pPr>
            <a:lvl5pPr>
              <a:defRPr sz="2800"/>
            </a:lvl5pPr>
          </a:lstStyle>
          <a:p>
            <a:pPr lvl="0"/>
            <a:r>
              <a:rPr lang="en-US"/>
              <a:t>Click to edit master text styles</a:t>
            </a:r>
          </a:p>
          <a:p>
            <a:pPr lvl="1"/>
            <a:r>
              <a:rPr lang="en-US"/>
              <a:t>Second level text</a:t>
            </a:r>
          </a:p>
          <a:p>
            <a:pPr lvl="2"/>
            <a:r>
              <a:rPr lang="en-US"/>
              <a:t>Third level text</a:t>
            </a:r>
          </a:p>
        </p:txBody>
      </p:sp>
      <p:sp>
        <p:nvSpPr>
          <p:cNvPr id="3" name="Title Placeholder 1">
            <a:extLst>
              <a:ext uri="{FF2B5EF4-FFF2-40B4-BE49-F238E27FC236}">
                <a16:creationId xmlns:a16="http://schemas.microsoft.com/office/drawing/2014/main" id="{748D5B8F-AF27-E3E5-D090-4B3858D56681}"/>
              </a:ext>
            </a:extLst>
          </p:cNvPr>
          <p:cNvSpPr>
            <a:spLocks noGrp="1"/>
          </p:cNvSpPr>
          <p:nvPr>
            <p:ph type="title" hasCustomPrompt="1"/>
          </p:nvPr>
        </p:nvSpPr>
        <p:spPr>
          <a:xfrm>
            <a:off x="4800808" y="1227137"/>
            <a:ext cx="11430000" cy="1389380"/>
          </a:xfrm>
          <a:prstGeom prst="rect">
            <a:avLst/>
          </a:prstGeom>
        </p:spPr>
        <p:txBody>
          <a:bodyPr vert="horz" lIns="0" tIns="0" rIns="0" bIns="0" rtlCol="0" anchor="ctr">
            <a:normAutofit/>
          </a:bodyPr>
          <a:lstStyle>
            <a:lvl1pPr>
              <a:lnSpc>
                <a:spcPct val="100000"/>
              </a:lnSpc>
              <a:defRPr sz="6000"/>
            </a:lvl1pPr>
          </a:lstStyle>
          <a:p>
            <a:r>
              <a:rPr lang="en-US"/>
              <a:t>Click to add slide title</a:t>
            </a:r>
          </a:p>
        </p:txBody>
      </p:sp>
    </p:spTree>
    <p:custDataLst>
      <p:tags r:id="rId1"/>
    </p:custDataLst>
    <p:extLst>
      <p:ext uri="{BB962C8B-B14F-4D97-AF65-F5344CB8AC3E}">
        <p14:creationId xmlns:p14="http://schemas.microsoft.com/office/powerpoint/2010/main" val="22289651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AS - Content - Decorated">
    <p:spTree>
      <p:nvGrpSpPr>
        <p:cNvPr id="1" name=""/>
        <p:cNvGrpSpPr/>
        <p:nvPr/>
      </p:nvGrpSpPr>
      <p:grpSpPr>
        <a:xfrm>
          <a:off x="0" y="0"/>
          <a:ext cx="0" cy="0"/>
          <a:chOff x="0" y="0"/>
          <a:chExt cx="0" cy="0"/>
        </a:xfrm>
      </p:grpSpPr>
      <p:sp>
        <p:nvSpPr>
          <p:cNvPr id="5" name="Diamond 11">
            <a:extLst>
              <a:ext uri="{FF2B5EF4-FFF2-40B4-BE49-F238E27FC236}">
                <a16:creationId xmlns:a16="http://schemas.microsoft.com/office/drawing/2014/main" id="{3687E857-2FCE-E01B-A354-BAB1BC9D0E9D}"/>
              </a:ext>
            </a:extLst>
          </p:cNvPr>
          <p:cNvSpPr/>
          <p:nvPr userDrawn="1"/>
        </p:nvSpPr>
        <p:spPr>
          <a:xfrm>
            <a:off x="-14287" y="183725"/>
            <a:ext cx="2771777" cy="5514977"/>
          </a:xfrm>
          <a:custGeom>
            <a:avLst/>
            <a:gdLst>
              <a:gd name="connsiteX0" fmla="*/ 0 w 3676651"/>
              <a:gd name="connsiteY0" fmla="*/ 1838326 h 3676651"/>
              <a:gd name="connsiteX1" fmla="*/ 1838326 w 3676651"/>
              <a:gd name="connsiteY1" fmla="*/ 0 h 3676651"/>
              <a:gd name="connsiteX2" fmla="*/ 3676651 w 3676651"/>
              <a:gd name="connsiteY2" fmla="*/ 1838326 h 3676651"/>
              <a:gd name="connsiteX3" fmla="*/ 1838326 w 3676651"/>
              <a:gd name="connsiteY3" fmla="*/ 3676651 h 3676651"/>
              <a:gd name="connsiteX4" fmla="*/ 0 w 3676651"/>
              <a:gd name="connsiteY4" fmla="*/ 1838326 h 3676651"/>
              <a:gd name="connsiteX0" fmla="*/ 0 w 1847851"/>
              <a:gd name="connsiteY0" fmla="*/ 1791434 h 3676651"/>
              <a:gd name="connsiteX1" fmla="*/ 9526 w 1847851"/>
              <a:gd name="connsiteY1" fmla="*/ 0 h 3676651"/>
              <a:gd name="connsiteX2" fmla="*/ 1847851 w 1847851"/>
              <a:gd name="connsiteY2" fmla="*/ 1838326 h 3676651"/>
              <a:gd name="connsiteX3" fmla="*/ 9526 w 1847851"/>
              <a:gd name="connsiteY3" fmla="*/ 3676651 h 3676651"/>
              <a:gd name="connsiteX4" fmla="*/ 0 w 1847851"/>
              <a:gd name="connsiteY4" fmla="*/ 1791434 h 36766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47851" h="3676651">
                <a:moveTo>
                  <a:pt x="0" y="1791434"/>
                </a:moveTo>
                <a:cubicBezTo>
                  <a:pt x="3175" y="1194289"/>
                  <a:pt x="6351" y="597145"/>
                  <a:pt x="9526" y="0"/>
                </a:cubicBezTo>
                <a:lnTo>
                  <a:pt x="1847851" y="1838326"/>
                </a:lnTo>
                <a:lnTo>
                  <a:pt x="9526" y="3676651"/>
                </a:lnTo>
                <a:cubicBezTo>
                  <a:pt x="6351" y="3048245"/>
                  <a:pt x="3175" y="2419840"/>
                  <a:pt x="0" y="1791434"/>
                </a:cubicBezTo>
                <a:close/>
              </a:path>
            </a:pathLst>
          </a:custGeom>
          <a:solidFill>
            <a:schemeClr val="accent2">
              <a:alpha val="5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Diamond 13">
            <a:extLst>
              <a:ext uri="{FF2B5EF4-FFF2-40B4-BE49-F238E27FC236}">
                <a16:creationId xmlns:a16="http://schemas.microsoft.com/office/drawing/2014/main" id="{D0AC8D8A-6E59-3E00-2481-D4313047B34B}"/>
              </a:ext>
            </a:extLst>
          </p:cNvPr>
          <p:cNvSpPr/>
          <p:nvPr userDrawn="1"/>
        </p:nvSpPr>
        <p:spPr>
          <a:xfrm>
            <a:off x="2" y="4772024"/>
            <a:ext cx="2757488" cy="5514977"/>
          </a:xfrm>
          <a:custGeom>
            <a:avLst/>
            <a:gdLst>
              <a:gd name="connsiteX0" fmla="*/ 0 w 3676651"/>
              <a:gd name="connsiteY0" fmla="*/ 1838326 h 3676651"/>
              <a:gd name="connsiteX1" fmla="*/ 1838326 w 3676651"/>
              <a:gd name="connsiteY1" fmla="*/ 0 h 3676651"/>
              <a:gd name="connsiteX2" fmla="*/ 3676651 w 3676651"/>
              <a:gd name="connsiteY2" fmla="*/ 1838326 h 3676651"/>
              <a:gd name="connsiteX3" fmla="*/ 1838326 w 3676651"/>
              <a:gd name="connsiteY3" fmla="*/ 3676651 h 3676651"/>
              <a:gd name="connsiteX4" fmla="*/ 0 w 3676651"/>
              <a:gd name="connsiteY4" fmla="*/ 1838326 h 3676651"/>
              <a:gd name="connsiteX0" fmla="*/ 2197 w 1838325"/>
              <a:gd name="connsiteY0" fmla="*/ 1767988 h 3676651"/>
              <a:gd name="connsiteX1" fmla="*/ 0 w 1838325"/>
              <a:gd name="connsiteY1" fmla="*/ 0 h 3676651"/>
              <a:gd name="connsiteX2" fmla="*/ 1838325 w 1838325"/>
              <a:gd name="connsiteY2" fmla="*/ 1838326 h 3676651"/>
              <a:gd name="connsiteX3" fmla="*/ 0 w 1838325"/>
              <a:gd name="connsiteY3" fmla="*/ 3676651 h 3676651"/>
              <a:gd name="connsiteX4" fmla="*/ 2197 w 1838325"/>
              <a:gd name="connsiteY4" fmla="*/ 1767988 h 36766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38325" h="3676651">
                <a:moveTo>
                  <a:pt x="2197" y="1767988"/>
                </a:moveTo>
                <a:cubicBezTo>
                  <a:pt x="1465" y="1178659"/>
                  <a:pt x="732" y="589329"/>
                  <a:pt x="0" y="0"/>
                </a:cubicBezTo>
                <a:lnTo>
                  <a:pt x="1838325" y="1838326"/>
                </a:lnTo>
                <a:lnTo>
                  <a:pt x="0" y="3676651"/>
                </a:lnTo>
                <a:cubicBezTo>
                  <a:pt x="732" y="3040430"/>
                  <a:pt x="1465" y="2404209"/>
                  <a:pt x="2197" y="1767988"/>
                </a:cubicBezTo>
                <a:close/>
              </a:path>
            </a:pathLst>
          </a:custGeom>
          <a:solidFill>
            <a:schemeClr val="tx2">
              <a:lumMod val="25000"/>
              <a:lumOff val="7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iamond 15">
            <a:extLst>
              <a:ext uri="{FF2B5EF4-FFF2-40B4-BE49-F238E27FC236}">
                <a16:creationId xmlns:a16="http://schemas.microsoft.com/office/drawing/2014/main" id="{49FF252B-A39D-3DAF-B0F2-3889CA3583CD}"/>
              </a:ext>
            </a:extLst>
          </p:cNvPr>
          <p:cNvSpPr/>
          <p:nvPr userDrawn="1"/>
        </p:nvSpPr>
        <p:spPr>
          <a:xfrm>
            <a:off x="2" y="2139734"/>
            <a:ext cx="2757488" cy="5514977"/>
          </a:xfrm>
          <a:custGeom>
            <a:avLst/>
            <a:gdLst>
              <a:gd name="connsiteX0" fmla="*/ 0 w 3676651"/>
              <a:gd name="connsiteY0" fmla="*/ 1838326 h 3676651"/>
              <a:gd name="connsiteX1" fmla="*/ 1838326 w 3676651"/>
              <a:gd name="connsiteY1" fmla="*/ 0 h 3676651"/>
              <a:gd name="connsiteX2" fmla="*/ 3676651 w 3676651"/>
              <a:gd name="connsiteY2" fmla="*/ 1838326 h 3676651"/>
              <a:gd name="connsiteX3" fmla="*/ 1838326 w 3676651"/>
              <a:gd name="connsiteY3" fmla="*/ 3676651 h 3676651"/>
              <a:gd name="connsiteX4" fmla="*/ 0 w 3676651"/>
              <a:gd name="connsiteY4" fmla="*/ 1838326 h 3676651"/>
              <a:gd name="connsiteX0" fmla="*/ 2197 w 1838325"/>
              <a:gd name="connsiteY0" fmla="*/ 1803157 h 3676651"/>
              <a:gd name="connsiteX1" fmla="*/ 0 w 1838325"/>
              <a:gd name="connsiteY1" fmla="*/ 0 h 3676651"/>
              <a:gd name="connsiteX2" fmla="*/ 1838325 w 1838325"/>
              <a:gd name="connsiteY2" fmla="*/ 1838326 h 3676651"/>
              <a:gd name="connsiteX3" fmla="*/ 0 w 1838325"/>
              <a:gd name="connsiteY3" fmla="*/ 3676651 h 3676651"/>
              <a:gd name="connsiteX4" fmla="*/ 2197 w 1838325"/>
              <a:gd name="connsiteY4" fmla="*/ 1803157 h 36766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38325" h="3676651">
                <a:moveTo>
                  <a:pt x="2197" y="1803157"/>
                </a:moveTo>
                <a:cubicBezTo>
                  <a:pt x="1465" y="1202105"/>
                  <a:pt x="732" y="601052"/>
                  <a:pt x="0" y="0"/>
                </a:cubicBezTo>
                <a:lnTo>
                  <a:pt x="1838325" y="1838326"/>
                </a:lnTo>
                <a:lnTo>
                  <a:pt x="0" y="3676651"/>
                </a:lnTo>
                <a:cubicBezTo>
                  <a:pt x="732" y="3052153"/>
                  <a:pt x="1465" y="2427655"/>
                  <a:pt x="2197" y="1803157"/>
                </a:cubicBezTo>
                <a:close/>
              </a:path>
            </a:pathLst>
          </a:custGeom>
          <a:solidFill>
            <a:schemeClr val="accent1">
              <a:alpha val="5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ontent Placeholder 2">
            <a:extLst>
              <a:ext uri="{FF2B5EF4-FFF2-40B4-BE49-F238E27FC236}">
                <a16:creationId xmlns:a16="http://schemas.microsoft.com/office/drawing/2014/main" id="{B215B5B2-66D6-541F-E87F-3D0D046E41A9}"/>
              </a:ext>
            </a:extLst>
          </p:cNvPr>
          <p:cNvSpPr>
            <a:spLocks noGrp="1"/>
          </p:cNvSpPr>
          <p:nvPr>
            <p:ph sz="quarter" idx="10" hasCustomPrompt="1"/>
          </p:nvPr>
        </p:nvSpPr>
        <p:spPr>
          <a:xfrm>
            <a:off x="4800809" y="3544887"/>
            <a:ext cx="11430000" cy="5514976"/>
          </a:xfrm>
          <a:prstGeom prst="rect">
            <a:avLst/>
          </a:prstGeom>
        </p:spPr>
        <p:txBody>
          <a:bodyPr>
            <a:normAutofit/>
          </a:bodyPr>
          <a:lstStyle>
            <a:lvl1pPr marL="342900" indent="-342900">
              <a:buClr>
                <a:schemeClr val="accent5"/>
              </a:buClr>
              <a:buFont typeface="Arial" panose="020B0604020202020204" pitchFamily="34" charset="0"/>
              <a:buChar char="•"/>
              <a:defRPr sz="2400">
                <a:solidFill>
                  <a:schemeClr val="tx2"/>
                </a:solidFill>
              </a:defRPr>
            </a:lvl1pPr>
            <a:lvl2pPr marL="708660" indent="-342900">
              <a:buClr>
                <a:schemeClr val="accent5"/>
              </a:buClr>
              <a:buFont typeface="Arial" panose="020B0604020202020204" pitchFamily="34" charset="0"/>
              <a:buChar char="•"/>
              <a:defRPr sz="2400">
                <a:solidFill>
                  <a:schemeClr val="tx2"/>
                </a:solidFill>
              </a:defRPr>
            </a:lvl2pPr>
            <a:lvl3pPr marL="1074420" indent="-342900">
              <a:buClr>
                <a:schemeClr val="accent5"/>
              </a:buClr>
              <a:buFont typeface="Arial" panose="020B0604020202020204" pitchFamily="34" charset="0"/>
              <a:buChar char="•"/>
              <a:defRPr sz="2400">
                <a:solidFill>
                  <a:schemeClr val="tx2"/>
                </a:solidFill>
              </a:defRPr>
            </a:lvl3pPr>
            <a:lvl4pPr marL="2057400" indent="0">
              <a:buNone/>
              <a:defRPr sz="2800"/>
            </a:lvl4pPr>
            <a:lvl5pPr>
              <a:defRPr sz="2800"/>
            </a:lvl5pPr>
          </a:lstStyle>
          <a:p>
            <a:pPr lvl="0"/>
            <a:r>
              <a:rPr lang="en-US"/>
              <a:t>Click to edit master text styles</a:t>
            </a:r>
          </a:p>
          <a:p>
            <a:pPr lvl="1"/>
            <a:r>
              <a:rPr lang="en-US"/>
              <a:t>Second level text</a:t>
            </a:r>
          </a:p>
          <a:p>
            <a:pPr lvl="2"/>
            <a:r>
              <a:rPr lang="en-US"/>
              <a:t>Third level text</a:t>
            </a:r>
          </a:p>
        </p:txBody>
      </p:sp>
      <p:sp>
        <p:nvSpPr>
          <p:cNvPr id="11" name="Text Placeholder 4">
            <a:extLst>
              <a:ext uri="{FF2B5EF4-FFF2-40B4-BE49-F238E27FC236}">
                <a16:creationId xmlns:a16="http://schemas.microsoft.com/office/drawing/2014/main" id="{7CD1CFD8-FCF2-BAF6-DE07-A02C5F7361D6}"/>
              </a:ext>
            </a:extLst>
          </p:cNvPr>
          <p:cNvSpPr>
            <a:spLocks noGrp="1"/>
          </p:cNvSpPr>
          <p:nvPr>
            <p:ph type="body" sz="quarter" idx="11" hasCustomPrompt="1"/>
          </p:nvPr>
        </p:nvSpPr>
        <p:spPr>
          <a:xfrm>
            <a:off x="4800808" y="2677048"/>
            <a:ext cx="11430000" cy="528330"/>
          </a:xfrm>
          <a:prstGeom prst="rect">
            <a:avLst/>
          </a:prstGeom>
        </p:spPr>
        <p:txBody>
          <a:bodyPr anchor="ctr" anchorCtr="0">
            <a:normAutofit/>
          </a:bodyPr>
          <a:lstStyle>
            <a:lvl1pPr marL="0" indent="0" algn="l">
              <a:buNone/>
              <a:defRPr sz="3000">
                <a:solidFill>
                  <a:schemeClr val="bg2"/>
                </a:solidFill>
              </a:defRPr>
            </a:lvl1pPr>
            <a:lvl2pPr marL="365760" indent="0">
              <a:buNone/>
              <a:defRPr/>
            </a:lvl2pPr>
            <a:lvl3pPr marL="731520" indent="0">
              <a:buNone/>
              <a:defRPr/>
            </a:lvl3pPr>
            <a:lvl4pPr marL="2057400" indent="0">
              <a:buNone/>
              <a:defRPr/>
            </a:lvl4pPr>
            <a:lvl5pPr marL="2743200" indent="0">
              <a:buNone/>
              <a:defRPr/>
            </a:lvl5pPr>
          </a:lstStyle>
          <a:p>
            <a:pPr lvl="0"/>
            <a:r>
              <a:rPr lang="en-US"/>
              <a:t>Click to add subtitle</a:t>
            </a:r>
          </a:p>
        </p:txBody>
      </p:sp>
      <p:sp>
        <p:nvSpPr>
          <p:cNvPr id="12" name="Title Placeholder 1">
            <a:extLst>
              <a:ext uri="{FF2B5EF4-FFF2-40B4-BE49-F238E27FC236}">
                <a16:creationId xmlns:a16="http://schemas.microsoft.com/office/drawing/2014/main" id="{3296C59D-EADA-3CA2-4586-7B1CBFDEAF4B}"/>
              </a:ext>
            </a:extLst>
          </p:cNvPr>
          <p:cNvSpPr>
            <a:spLocks noGrp="1"/>
          </p:cNvSpPr>
          <p:nvPr>
            <p:ph type="title" hasCustomPrompt="1"/>
          </p:nvPr>
        </p:nvSpPr>
        <p:spPr>
          <a:xfrm>
            <a:off x="4800808" y="1227137"/>
            <a:ext cx="11430000" cy="1389380"/>
          </a:xfrm>
          <a:prstGeom prst="rect">
            <a:avLst/>
          </a:prstGeom>
        </p:spPr>
        <p:txBody>
          <a:bodyPr vert="horz" lIns="0" tIns="0" rIns="0" bIns="0" rtlCol="0" anchor="ctr">
            <a:normAutofit/>
          </a:bodyPr>
          <a:lstStyle>
            <a:lvl1pPr>
              <a:lnSpc>
                <a:spcPct val="100000"/>
              </a:lnSpc>
              <a:defRPr sz="6000"/>
            </a:lvl1pPr>
          </a:lstStyle>
          <a:p>
            <a:r>
              <a:rPr lang="en-US"/>
              <a:t>Click to add slide title</a:t>
            </a:r>
          </a:p>
        </p:txBody>
      </p:sp>
    </p:spTree>
    <p:custDataLst>
      <p:tags r:id="rId1"/>
    </p:custDataLst>
    <p:extLst>
      <p:ext uri="{BB962C8B-B14F-4D97-AF65-F5344CB8AC3E}">
        <p14:creationId xmlns:p14="http://schemas.microsoft.com/office/powerpoint/2010/main" val="29496904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SAS - Content - Decorated Blue">
    <p:bg>
      <p:bgPr>
        <a:solidFill>
          <a:schemeClr val="bg2"/>
        </a:solidFill>
        <a:effectLst/>
      </p:bgPr>
    </p:bg>
    <p:spTree>
      <p:nvGrpSpPr>
        <p:cNvPr id="1" name=""/>
        <p:cNvGrpSpPr/>
        <p:nvPr/>
      </p:nvGrpSpPr>
      <p:grpSpPr>
        <a:xfrm>
          <a:off x="0" y="0"/>
          <a:ext cx="0" cy="0"/>
          <a:chOff x="0" y="0"/>
          <a:chExt cx="0" cy="0"/>
        </a:xfrm>
      </p:grpSpPr>
      <p:sp>
        <p:nvSpPr>
          <p:cNvPr id="3" name="TextBox 4">
            <a:extLst>
              <a:ext uri="{FF2B5EF4-FFF2-40B4-BE49-F238E27FC236}">
                <a16:creationId xmlns:a16="http://schemas.microsoft.com/office/drawing/2014/main" id="{50615BBA-3709-50D7-A61C-9CF9B79E7B6F}"/>
              </a:ext>
            </a:extLst>
          </p:cNvPr>
          <p:cNvSpPr txBox="1"/>
          <p:nvPr userDrawn="1"/>
        </p:nvSpPr>
        <p:spPr>
          <a:xfrm>
            <a:off x="1252432" y="9855354"/>
            <a:ext cx="5029200" cy="246221"/>
          </a:xfrm>
          <a:prstGeom prst="rect">
            <a:avLst/>
          </a:prstGeom>
          <a:noFill/>
        </p:spPr>
        <p:txBody>
          <a:bodyPr wrap="square" lIns="0" anchor="b" anchorCtr="0">
            <a:spAutoFit/>
          </a:bodyPr>
          <a:lstStyle/>
          <a:p>
            <a:pPr marL="0" marR="0" lvl="0" indent="0" algn="l" defTabSz="548626" rtl="0" eaLnBrk="0" fontAlgn="auto" latinLnBrk="0" hangingPunct="0">
              <a:lnSpc>
                <a:spcPct val="100000"/>
              </a:lnSpc>
              <a:spcBef>
                <a:spcPts val="0"/>
              </a:spcBef>
              <a:spcAft>
                <a:spcPts val="0"/>
              </a:spcAft>
              <a:buClrTx/>
              <a:buSzTx/>
              <a:buFontTx/>
              <a:buNone/>
              <a:tabLst/>
              <a:defRPr/>
            </a:pPr>
            <a:r>
              <a:rPr kumimoji="0" lang="en-US" sz="1000" b="0" i="0" u="none" strike="noStrike" kern="300" cap="none" spc="100" normalizeH="0" baseline="0" noProof="0">
                <a:ln>
                  <a:noFill/>
                </a:ln>
                <a:solidFill>
                  <a:schemeClr val="accent3"/>
                </a:solidFill>
                <a:effectLst/>
                <a:uLnTx/>
                <a:uFillTx/>
                <a:latin typeface="+mn-lt"/>
                <a:ea typeface="Anova Bold" panose="020B0703020203020204" pitchFamily="34" charset="0"/>
                <a:cs typeface="Anova Light" panose="020B0403020203020204" pitchFamily="34" charset="0"/>
              </a:rPr>
              <a:t>Copyright © SAS Institute Inc. All rights reserved.</a:t>
            </a:r>
          </a:p>
        </p:txBody>
      </p:sp>
      <p:pic>
        <p:nvPicPr>
          <p:cNvPr id="6" name="Picture 6">
            <a:extLst>
              <a:ext uri="{FF2B5EF4-FFF2-40B4-BE49-F238E27FC236}">
                <a16:creationId xmlns:a16="http://schemas.microsoft.com/office/drawing/2014/main" id="{2CABA933-0C0D-36E2-5A78-BCB317DCA51B}"/>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6826158" y="9516543"/>
            <a:ext cx="1112812" cy="461922"/>
          </a:xfrm>
          <a:prstGeom prst="rect">
            <a:avLst/>
          </a:prstGeom>
        </p:spPr>
      </p:pic>
      <p:sp>
        <p:nvSpPr>
          <p:cNvPr id="8" name="Diamond 11">
            <a:extLst>
              <a:ext uri="{FF2B5EF4-FFF2-40B4-BE49-F238E27FC236}">
                <a16:creationId xmlns:a16="http://schemas.microsoft.com/office/drawing/2014/main" id="{4494B506-0ED8-10DC-BB2A-5CCBDEA346DB}"/>
              </a:ext>
            </a:extLst>
          </p:cNvPr>
          <p:cNvSpPr/>
          <p:nvPr userDrawn="1"/>
        </p:nvSpPr>
        <p:spPr>
          <a:xfrm>
            <a:off x="-14287" y="183725"/>
            <a:ext cx="2771777" cy="5514977"/>
          </a:xfrm>
          <a:custGeom>
            <a:avLst/>
            <a:gdLst>
              <a:gd name="connsiteX0" fmla="*/ 0 w 3676651"/>
              <a:gd name="connsiteY0" fmla="*/ 1838326 h 3676651"/>
              <a:gd name="connsiteX1" fmla="*/ 1838326 w 3676651"/>
              <a:gd name="connsiteY1" fmla="*/ 0 h 3676651"/>
              <a:gd name="connsiteX2" fmla="*/ 3676651 w 3676651"/>
              <a:gd name="connsiteY2" fmla="*/ 1838326 h 3676651"/>
              <a:gd name="connsiteX3" fmla="*/ 1838326 w 3676651"/>
              <a:gd name="connsiteY3" fmla="*/ 3676651 h 3676651"/>
              <a:gd name="connsiteX4" fmla="*/ 0 w 3676651"/>
              <a:gd name="connsiteY4" fmla="*/ 1838326 h 3676651"/>
              <a:gd name="connsiteX0" fmla="*/ 0 w 1847851"/>
              <a:gd name="connsiteY0" fmla="*/ 1791434 h 3676651"/>
              <a:gd name="connsiteX1" fmla="*/ 9526 w 1847851"/>
              <a:gd name="connsiteY1" fmla="*/ 0 h 3676651"/>
              <a:gd name="connsiteX2" fmla="*/ 1847851 w 1847851"/>
              <a:gd name="connsiteY2" fmla="*/ 1838326 h 3676651"/>
              <a:gd name="connsiteX3" fmla="*/ 9526 w 1847851"/>
              <a:gd name="connsiteY3" fmla="*/ 3676651 h 3676651"/>
              <a:gd name="connsiteX4" fmla="*/ 0 w 1847851"/>
              <a:gd name="connsiteY4" fmla="*/ 1791434 h 36766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47851" h="3676651">
                <a:moveTo>
                  <a:pt x="0" y="1791434"/>
                </a:moveTo>
                <a:cubicBezTo>
                  <a:pt x="3175" y="1194289"/>
                  <a:pt x="6351" y="597145"/>
                  <a:pt x="9526" y="0"/>
                </a:cubicBezTo>
                <a:lnTo>
                  <a:pt x="1847851" y="1838326"/>
                </a:lnTo>
                <a:lnTo>
                  <a:pt x="9526" y="3676651"/>
                </a:lnTo>
                <a:cubicBezTo>
                  <a:pt x="6351" y="3048245"/>
                  <a:pt x="3175" y="2419840"/>
                  <a:pt x="0" y="1791434"/>
                </a:cubicBezTo>
                <a:close/>
              </a:path>
            </a:pathLst>
          </a:custGeom>
          <a:solidFill>
            <a:schemeClr val="accent2">
              <a:alpha val="5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Diamond 13">
            <a:extLst>
              <a:ext uri="{FF2B5EF4-FFF2-40B4-BE49-F238E27FC236}">
                <a16:creationId xmlns:a16="http://schemas.microsoft.com/office/drawing/2014/main" id="{3FA1AF4D-13B8-3C8A-0810-3E243D828F5A}"/>
              </a:ext>
            </a:extLst>
          </p:cNvPr>
          <p:cNvSpPr/>
          <p:nvPr userDrawn="1"/>
        </p:nvSpPr>
        <p:spPr>
          <a:xfrm>
            <a:off x="2" y="4772024"/>
            <a:ext cx="2757488" cy="5514977"/>
          </a:xfrm>
          <a:custGeom>
            <a:avLst/>
            <a:gdLst>
              <a:gd name="connsiteX0" fmla="*/ 0 w 3676651"/>
              <a:gd name="connsiteY0" fmla="*/ 1838326 h 3676651"/>
              <a:gd name="connsiteX1" fmla="*/ 1838326 w 3676651"/>
              <a:gd name="connsiteY1" fmla="*/ 0 h 3676651"/>
              <a:gd name="connsiteX2" fmla="*/ 3676651 w 3676651"/>
              <a:gd name="connsiteY2" fmla="*/ 1838326 h 3676651"/>
              <a:gd name="connsiteX3" fmla="*/ 1838326 w 3676651"/>
              <a:gd name="connsiteY3" fmla="*/ 3676651 h 3676651"/>
              <a:gd name="connsiteX4" fmla="*/ 0 w 3676651"/>
              <a:gd name="connsiteY4" fmla="*/ 1838326 h 3676651"/>
              <a:gd name="connsiteX0" fmla="*/ 2197 w 1838325"/>
              <a:gd name="connsiteY0" fmla="*/ 1767988 h 3676651"/>
              <a:gd name="connsiteX1" fmla="*/ 0 w 1838325"/>
              <a:gd name="connsiteY1" fmla="*/ 0 h 3676651"/>
              <a:gd name="connsiteX2" fmla="*/ 1838325 w 1838325"/>
              <a:gd name="connsiteY2" fmla="*/ 1838326 h 3676651"/>
              <a:gd name="connsiteX3" fmla="*/ 0 w 1838325"/>
              <a:gd name="connsiteY3" fmla="*/ 3676651 h 3676651"/>
              <a:gd name="connsiteX4" fmla="*/ 2197 w 1838325"/>
              <a:gd name="connsiteY4" fmla="*/ 1767988 h 36766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38325" h="3676651">
                <a:moveTo>
                  <a:pt x="2197" y="1767988"/>
                </a:moveTo>
                <a:cubicBezTo>
                  <a:pt x="1465" y="1178659"/>
                  <a:pt x="732" y="589329"/>
                  <a:pt x="0" y="0"/>
                </a:cubicBezTo>
                <a:lnTo>
                  <a:pt x="1838325" y="1838326"/>
                </a:lnTo>
                <a:lnTo>
                  <a:pt x="0" y="3676651"/>
                </a:lnTo>
                <a:cubicBezTo>
                  <a:pt x="732" y="3040430"/>
                  <a:pt x="1465" y="2404209"/>
                  <a:pt x="2197" y="1767988"/>
                </a:cubicBezTo>
                <a:close/>
              </a:path>
            </a:pathLst>
          </a:custGeom>
          <a:solidFill>
            <a:schemeClr val="tx2">
              <a:lumMod val="25000"/>
              <a:lumOff val="7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Diamond 15">
            <a:extLst>
              <a:ext uri="{FF2B5EF4-FFF2-40B4-BE49-F238E27FC236}">
                <a16:creationId xmlns:a16="http://schemas.microsoft.com/office/drawing/2014/main" id="{3FFABE11-B860-0105-7FF7-27C964558CAF}"/>
              </a:ext>
            </a:extLst>
          </p:cNvPr>
          <p:cNvSpPr/>
          <p:nvPr userDrawn="1"/>
        </p:nvSpPr>
        <p:spPr>
          <a:xfrm>
            <a:off x="2" y="2139734"/>
            <a:ext cx="2757488" cy="5514977"/>
          </a:xfrm>
          <a:custGeom>
            <a:avLst/>
            <a:gdLst>
              <a:gd name="connsiteX0" fmla="*/ 0 w 3676651"/>
              <a:gd name="connsiteY0" fmla="*/ 1838326 h 3676651"/>
              <a:gd name="connsiteX1" fmla="*/ 1838326 w 3676651"/>
              <a:gd name="connsiteY1" fmla="*/ 0 h 3676651"/>
              <a:gd name="connsiteX2" fmla="*/ 3676651 w 3676651"/>
              <a:gd name="connsiteY2" fmla="*/ 1838326 h 3676651"/>
              <a:gd name="connsiteX3" fmla="*/ 1838326 w 3676651"/>
              <a:gd name="connsiteY3" fmla="*/ 3676651 h 3676651"/>
              <a:gd name="connsiteX4" fmla="*/ 0 w 3676651"/>
              <a:gd name="connsiteY4" fmla="*/ 1838326 h 3676651"/>
              <a:gd name="connsiteX0" fmla="*/ 2197 w 1838325"/>
              <a:gd name="connsiteY0" fmla="*/ 1803157 h 3676651"/>
              <a:gd name="connsiteX1" fmla="*/ 0 w 1838325"/>
              <a:gd name="connsiteY1" fmla="*/ 0 h 3676651"/>
              <a:gd name="connsiteX2" fmla="*/ 1838325 w 1838325"/>
              <a:gd name="connsiteY2" fmla="*/ 1838326 h 3676651"/>
              <a:gd name="connsiteX3" fmla="*/ 0 w 1838325"/>
              <a:gd name="connsiteY3" fmla="*/ 3676651 h 3676651"/>
              <a:gd name="connsiteX4" fmla="*/ 2197 w 1838325"/>
              <a:gd name="connsiteY4" fmla="*/ 1803157 h 36766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38325" h="3676651">
                <a:moveTo>
                  <a:pt x="2197" y="1803157"/>
                </a:moveTo>
                <a:cubicBezTo>
                  <a:pt x="1465" y="1202105"/>
                  <a:pt x="732" y="601052"/>
                  <a:pt x="0" y="0"/>
                </a:cubicBezTo>
                <a:lnTo>
                  <a:pt x="1838325" y="1838326"/>
                </a:lnTo>
                <a:lnTo>
                  <a:pt x="0" y="3676651"/>
                </a:lnTo>
                <a:cubicBezTo>
                  <a:pt x="732" y="3052153"/>
                  <a:pt x="1465" y="2427655"/>
                  <a:pt x="2197" y="1803157"/>
                </a:cubicBezTo>
                <a:close/>
              </a:path>
            </a:pathLst>
          </a:custGeom>
          <a:solidFill>
            <a:schemeClr val="accent4">
              <a:lumMod val="10000"/>
              <a:lumOff val="90000"/>
              <a:alpha val="5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Content Placeholder 2">
            <a:extLst>
              <a:ext uri="{FF2B5EF4-FFF2-40B4-BE49-F238E27FC236}">
                <a16:creationId xmlns:a16="http://schemas.microsoft.com/office/drawing/2014/main" id="{13AB1915-DA1F-CBE1-F3BC-7C84E8B9CE28}"/>
              </a:ext>
            </a:extLst>
          </p:cNvPr>
          <p:cNvSpPr>
            <a:spLocks noGrp="1"/>
          </p:cNvSpPr>
          <p:nvPr>
            <p:ph sz="quarter" idx="10" hasCustomPrompt="1"/>
          </p:nvPr>
        </p:nvSpPr>
        <p:spPr>
          <a:xfrm>
            <a:off x="4800808" y="3751516"/>
            <a:ext cx="11430000" cy="5514977"/>
          </a:xfrm>
          <a:prstGeom prst="rect">
            <a:avLst/>
          </a:prstGeom>
        </p:spPr>
        <p:txBody>
          <a:bodyPr>
            <a:normAutofit/>
          </a:bodyPr>
          <a:lstStyle>
            <a:lvl1pPr marL="342900" indent="-342900">
              <a:buClr>
                <a:schemeClr val="bg1"/>
              </a:buClr>
              <a:buFont typeface="Arial" panose="020B0604020202020204" pitchFamily="34" charset="0"/>
              <a:buChar char="•"/>
              <a:defRPr sz="2400">
                <a:solidFill>
                  <a:schemeClr val="bg1"/>
                </a:solidFill>
              </a:defRPr>
            </a:lvl1pPr>
            <a:lvl2pPr marL="708660" indent="-342900">
              <a:buClr>
                <a:schemeClr val="bg1"/>
              </a:buClr>
              <a:buFont typeface="Arial" panose="020B0604020202020204" pitchFamily="34" charset="0"/>
              <a:buChar char="•"/>
              <a:defRPr sz="2400">
                <a:solidFill>
                  <a:schemeClr val="bg1"/>
                </a:solidFill>
              </a:defRPr>
            </a:lvl2pPr>
            <a:lvl3pPr marL="1074420" indent="-342900">
              <a:buClr>
                <a:schemeClr val="bg1"/>
              </a:buClr>
              <a:buFont typeface="Arial" panose="020B0604020202020204" pitchFamily="34" charset="0"/>
              <a:buChar char="•"/>
              <a:defRPr sz="2400">
                <a:solidFill>
                  <a:schemeClr val="bg1"/>
                </a:solidFill>
              </a:defRPr>
            </a:lvl3pPr>
            <a:lvl4pPr marL="2057400" indent="0">
              <a:buNone/>
              <a:defRPr sz="2800"/>
            </a:lvl4pPr>
            <a:lvl5pPr>
              <a:defRPr sz="2800"/>
            </a:lvl5pPr>
          </a:lstStyle>
          <a:p>
            <a:pPr lvl="0"/>
            <a:r>
              <a:rPr lang="en-US"/>
              <a:t>Click to edit master text styles</a:t>
            </a:r>
          </a:p>
          <a:p>
            <a:pPr lvl="1"/>
            <a:r>
              <a:rPr lang="en-US"/>
              <a:t>Second level text</a:t>
            </a:r>
          </a:p>
          <a:p>
            <a:pPr lvl="2"/>
            <a:r>
              <a:rPr lang="en-US"/>
              <a:t>Third level text</a:t>
            </a:r>
          </a:p>
        </p:txBody>
      </p:sp>
      <p:sp>
        <p:nvSpPr>
          <p:cNvPr id="5" name="Text Placeholder 4">
            <a:extLst>
              <a:ext uri="{FF2B5EF4-FFF2-40B4-BE49-F238E27FC236}">
                <a16:creationId xmlns:a16="http://schemas.microsoft.com/office/drawing/2014/main" id="{E40EE997-C22D-ED20-84BB-C0B0E77C1458}"/>
              </a:ext>
            </a:extLst>
          </p:cNvPr>
          <p:cNvSpPr>
            <a:spLocks noGrp="1"/>
          </p:cNvSpPr>
          <p:nvPr>
            <p:ph type="body" sz="quarter" idx="11" hasCustomPrompt="1"/>
          </p:nvPr>
        </p:nvSpPr>
        <p:spPr>
          <a:xfrm>
            <a:off x="4800808" y="2677048"/>
            <a:ext cx="11430000" cy="528330"/>
          </a:xfrm>
          <a:prstGeom prst="rect">
            <a:avLst/>
          </a:prstGeom>
        </p:spPr>
        <p:txBody>
          <a:bodyPr anchor="ctr" anchorCtr="0">
            <a:normAutofit/>
          </a:bodyPr>
          <a:lstStyle>
            <a:lvl1pPr marL="0" indent="0" algn="l">
              <a:buNone/>
              <a:defRPr sz="3000">
                <a:solidFill>
                  <a:schemeClr val="bg1"/>
                </a:solidFill>
              </a:defRPr>
            </a:lvl1pPr>
            <a:lvl2pPr marL="365760" indent="0">
              <a:buNone/>
              <a:defRPr/>
            </a:lvl2pPr>
            <a:lvl3pPr marL="731520" indent="0">
              <a:buNone/>
              <a:defRPr/>
            </a:lvl3pPr>
            <a:lvl4pPr marL="2057400" indent="0">
              <a:buNone/>
              <a:defRPr/>
            </a:lvl4pPr>
            <a:lvl5pPr marL="2743200" indent="0">
              <a:buNone/>
              <a:defRPr/>
            </a:lvl5pPr>
          </a:lstStyle>
          <a:p>
            <a:pPr lvl="0"/>
            <a:r>
              <a:rPr lang="en-US"/>
              <a:t>Click to add subtitle</a:t>
            </a:r>
          </a:p>
        </p:txBody>
      </p:sp>
      <p:sp>
        <p:nvSpPr>
          <p:cNvPr id="11" name="Title Placeholder 1">
            <a:extLst>
              <a:ext uri="{FF2B5EF4-FFF2-40B4-BE49-F238E27FC236}">
                <a16:creationId xmlns:a16="http://schemas.microsoft.com/office/drawing/2014/main" id="{D2A04C84-063F-62F5-6DFF-D096E6F73709}"/>
              </a:ext>
            </a:extLst>
          </p:cNvPr>
          <p:cNvSpPr>
            <a:spLocks noGrp="1"/>
          </p:cNvSpPr>
          <p:nvPr>
            <p:ph type="title" hasCustomPrompt="1"/>
          </p:nvPr>
        </p:nvSpPr>
        <p:spPr>
          <a:xfrm>
            <a:off x="4800808" y="1227137"/>
            <a:ext cx="11430000" cy="1389380"/>
          </a:xfrm>
          <a:prstGeom prst="rect">
            <a:avLst/>
          </a:prstGeom>
        </p:spPr>
        <p:txBody>
          <a:bodyPr vert="horz" lIns="0" tIns="0" rIns="0" bIns="0" rtlCol="0" anchor="ctr">
            <a:normAutofit/>
          </a:bodyPr>
          <a:lstStyle>
            <a:lvl1pPr>
              <a:lnSpc>
                <a:spcPct val="100000"/>
              </a:lnSpc>
              <a:defRPr sz="6000">
                <a:solidFill>
                  <a:schemeClr val="bg1"/>
                </a:solidFill>
              </a:defRPr>
            </a:lvl1pPr>
          </a:lstStyle>
          <a:p>
            <a:r>
              <a:rPr lang="en-US"/>
              <a:t>Click to add slide title</a:t>
            </a:r>
          </a:p>
        </p:txBody>
      </p:sp>
    </p:spTree>
    <p:custDataLst>
      <p:tags r:id="rId1"/>
    </p:custDataLst>
    <p:extLst>
      <p:ext uri="{BB962C8B-B14F-4D97-AF65-F5344CB8AC3E}">
        <p14:creationId xmlns:p14="http://schemas.microsoft.com/office/powerpoint/2010/main" val="11061091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AS - Title Only Left">
    <p:bg>
      <p:bgPr>
        <a:solidFill>
          <a:schemeClr val="bg1"/>
        </a:solidFill>
        <a:effectLst/>
      </p:bgPr>
    </p:bg>
    <p:spTree>
      <p:nvGrpSpPr>
        <p:cNvPr id="1" name=""/>
        <p:cNvGrpSpPr/>
        <p:nvPr/>
      </p:nvGrpSpPr>
      <p:grpSpPr>
        <a:xfrm>
          <a:off x="0" y="0"/>
          <a:ext cx="0" cy="0"/>
          <a:chOff x="0" y="0"/>
          <a:chExt cx="0" cy="0"/>
        </a:xfrm>
      </p:grpSpPr>
      <p:sp>
        <p:nvSpPr>
          <p:cNvPr id="3" name="Title Placeholder 1">
            <a:extLst>
              <a:ext uri="{FF2B5EF4-FFF2-40B4-BE49-F238E27FC236}">
                <a16:creationId xmlns:a16="http://schemas.microsoft.com/office/drawing/2014/main" id="{4FBD9976-72FB-F458-407C-D6546ADD601E}"/>
              </a:ext>
            </a:extLst>
          </p:cNvPr>
          <p:cNvSpPr>
            <a:spLocks noGrp="1"/>
          </p:cNvSpPr>
          <p:nvPr>
            <p:ph type="title" hasCustomPrompt="1"/>
          </p:nvPr>
        </p:nvSpPr>
        <p:spPr>
          <a:xfrm>
            <a:off x="1278566" y="3133946"/>
            <a:ext cx="6967114" cy="4019107"/>
          </a:xfrm>
          <a:prstGeom prst="rect">
            <a:avLst/>
          </a:prstGeom>
        </p:spPr>
        <p:txBody>
          <a:bodyPr vert="horz" wrap="square" lIns="0" tIns="0" rIns="0" bIns="0" rtlCol="0" anchor="ctr">
            <a:normAutofit/>
          </a:bodyPr>
          <a:lstStyle>
            <a:lvl1pPr>
              <a:lnSpc>
                <a:spcPct val="110000"/>
              </a:lnSpc>
              <a:defRPr sz="6400" b="1">
                <a:latin typeface="+mn-lt"/>
              </a:defRPr>
            </a:lvl1pPr>
          </a:lstStyle>
          <a:p>
            <a:r>
              <a:rPr lang="en-US"/>
              <a:t>Click to add slide title</a:t>
            </a:r>
          </a:p>
        </p:txBody>
      </p:sp>
    </p:spTree>
    <p:custDataLst>
      <p:tags r:id="rId1"/>
    </p:custDataLst>
    <p:extLst>
      <p:ext uri="{BB962C8B-B14F-4D97-AF65-F5344CB8AC3E}">
        <p14:creationId xmlns:p14="http://schemas.microsoft.com/office/powerpoint/2010/main" val="41217007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SAS - Title Only Right">
    <p:bg>
      <p:bgPr>
        <a:solidFill>
          <a:schemeClr val="bg1"/>
        </a:solidFill>
        <a:effectLst/>
      </p:bgPr>
    </p:bg>
    <p:spTree>
      <p:nvGrpSpPr>
        <p:cNvPr id="1" name=""/>
        <p:cNvGrpSpPr/>
        <p:nvPr/>
      </p:nvGrpSpPr>
      <p:grpSpPr>
        <a:xfrm>
          <a:off x="0" y="0"/>
          <a:ext cx="0" cy="0"/>
          <a:chOff x="0" y="0"/>
          <a:chExt cx="0" cy="0"/>
        </a:xfrm>
      </p:grpSpPr>
      <p:sp>
        <p:nvSpPr>
          <p:cNvPr id="4" name="Title Placeholder 1">
            <a:extLst>
              <a:ext uri="{FF2B5EF4-FFF2-40B4-BE49-F238E27FC236}">
                <a16:creationId xmlns:a16="http://schemas.microsoft.com/office/drawing/2014/main" id="{7FE07696-CDD7-F7A9-205B-97AE315ECA6F}"/>
              </a:ext>
            </a:extLst>
          </p:cNvPr>
          <p:cNvSpPr>
            <a:spLocks noGrp="1"/>
          </p:cNvSpPr>
          <p:nvPr>
            <p:ph type="title" hasCustomPrompt="1"/>
          </p:nvPr>
        </p:nvSpPr>
        <p:spPr>
          <a:xfrm>
            <a:off x="9418956" y="3133946"/>
            <a:ext cx="6967114" cy="4019107"/>
          </a:xfrm>
          <a:prstGeom prst="rect">
            <a:avLst/>
          </a:prstGeom>
        </p:spPr>
        <p:txBody>
          <a:bodyPr vert="horz" wrap="square" lIns="0" tIns="0" rIns="0" bIns="0" rtlCol="0" anchor="ctr">
            <a:normAutofit/>
          </a:bodyPr>
          <a:lstStyle>
            <a:lvl1pPr>
              <a:lnSpc>
                <a:spcPct val="110000"/>
              </a:lnSpc>
              <a:defRPr sz="6400" b="1">
                <a:latin typeface="+mn-lt"/>
              </a:defRPr>
            </a:lvl1pPr>
          </a:lstStyle>
          <a:p>
            <a:r>
              <a:rPr lang="en-US"/>
              <a:t>Click to add slide title</a:t>
            </a:r>
          </a:p>
        </p:txBody>
      </p:sp>
    </p:spTree>
    <p:custDataLst>
      <p:tags r:id="rId1"/>
    </p:custDataLst>
    <p:extLst>
      <p:ext uri="{BB962C8B-B14F-4D97-AF65-F5344CB8AC3E}">
        <p14:creationId xmlns:p14="http://schemas.microsoft.com/office/powerpoint/2010/main" val="9095990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SAS - Title &amp; Subtitle Left">
    <p:bg>
      <p:bgPr>
        <a:solidFill>
          <a:schemeClr val="bg1"/>
        </a:solidFill>
        <a:effectLst/>
      </p:bgPr>
    </p:bg>
    <p:spTree>
      <p:nvGrpSpPr>
        <p:cNvPr id="1" name=""/>
        <p:cNvGrpSpPr/>
        <p:nvPr/>
      </p:nvGrpSpPr>
      <p:grpSpPr>
        <a:xfrm>
          <a:off x="0" y="0"/>
          <a:ext cx="0" cy="0"/>
          <a:chOff x="0" y="0"/>
          <a:chExt cx="0" cy="0"/>
        </a:xfrm>
      </p:grpSpPr>
      <p:sp>
        <p:nvSpPr>
          <p:cNvPr id="8" name="Text Placeholder 4">
            <a:extLst>
              <a:ext uri="{FF2B5EF4-FFF2-40B4-BE49-F238E27FC236}">
                <a16:creationId xmlns:a16="http://schemas.microsoft.com/office/drawing/2014/main" id="{8E637DF9-DD80-37BA-C1C9-8B522DF92DD5}"/>
              </a:ext>
            </a:extLst>
          </p:cNvPr>
          <p:cNvSpPr>
            <a:spLocks noGrp="1"/>
          </p:cNvSpPr>
          <p:nvPr>
            <p:ph type="body" sz="quarter" idx="10" hasCustomPrompt="1"/>
          </p:nvPr>
        </p:nvSpPr>
        <p:spPr>
          <a:xfrm>
            <a:off x="1768116" y="6843171"/>
            <a:ext cx="7375884" cy="1542546"/>
          </a:xfrm>
          <a:prstGeom prst="rect">
            <a:avLst/>
          </a:prstGeom>
        </p:spPr>
        <p:txBody>
          <a:bodyPr wrap="square" anchor="t">
            <a:normAutofit/>
          </a:bodyPr>
          <a:lstStyle>
            <a:lvl1pPr marL="0" indent="0" algn="l">
              <a:buNone/>
              <a:defRPr sz="3000">
                <a:solidFill>
                  <a:schemeClr val="bg2"/>
                </a:solidFill>
              </a:defRPr>
            </a:lvl1pPr>
            <a:lvl2pPr marL="365760" indent="0">
              <a:buNone/>
              <a:defRPr/>
            </a:lvl2pPr>
            <a:lvl3pPr marL="731520" indent="0">
              <a:buNone/>
              <a:defRPr/>
            </a:lvl3pPr>
            <a:lvl4pPr marL="2057400" indent="0">
              <a:buNone/>
              <a:defRPr/>
            </a:lvl4pPr>
            <a:lvl5pPr marL="2743200" indent="0">
              <a:buNone/>
              <a:defRPr/>
            </a:lvl5pPr>
          </a:lstStyle>
          <a:p>
            <a:pPr lvl="0"/>
            <a:r>
              <a:rPr lang="en-US"/>
              <a:t>Click to add subtitle</a:t>
            </a:r>
          </a:p>
        </p:txBody>
      </p:sp>
      <p:sp>
        <p:nvSpPr>
          <p:cNvPr id="9" name="Title Placeholder 1">
            <a:extLst>
              <a:ext uri="{FF2B5EF4-FFF2-40B4-BE49-F238E27FC236}">
                <a16:creationId xmlns:a16="http://schemas.microsoft.com/office/drawing/2014/main" id="{9E1AB843-A425-E835-989D-5EC5D39F11D9}"/>
              </a:ext>
            </a:extLst>
          </p:cNvPr>
          <p:cNvSpPr>
            <a:spLocks noGrp="1"/>
          </p:cNvSpPr>
          <p:nvPr>
            <p:ph type="title" hasCustomPrompt="1"/>
          </p:nvPr>
        </p:nvSpPr>
        <p:spPr>
          <a:xfrm>
            <a:off x="1768116" y="2375662"/>
            <a:ext cx="7375884" cy="4019107"/>
          </a:xfrm>
          <a:prstGeom prst="rect">
            <a:avLst/>
          </a:prstGeom>
        </p:spPr>
        <p:txBody>
          <a:bodyPr vert="horz" wrap="square" lIns="0" tIns="0" rIns="0" bIns="0" rtlCol="0" anchor="b">
            <a:normAutofit/>
          </a:bodyPr>
          <a:lstStyle>
            <a:lvl1pPr>
              <a:lnSpc>
                <a:spcPct val="110000"/>
              </a:lnSpc>
              <a:defRPr sz="6400" b="1">
                <a:latin typeface="+mn-lt"/>
              </a:defRPr>
            </a:lvl1pPr>
          </a:lstStyle>
          <a:p>
            <a:r>
              <a:rPr lang="en-US"/>
              <a:t>Click to add slide title</a:t>
            </a:r>
          </a:p>
        </p:txBody>
      </p:sp>
    </p:spTree>
    <p:custDataLst>
      <p:tags r:id="rId1"/>
    </p:custDataLst>
    <p:extLst>
      <p:ext uri="{BB962C8B-B14F-4D97-AF65-F5344CB8AC3E}">
        <p14:creationId xmlns:p14="http://schemas.microsoft.com/office/powerpoint/2010/main" val="38121799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SAS - Title &amp; Subtitle Right">
    <p:bg>
      <p:bgPr>
        <a:solidFill>
          <a:schemeClr val="bg1"/>
        </a:solidFill>
        <a:effectLst/>
      </p:bgPr>
    </p:bg>
    <p:spTree>
      <p:nvGrpSpPr>
        <p:cNvPr id="1" name=""/>
        <p:cNvGrpSpPr/>
        <p:nvPr/>
      </p:nvGrpSpPr>
      <p:grpSpPr>
        <a:xfrm>
          <a:off x="0" y="0"/>
          <a:ext cx="0" cy="0"/>
          <a:chOff x="0" y="0"/>
          <a:chExt cx="0" cy="0"/>
        </a:xfrm>
      </p:grpSpPr>
      <p:sp>
        <p:nvSpPr>
          <p:cNvPr id="7" name="Text Placeholder 4">
            <a:extLst>
              <a:ext uri="{FF2B5EF4-FFF2-40B4-BE49-F238E27FC236}">
                <a16:creationId xmlns:a16="http://schemas.microsoft.com/office/drawing/2014/main" id="{1BF61F9E-4DCE-8234-FC8B-6F593464BFA7}"/>
              </a:ext>
            </a:extLst>
          </p:cNvPr>
          <p:cNvSpPr>
            <a:spLocks noGrp="1"/>
          </p:cNvSpPr>
          <p:nvPr>
            <p:ph type="body" sz="quarter" idx="10" hasCustomPrompt="1"/>
          </p:nvPr>
        </p:nvSpPr>
        <p:spPr>
          <a:xfrm>
            <a:off x="9144000" y="6976986"/>
            <a:ext cx="7375884" cy="1542546"/>
          </a:xfrm>
          <a:prstGeom prst="rect">
            <a:avLst/>
          </a:prstGeom>
        </p:spPr>
        <p:txBody>
          <a:bodyPr wrap="square" anchor="t">
            <a:normAutofit/>
          </a:bodyPr>
          <a:lstStyle>
            <a:lvl1pPr marL="0" indent="0" algn="l">
              <a:buNone/>
              <a:defRPr sz="3000">
                <a:solidFill>
                  <a:schemeClr val="bg2"/>
                </a:solidFill>
              </a:defRPr>
            </a:lvl1pPr>
            <a:lvl2pPr marL="365760" indent="0">
              <a:buNone/>
              <a:defRPr/>
            </a:lvl2pPr>
            <a:lvl3pPr marL="731520" indent="0">
              <a:buNone/>
              <a:defRPr/>
            </a:lvl3pPr>
            <a:lvl4pPr marL="2057400" indent="0">
              <a:buNone/>
              <a:defRPr/>
            </a:lvl4pPr>
            <a:lvl5pPr marL="2743200" indent="0">
              <a:buNone/>
              <a:defRPr/>
            </a:lvl5pPr>
          </a:lstStyle>
          <a:p>
            <a:pPr lvl="0"/>
            <a:r>
              <a:rPr lang="en-US"/>
              <a:t>Click to add subtitle</a:t>
            </a:r>
          </a:p>
        </p:txBody>
      </p:sp>
      <p:sp>
        <p:nvSpPr>
          <p:cNvPr id="10" name="Title Placeholder 1">
            <a:extLst>
              <a:ext uri="{FF2B5EF4-FFF2-40B4-BE49-F238E27FC236}">
                <a16:creationId xmlns:a16="http://schemas.microsoft.com/office/drawing/2014/main" id="{8B77F003-D690-6B0E-9BB3-D04A59A74277}"/>
              </a:ext>
            </a:extLst>
          </p:cNvPr>
          <p:cNvSpPr>
            <a:spLocks noGrp="1"/>
          </p:cNvSpPr>
          <p:nvPr>
            <p:ph type="title" hasCustomPrompt="1"/>
          </p:nvPr>
        </p:nvSpPr>
        <p:spPr>
          <a:xfrm>
            <a:off x="9144000" y="2509477"/>
            <a:ext cx="7375884" cy="4019107"/>
          </a:xfrm>
          <a:prstGeom prst="rect">
            <a:avLst/>
          </a:prstGeom>
        </p:spPr>
        <p:txBody>
          <a:bodyPr vert="horz" wrap="square" lIns="0" tIns="0" rIns="0" bIns="0" rtlCol="0" anchor="b">
            <a:normAutofit/>
          </a:bodyPr>
          <a:lstStyle>
            <a:lvl1pPr>
              <a:lnSpc>
                <a:spcPct val="110000"/>
              </a:lnSpc>
              <a:defRPr sz="6400" b="1">
                <a:latin typeface="+mn-lt"/>
              </a:defRPr>
            </a:lvl1pPr>
          </a:lstStyle>
          <a:p>
            <a:r>
              <a:rPr lang="en-US"/>
              <a:t>Click to add slide title</a:t>
            </a:r>
          </a:p>
        </p:txBody>
      </p:sp>
    </p:spTree>
    <p:custDataLst>
      <p:tags r:id="rId1"/>
    </p:custDataLst>
    <p:extLst>
      <p:ext uri="{BB962C8B-B14F-4D97-AF65-F5344CB8AC3E}">
        <p14:creationId xmlns:p14="http://schemas.microsoft.com/office/powerpoint/2010/main" val="39904865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SAS - Main point with two bullets">
    <p:bg>
      <p:bgPr>
        <a:solidFill>
          <a:schemeClr val="bg1"/>
        </a:solidFill>
        <a:effectLst/>
      </p:bgPr>
    </p:bg>
    <p:spTree>
      <p:nvGrpSpPr>
        <p:cNvPr id="1" name=""/>
        <p:cNvGrpSpPr/>
        <p:nvPr/>
      </p:nvGrpSpPr>
      <p:grpSpPr>
        <a:xfrm>
          <a:off x="0" y="0"/>
          <a:ext cx="0" cy="0"/>
          <a:chOff x="0" y="0"/>
          <a:chExt cx="0" cy="0"/>
        </a:xfrm>
      </p:grpSpPr>
      <p:sp>
        <p:nvSpPr>
          <p:cNvPr id="62" name="Rounded Rectangle 61">
            <a:extLst>
              <a:ext uri="{FF2B5EF4-FFF2-40B4-BE49-F238E27FC236}">
                <a16:creationId xmlns:a16="http://schemas.microsoft.com/office/drawing/2014/main" id="{CDC262F1-0D16-12D6-A21F-6BB25B77714E}"/>
              </a:ext>
            </a:extLst>
          </p:cNvPr>
          <p:cNvSpPr/>
          <p:nvPr userDrawn="1"/>
        </p:nvSpPr>
        <p:spPr>
          <a:xfrm>
            <a:off x="-528320" y="-429208"/>
            <a:ext cx="9672320" cy="4049486"/>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000"/>
          </a:p>
        </p:txBody>
      </p:sp>
      <p:sp>
        <p:nvSpPr>
          <p:cNvPr id="2" name="Title Placeholder 1">
            <a:extLst>
              <a:ext uri="{FF2B5EF4-FFF2-40B4-BE49-F238E27FC236}">
                <a16:creationId xmlns:a16="http://schemas.microsoft.com/office/drawing/2014/main" id="{A7932B69-D114-4F04-8825-FD80DE780B3F}"/>
              </a:ext>
            </a:extLst>
          </p:cNvPr>
          <p:cNvSpPr>
            <a:spLocks noGrp="1"/>
          </p:cNvSpPr>
          <p:nvPr>
            <p:ph type="title" hasCustomPrompt="1"/>
          </p:nvPr>
        </p:nvSpPr>
        <p:spPr>
          <a:xfrm>
            <a:off x="690466" y="884280"/>
            <a:ext cx="7718038" cy="1422509"/>
          </a:xfrm>
          <a:prstGeom prst="rect">
            <a:avLst/>
          </a:prstGeom>
        </p:spPr>
        <p:txBody>
          <a:bodyPr vert="horz" wrap="square" lIns="0" tIns="0" rIns="0" bIns="0" rtlCol="0" anchor="ctr">
            <a:normAutofit/>
          </a:bodyPr>
          <a:lstStyle>
            <a:lvl1pPr algn="ctr">
              <a:lnSpc>
                <a:spcPct val="100000"/>
              </a:lnSpc>
              <a:defRPr sz="6000">
                <a:solidFill>
                  <a:schemeClr val="bg1"/>
                </a:solidFill>
              </a:defRPr>
            </a:lvl1pPr>
          </a:lstStyle>
          <a:p>
            <a:r>
              <a:rPr lang="en-US"/>
              <a:t>Click to add slide title</a:t>
            </a:r>
          </a:p>
        </p:txBody>
      </p:sp>
      <p:sp>
        <p:nvSpPr>
          <p:cNvPr id="6" name="Content Placeholder 5">
            <a:extLst>
              <a:ext uri="{FF2B5EF4-FFF2-40B4-BE49-F238E27FC236}">
                <a16:creationId xmlns:a16="http://schemas.microsoft.com/office/drawing/2014/main" id="{C01933F9-7FBB-E22C-B4EF-4400DD9C8DB4}"/>
              </a:ext>
            </a:extLst>
          </p:cNvPr>
          <p:cNvSpPr>
            <a:spLocks noGrp="1"/>
          </p:cNvSpPr>
          <p:nvPr>
            <p:ph sz="quarter" idx="10" hasCustomPrompt="1"/>
          </p:nvPr>
        </p:nvSpPr>
        <p:spPr>
          <a:xfrm>
            <a:off x="1760785" y="4125347"/>
            <a:ext cx="6050902" cy="4253948"/>
          </a:xfrm>
          <a:prstGeom prst="rect">
            <a:avLst/>
          </a:prstGeom>
        </p:spPr>
        <p:txBody>
          <a:bodyPr anchor="ctr" anchorCtr="0">
            <a:normAutofit/>
          </a:bodyPr>
          <a:lstStyle>
            <a:lvl1pPr marL="0" indent="0">
              <a:lnSpc>
                <a:spcPct val="135000"/>
              </a:lnSpc>
              <a:spcBef>
                <a:spcPts val="0"/>
              </a:spcBef>
              <a:spcAft>
                <a:spcPts val="4000"/>
              </a:spcAft>
              <a:buNone/>
              <a:defRPr sz="3000">
                <a:solidFill>
                  <a:schemeClr val="tx2"/>
                </a:solidFill>
              </a:defRPr>
            </a:lvl1pPr>
            <a:lvl2pPr marL="365760" indent="0">
              <a:lnSpc>
                <a:spcPct val="135000"/>
              </a:lnSpc>
              <a:spcBef>
                <a:spcPts val="0"/>
              </a:spcBef>
              <a:spcAft>
                <a:spcPts val="4000"/>
              </a:spcAft>
              <a:buNone/>
              <a:defRPr sz="3000">
                <a:solidFill>
                  <a:schemeClr val="tx2"/>
                </a:solidFill>
              </a:defRPr>
            </a:lvl2pPr>
            <a:lvl3pPr marL="731520" indent="0">
              <a:lnSpc>
                <a:spcPct val="135000"/>
              </a:lnSpc>
              <a:spcBef>
                <a:spcPts val="0"/>
              </a:spcBef>
              <a:spcAft>
                <a:spcPts val="4000"/>
              </a:spcAft>
              <a:buNone/>
              <a:defRPr sz="3000">
                <a:solidFill>
                  <a:schemeClr val="tx2"/>
                </a:solidFill>
              </a:defRPr>
            </a:lvl3pPr>
            <a:lvl4pPr marL="2057400" indent="0">
              <a:lnSpc>
                <a:spcPct val="135000"/>
              </a:lnSpc>
              <a:spcBef>
                <a:spcPts val="0"/>
              </a:spcBef>
              <a:spcAft>
                <a:spcPts val="4000"/>
              </a:spcAft>
              <a:buNone/>
              <a:defRPr sz="3000"/>
            </a:lvl4pPr>
            <a:lvl5pPr marL="2743200" indent="0">
              <a:lnSpc>
                <a:spcPct val="135000"/>
              </a:lnSpc>
              <a:spcBef>
                <a:spcPts val="0"/>
              </a:spcBef>
              <a:spcAft>
                <a:spcPts val="4000"/>
              </a:spcAft>
              <a:buNone/>
              <a:defRPr sz="3000"/>
            </a:lvl5pPr>
          </a:lstStyle>
          <a:p>
            <a:pPr lvl="0"/>
            <a:r>
              <a:rPr lang="en-US"/>
              <a:t>Click to edit master text styles</a:t>
            </a:r>
          </a:p>
          <a:p>
            <a:pPr lvl="1"/>
            <a:r>
              <a:rPr lang="en-US"/>
              <a:t>Second level text</a:t>
            </a:r>
          </a:p>
          <a:p>
            <a:pPr lvl="2"/>
            <a:r>
              <a:rPr lang="en-US"/>
              <a:t>Third level text</a:t>
            </a:r>
          </a:p>
        </p:txBody>
      </p:sp>
      <p:sp>
        <p:nvSpPr>
          <p:cNvPr id="7" name="Text Placeholder 4">
            <a:extLst>
              <a:ext uri="{FF2B5EF4-FFF2-40B4-BE49-F238E27FC236}">
                <a16:creationId xmlns:a16="http://schemas.microsoft.com/office/drawing/2014/main" id="{09DE9492-5806-97F4-E29E-4D607FB4A2EA}"/>
              </a:ext>
            </a:extLst>
          </p:cNvPr>
          <p:cNvSpPr>
            <a:spLocks noGrp="1"/>
          </p:cNvSpPr>
          <p:nvPr>
            <p:ph type="body" sz="quarter" idx="11" hasCustomPrompt="1"/>
          </p:nvPr>
        </p:nvSpPr>
        <p:spPr>
          <a:xfrm>
            <a:off x="11438897" y="2211045"/>
            <a:ext cx="5088318" cy="592398"/>
          </a:xfrm>
          <a:prstGeom prst="rect">
            <a:avLst/>
          </a:prstGeom>
        </p:spPr>
        <p:txBody>
          <a:bodyPr anchor="ctr">
            <a:normAutofit/>
          </a:bodyPr>
          <a:lstStyle>
            <a:lvl1pPr marL="0" indent="0" algn="l">
              <a:buNone/>
              <a:defRPr sz="2000">
                <a:solidFill>
                  <a:schemeClr val="bg2"/>
                </a:solidFill>
                <a:latin typeface="+mj-lt"/>
              </a:defRPr>
            </a:lvl1pPr>
            <a:lvl2pPr marL="365760" indent="0">
              <a:buNone/>
              <a:defRPr/>
            </a:lvl2pPr>
            <a:lvl3pPr marL="731520" indent="0">
              <a:buNone/>
              <a:defRPr/>
            </a:lvl3pPr>
            <a:lvl4pPr marL="2057400" indent="0">
              <a:buNone/>
              <a:defRPr/>
            </a:lvl4pPr>
            <a:lvl5pPr marL="2743200" indent="0">
              <a:buNone/>
              <a:defRPr/>
            </a:lvl5pPr>
          </a:lstStyle>
          <a:p>
            <a:pPr lvl="0"/>
            <a:r>
              <a:rPr lang="en-US"/>
              <a:t>Click to add subtitle</a:t>
            </a:r>
          </a:p>
        </p:txBody>
      </p:sp>
      <p:sp>
        <p:nvSpPr>
          <p:cNvPr id="9" name="Text Placeholder 8">
            <a:extLst>
              <a:ext uri="{FF2B5EF4-FFF2-40B4-BE49-F238E27FC236}">
                <a16:creationId xmlns:a16="http://schemas.microsoft.com/office/drawing/2014/main" id="{55D8E28A-CFC4-0574-0CD8-5B390826A821}"/>
              </a:ext>
            </a:extLst>
          </p:cNvPr>
          <p:cNvSpPr>
            <a:spLocks noGrp="1"/>
          </p:cNvSpPr>
          <p:nvPr>
            <p:ph type="body" sz="quarter" idx="12" hasCustomPrompt="1"/>
          </p:nvPr>
        </p:nvSpPr>
        <p:spPr>
          <a:xfrm>
            <a:off x="11438601" y="2803443"/>
            <a:ext cx="5088570" cy="2195528"/>
          </a:xfrm>
          <a:prstGeom prst="rect">
            <a:avLst/>
          </a:prstGeom>
        </p:spPr>
        <p:txBody>
          <a:bodyPr>
            <a:normAutofit/>
          </a:bodyPr>
          <a:lstStyle>
            <a:lvl1pPr marL="0" indent="0">
              <a:lnSpc>
                <a:spcPct val="125000"/>
              </a:lnSpc>
              <a:spcBef>
                <a:spcPts val="0"/>
              </a:spcBef>
              <a:spcAft>
                <a:spcPts val="1600"/>
              </a:spcAft>
              <a:buNone/>
              <a:defRPr sz="2000">
                <a:solidFill>
                  <a:schemeClr val="tx2"/>
                </a:solidFill>
              </a:defRPr>
            </a:lvl1pPr>
            <a:lvl2pPr marL="365760" indent="0">
              <a:lnSpc>
                <a:spcPct val="125000"/>
              </a:lnSpc>
              <a:spcBef>
                <a:spcPts val="0"/>
              </a:spcBef>
              <a:spcAft>
                <a:spcPts val="1600"/>
              </a:spcAft>
              <a:buNone/>
              <a:defRPr sz="2000">
                <a:solidFill>
                  <a:schemeClr val="tx2"/>
                </a:solidFill>
              </a:defRPr>
            </a:lvl2pPr>
            <a:lvl3pPr marL="731520" indent="0">
              <a:lnSpc>
                <a:spcPct val="125000"/>
              </a:lnSpc>
              <a:spcBef>
                <a:spcPts val="0"/>
              </a:spcBef>
              <a:spcAft>
                <a:spcPts val="1600"/>
              </a:spcAft>
              <a:buNone/>
              <a:defRPr sz="2000">
                <a:solidFill>
                  <a:schemeClr val="tx2"/>
                </a:solidFill>
              </a:defRPr>
            </a:lvl3pPr>
            <a:lvl4pPr marL="2057400" indent="0">
              <a:lnSpc>
                <a:spcPct val="125000"/>
              </a:lnSpc>
              <a:spcBef>
                <a:spcPts val="0"/>
              </a:spcBef>
              <a:spcAft>
                <a:spcPts val="1600"/>
              </a:spcAft>
              <a:buNone/>
              <a:defRPr sz="2000"/>
            </a:lvl4pPr>
            <a:lvl5pPr marL="2743200" indent="0">
              <a:lnSpc>
                <a:spcPct val="125000"/>
              </a:lnSpc>
              <a:spcBef>
                <a:spcPts val="0"/>
              </a:spcBef>
              <a:spcAft>
                <a:spcPts val="1600"/>
              </a:spcAft>
              <a:buNone/>
              <a:defRPr sz="2000"/>
            </a:lvl5pPr>
          </a:lstStyle>
          <a:p>
            <a:pPr lvl="0"/>
            <a:r>
              <a:rPr lang="en-US"/>
              <a:t>Click to edit master text styles</a:t>
            </a:r>
          </a:p>
          <a:p>
            <a:pPr lvl="1"/>
            <a:r>
              <a:rPr lang="en-US"/>
              <a:t>Second level text</a:t>
            </a:r>
          </a:p>
          <a:p>
            <a:pPr lvl="2"/>
            <a:r>
              <a:rPr lang="en-US"/>
              <a:t>Third level text</a:t>
            </a:r>
          </a:p>
        </p:txBody>
      </p:sp>
      <p:sp>
        <p:nvSpPr>
          <p:cNvPr id="11" name="Text Placeholder 4">
            <a:extLst>
              <a:ext uri="{FF2B5EF4-FFF2-40B4-BE49-F238E27FC236}">
                <a16:creationId xmlns:a16="http://schemas.microsoft.com/office/drawing/2014/main" id="{59327ECB-A066-4FCF-9D3C-3A1D294628E5}"/>
              </a:ext>
            </a:extLst>
          </p:cNvPr>
          <p:cNvSpPr>
            <a:spLocks noGrp="1"/>
          </p:cNvSpPr>
          <p:nvPr>
            <p:ph type="body" sz="quarter" idx="13" hasCustomPrompt="1"/>
          </p:nvPr>
        </p:nvSpPr>
        <p:spPr>
          <a:xfrm>
            <a:off x="11438897" y="5591369"/>
            <a:ext cx="5088318" cy="592398"/>
          </a:xfrm>
          <a:prstGeom prst="rect">
            <a:avLst/>
          </a:prstGeom>
        </p:spPr>
        <p:txBody>
          <a:bodyPr anchor="ctr">
            <a:normAutofit/>
          </a:bodyPr>
          <a:lstStyle>
            <a:lvl1pPr marL="0" indent="0" algn="l">
              <a:buNone/>
              <a:defRPr sz="2000">
                <a:solidFill>
                  <a:schemeClr val="bg2"/>
                </a:solidFill>
                <a:latin typeface="+mj-lt"/>
              </a:defRPr>
            </a:lvl1pPr>
            <a:lvl2pPr marL="365760" indent="0">
              <a:buNone/>
              <a:defRPr/>
            </a:lvl2pPr>
            <a:lvl3pPr marL="731520" indent="0">
              <a:buNone/>
              <a:defRPr/>
            </a:lvl3pPr>
            <a:lvl4pPr marL="2057400" indent="0">
              <a:buNone/>
              <a:defRPr/>
            </a:lvl4pPr>
            <a:lvl5pPr marL="2743200" indent="0">
              <a:buNone/>
              <a:defRPr/>
            </a:lvl5pPr>
          </a:lstStyle>
          <a:p>
            <a:pPr lvl="0"/>
            <a:r>
              <a:rPr lang="en-US"/>
              <a:t>Click to add subtitle</a:t>
            </a:r>
          </a:p>
        </p:txBody>
      </p:sp>
      <p:sp>
        <p:nvSpPr>
          <p:cNvPr id="12" name="Text Placeholder 8">
            <a:extLst>
              <a:ext uri="{FF2B5EF4-FFF2-40B4-BE49-F238E27FC236}">
                <a16:creationId xmlns:a16="http://schemas.microsoft.com/office/drawing/2014/main" id="{ECF5AC1F-DC30-EACA-AFFB-88FD01EBD0EA}"/>
              </a:ext>
            </a:extLst>
          </p:cNvPr>
          <p:cNvSpPr>
            <a:spLocks noGrp="1"/>
          </p:cNvSpPr>
          <p:nvPr>
            <p:ph type="body" sz="quarter" idx="14" hasCustomPrompt="1"/>
          </p:nvPr>
        </p:nvSpPr>
        <p:spPr>
          <a:xfrm>
            <a:off x="11438601" y="6183767"/>
            <a:ext cx="5088570" cy="2195528"/>
          </a:xfrm>
          <a:prstGeom prst="rect">
            <a:avLst/>
          </a:prstGeom>
        </p:spPr>
        <p:txBody>
          <a:bodyPr>
            <a:normAutofit/>
          </a:bodyPr>
          <a:lstStyle>
            <a:lvl1pPr marL="0" indent="0">
              <a:lnSpc>
                <a:spcPct val="125000"/>
              </a:lnSpc>
              <a:spcBef>
                <a:spcPts val="0"/>
              </a:spcBef>
              <a:spcAft>
                <a:spcPts val="1600"/>
              </a:spcAft>
              <a:buNone/>
              <a:defRPr sz="2000">
                <a:solidFill>
                  <a:schemeClr val="tx2"/>
                </a:solidFill>
              </a:defRPr>
            </a:lvl1pPr>
            <a:lvl2pPr marL="365760" indent="0">
              <a:lnSpc>
                <a:spcPct val="125000"/>
              </a:lnSpc>
              <a:spcBef>
                <a:spcPts val="0"/>
              </a:spcBef>
              <a:spcAft>
                <a:spcPts val="1600"/>
              </a:spcAft>
              <a:buNone/>
              <a:defRPr sz="2000">
                <a:solidFill>
                  <a:schemeClr val="tx2"/>
                </a:solidFill>
              </a:defRPr>
            </a:lvl2pPr>
            <a:lvl3pPr marL="731520" indent="0">
              <a:lnSpc>
                <a:spcPct val="125000"/>
              </a:lnSpc>
              <a:spcBef>
                <a:spcPts val="0"/>
              </a:spcBef>
              <a:spcAft>
                <a:spcPts val="1600"/>
              </a:spcAft>
              <a:buNone/>
              <a:defRPr sz="2000">
                <a:solidFill>
                  <a:schemeClr val="tx2"/>
                </a:solidFill>
              </a:defRPr>
            </a:lvl3pPr>
            <a:lvl4pPr marL="2057400" indent="0">
              <a:lnSpc>
                <a:spcPct val="125000"/>
              </a:lnSpc>
              <a:spcBef>
                <a:spcPts val="0"/>
              </a:spcBef>
              <a:spcAft>
                <a:spcPts val="1600"/>
              </a:spcAft>
              <a:buNone/>
              <a:defRPr sz="2000"/>
            </a:lvl4pPr>
            <a:lvl5pPr marL="2743200" indent="0">
              <a:lnSpc>
                <a:spcPct val="125000"/>
              </a:lnSpc>
              <a:spcBef>
                <a:spcPts val="0"/>
              </a:spcBef>
              <a:spcAft>
                <a:spcPts val="1600"/>
              </a:spcAft>
              <a:buNone/>
              <a:defRPr sz="2000"/>
            </a:lvl5pPr>
          </a:lstStyle>
          <a:p>
            <a:pPr lvl="0"/>
            <a:r>
              <a:rPr lang="en-US"/>
              <a:t>Click to edit master text styles</a:t>
            </a:r>
          </a:p>
          <a:p>
            <a:pPr lvl="1"/>
            <a:r>
              <a:rPr lang="en-US"/>
              <a:t>Second level text</a:t>
            </a:r>
          </a:p>
          <a:p>
            <a:pPr lvl="2"/>
            <a:r>
              <a:rPr lang="en-US"/>
              <a:t>Third level text</a:t>
            </a:r>
          </a:p>
        </p:txBody>
      </p:sp>
      <p:sp>
        <p:nvSpPr>
          <p:cNvPr id="60" name="Oval 59">
            <a:extLst>
              <a:ext uri="{FF2B5EF4-FFF2-40B4-BE49-F238E27FC236}">
                <a16:creationId xmlns:a16="http://schemas.microsoft.com/office/drawing/2014/main" id="{BC63B81E-4B05-4680-9372-516AD02D11ED}"/>
              </a:ext>
            </a:extLst>
          </p:cNvPr>
          <p:cNvSpPr/>
          <p:nvPr userDrawn="1"/>
        </p:nvSpPr>
        <p:spPr>
          <a:xfrm>
            <a:off x="10142258" y="2301793"/>
            <a:ext cx="1003300" cy="10033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Oval 60">
            <a:extLst>
              <a:ext uri="{FF2B5EF4-FFF2-40B4-BE49-F238E27FC236}">
                <a16:creationId xmlns:a16="http://schemas.microsoft.com/office/drawing/2014/main" id="{43CB17A5-5138-D165-5955-985003ABFBD3}"/>
              </a:ext>
            </a:extLst>
          </p:cNvPr>
          <p:cNvSpPr/>
          <p:nvPr userDrawn="1"/>
        </p:nvSpPr>
        <p:spPr>
          <a:xfrm>
            <a:off x="10142258" y="5682117"/>
            <a:ext cx="1003300" cy="10033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16459784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SAS - Main point with three bullets">
    <p:bg>
      <p:bgPr>
        <a:solidFill>
          <a:schemeClr val="bg1"/>
        </a:solidFill>
        <a:effectLst/>
      </p:bgPr>
    </p:bg>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C01933F9-7FBB-E22C-B4EF-4400DD9C8DB4}"/>
              </a:ext>
            </a:extLst>
          </p:cNvPr>
          <p:cNvSpPr>
            <a:spLocks noGrp="1"/>
          </p:cNvSpPr>
          <p:nvPr>
            <p:ph sz="quarter" idx="10" hasCustomPrompt="1"/>
          </p:nvPr>
        </p:nvSpPr>
        <p:spPr>
          <a:xfrm>
            <a:off x="1760785" y="4125347"/>
            <a:ext cx="6050902" cy="4253948"/>
          </a:xfrm>
          <a:prstGeom prst="rect">
            <a:avLst/>
          </a:prstGeom>
        </p:spPr>
        <p:txBody>
          <a:bodyPr anchor="ctr" anchorCtr="0">
            <a:normAutofit/>
          </a:bodyPr>
          <a:lstStyle>
            <a:lvl1pPr marL="0" indent="0">
              <a:lnSpc>
                <a:spcPct val="135000"/>
              </a:lnSpc>
              <a:spcBef>
                <a:spcPts val="0"/>
              </a:spcBef>
              <a:spcAft>
                <a:spcPts val="4000"/>
              </a:spcAft>
              <a:buNone/>
              <a:defRPr sz="3000">
                <a:solidFill>
                  <a:schemeClr val="tx2"/>
                </a:solidFill>
              </a:defRPr>
            </a:lvl1pPr>
            <a:lvl2pPr marL="365760" indent="0">
              <a:lnSpc>
                <a:spcPct val="135000"/>
              </a:lnSpc>
              <a:spcBef>
                <a:spcPts val="0"/>
              </a:spcBef>
              <a:spcAft>
                <a:spcPts val="4000"/>
              </a:spcAft>
              <a:buNone/>
              <a:defRPr sz="3000">
                <a:solidFill>
                  <a:schemeClr val="tx2"/>
                </a:solidFill>
              </a:defRPr>
            </a:lvl2pPr>
            <a:lvl3pPr marL="731520" indent="0">
              <a:lnSpc>
                <a:spcPct val="135000"/>
              </a:lnSpc>
              <a:spcBef>
                <a:spcPts val="0"/>
              </a:spcBef>
              <a:spcAft>
                <a:spcPts val="4000"/>
              </a:spcAft>
              <a:buNone/>
              <a:defRPr sz="3000">
                <a:solidFill>
                  <a:schemeClr val="tx2"/>
                </a:solidFill>
              </a:defRPr>
            </a:lvl3pPr>
            <a:lvl4pPr marL="2057400" indent="0">
              <a:lnSpc>
                <a:spcPct val="135000"/>
              </a:lnSpc>
              <a:spcBef>
                <a:spcPts val="0"/>
              </a:spcBef>
              <a:spcAft>
                <a:spcPts val="4000"/>
              </a:spcAft>
              <a:buNone/>
              <a:defRPr sz="3000"/>
            </a:lvl4pPr>
            <a:lvl5pPr marL="2743200" indent="0">
              <a:lnSpc>
                <a:spcPct val="135000"/>
              </a:lnSpc>
              <a:spcBef>
                <a:spcPts val="0"/>
              </a:spcBef>
              <a:spcAft>
                <a:spcPts val="4000"/>
              </a:spcAft>
              <a:buNone/>
              <a:defRPr sz="3000"/>
            </a:lvl5pPr>
          </a:lstStyle>
          <a:p>
            <a:pPr lvl="0"/>
            <a:r>
              <a:rPr lang="en-US"/>
              <a:t>Click to edit master text styles</a:t>
            </a:r>
          </a:p>
          <a:p>
            <a:pPr lvl="1"/>
            <a:r>
              <a:rPr lang="en-US"/>
              <a:t>Second level text</a:t>
            </a:r>
          </a:p>
          <a:p>
            <a:pPr lvl="2"/>
            <a:r>
              <a:rPr lang="en-US"/>
              <a:t>Third level text</a:t>
            </a:r>
          </a:p>
        </p:txBody>
      </p:sp>
      <p:sp>
        <p:nvSpPr>
          <p:cNvPr id="7" name="Text Placeholder 4">
            <a:extLst>
              <a:ext uri="{FF2B5EF4-FFF2-40B4-BE49-F238E27FC236}">
                <a16:creationId xmlns:a16="http://schemas.microsoft.com/office/drawing/2014/main" id="{09DE9492-5806-97F4-E29E-4D607FB4A2EA}"/>
              </a:ext>
            </a:extLst>
          </p:cNvPr>
          <p:cNvSpPr>
            <a:spLocks noGrp="1"/>
          </p:cNvSpPr>
          <p:nvPr>
            <p:ph type="body" sz="quarter" idx="11" hasCustomPrompt="1"/>
          </p:nvPr>
        </p:nvSpPr>
        <p:spPr>
          <a:xfrm>
            <a:off x="11438852" y="862326"/>
            <a:ext cx="6050601" cy="592398"/>
          </a:xfrm>
          <a:prstGeom prst="rect">
            <a:avLst/>
          </a:prstGeom>
        </p:spPr>
        <p:txBody>
          <a:bodyPr anchor="ctr">
            <a:normAutofit/>
          </a:bodyPr>
          <a:lstStyle>
            <a:lvl1pPr marL="0" indent="0" algn="l">
              <a:buNone/>
              <a:defRPr sz="2000">
                <a:solidFill>
                  <a:schemeClr val="bg2"/>
                </a:solidFill>
                <a:latin typeface="+mj-lt"/>
              </a:defRPr>
            </a:lvl1pPr>
            <a:lvl2pPr marL="365760" indent="0">
              <a:buNone/>
              <a:defRPr/>
            </a:lvl2pPr>
            <a:lvl3pPr marL="731520" indent="0">
              <a:buNone/>
              <a:defRPr/>
            </a:lvl3pPr>
            <a:lvl4pPr marL="2057400" indent="0">
              <a:buNone/>
              <a:defRPr/>
            </a:lvl4pPr>
            <a:lvl5pPr marL="2743200" indent="0">
              <a:buNone/>
              <a:defRPr/>
            </a:lvl5pPr>
          </a:lstStyle>
          <a:p>
            <a:pPr lvl="0"/>
            <a:r>
              <a:rPr lang="en-US"/>
              <a:t>Click to add subtitle</a:t>
            </a:r>
          </a:p>
        </p:txBody>
      </p:sp>
      <p:sp>
        <p:nvSpPr>
          <p:cNvPr id="9" name="Text Placeholder 8">
            <a:extLst>
              <a:ext uri="{FF2B5EF4-FFF2-40B4-BE49-F238E27FC236}">
                <a16:creationId xmlns:a16="http://schemas.microsoft.com/office/drawing/2014/main" id="{55D8E28A-CFC4-0574-0CD8-5B390826A821}"/>
              </a:ext>
            </a:extLst>
          </p:cNvPr>
          <p:cNvSpPr>
            <a:spLocks noGrp="1"/>
          </p:cNvSpPr>
          <p:nvPr>
            <p:ph type="body" sz="quarter" idx="12" hasCustomPrompt="1"/>
          </p:nvPr>
        </p:nvSpPr>
        <p:spPr>
          <a:xfrm>
            <a:off x="11438556" y="1454724"/>
            <a:ext cx="6050901" cy="1764529"/>
          </a:xfrm>
          <a:prstGeom prst="rect">
            <a:avLst/>
          </a:prstGeom>
        </p:spPr>
        <p:txBody>
          <a:bodyPr>
            <a:normAutofit/>
          </a:bodyPr>
          <a:lstStyle>
            <a:lvl1pPr marL="0" indent="0">
              <a:lnSpc>
                <a:spcPct val="125000"/>
              </a:lnSpc>
              <a:spcBef>
                <a:spcPts val="0"/>
              </a:spcBef>
              <a:spcAft>
                <a:spcPts val="1600"/>
              </a:spcAft>
              <a:buNone/>
              <a:defRPr sz="2000">
                <a:solidFill>
                  <a:schemeClr val="tx2"/>
                </a:solidFill>
              </a:defRPr>
            </a:lvl1pPr>
            <a:lvl2pPr marL="365760" indent="0">
              <a:lnSpc>
                <a:spcPct val="125000"/>
              </a:lnSpc>
              <a:spcBef>
                <a:spcPts val="0"/>
              </a:spcBef>
              <a:spcAft>
                <a:spcPts val="1600"/>
              </a:spcAft>
              <a:buNone/>
              <a:defRPr sz="2000">
                <a:solidFill>
                  <a:schemeClr val="tx2"/>
                </a:solidFill>
              </a:defRPr>
            </a:lvl2pPr>
            <a:lvl3pPr marL="731520" indent="0">
              <a:lnSpc>
                <a:spcPct val="125000"/>
              </a:lnSpc>
              <a:spcBef>
                <a:spcPts val="0"/>
              </a:spcBef>
              <a:spcAft>
                <a:spcPts val="1600"/>
              </a:spcAft>
              <a:buNone/>
              <a:defRPr sz="2000">
                <a:solidFill>
                  <a:schemeClr val="tx2"/>
                </a:solidFill>
              </a:defRPr>
            </a:lvl3pPr>
            <a:lvl4pPr marL="2057400" indent="0">
              <a:lnSpc>
                <a:spcPct val="125000"/>
              </a:lnSpc>
              <a:spcBef>
                <a:spcPts val="0"/>
              </a:spcBef>
              <a:spcAft>
                <a:spcPts val="1600"/>
              </a:spcAft>
              <a:buNone/>
              <a:defRPr sz="2000"/>
            </a:lvl4pPr>
            <a:lvl5pPr marL="2743200" indent="0">
              <a:lnSpc>
                <a:spcPct val="125000"/>
              </a:lnSpc>
              <a:spcBef>
                <a:spcPts val="0"/>
              </a:spcBef>
              <a:spcAft>
                <a:spcPts val="1600"/>
              </a:spcAft>
              <a:buNone/>
              <a:defRPr sz="2000"/>
            </a:lvl5pPr>
          </a:lstStyle>
          <a:p>
            <a:pPr lvl="0"/>
            <a:r>
              <a:rPr lang="en-US"/>
              <a:t>Click to edit master text styles</a:t>
            </a:r>
          </a:p>
          <a:p>
            <a:pPr lvl="1"/>
            <a:r>
              <a:rPr lang="en-US"/>
              <a:t>Second level text</a:t>
            </a:r>
          </a:p>
          <a:p>
            <a:pPr lvl="2"/>
            <a:r>
              <a:rPr lang="en-US"/>
              <a:t>Third level text</a:t>
            </a:r>
          </a:p>
        </p:txBody>
      </p:sp>
      <p:sp>
        <p:nvSpPr>
          <p:cNvPr id="11" name="Text Placeholder 4">
            <a:extLst>
              <a:ext uri="{FF2B5EF4-FFF2-40B4-BE49-F238E27FC236}">
                <a16:creationId xmlns:a16="http://schemas.microsoft.com/office/drawing/2014/main" id="{59327ECB-A066-4FCF-9D3C-3A1D294628E5}"/>
              </a:ext>
            </a:extLst>
          </p:cNvPr>
          <p:cNvSpPr>
            <a:spLocks noGrp="1"/>
          </p:cNvSpPr>
          <p:nvPr>
            <p:ph type="body" sz="quarter" idx="13" hasCustomPrompt="1"/>
          </p:nvPr>
        </p:nvSpPr>
        <p:spPr>
          <a:xfrm>
            <a:off x="11438852" y="3829148"/>
            <a:ext cx="6050601" cy="592398"/>
          </a:xfrm>
          <a:prstGeom prst="rect">
            <a:avLst/>
          </a:prstGeom>
        </p:spPr>
        <p:txBody>
          <a:bodyPr anchor="ctr">
            <a:normAutofit/>
          </a:bodyPr>
          <a:lstStyle>
            <a:lvl1pPr marL="0" indent="0" algn="l">
              <a:buNone/>
              <a:defRPr sz="2000">
                <a:solidFill>
                  <a:schemeClr val="bg2"/>
                </a:solidFill>
                <a:latin typeface="+mj-lt"/>
              </a:defRPr>
            </a:lvl1pPr>
            <a:lvl2pPr marL="365760" indent="0">
              <a:buNone/>
              <a:defRPr/>
            </a:lvl2pPr>
            <a:lvl3pPr marL="731520" indent="0">
              <a:buNone/>
              <a:defRPr/>
            </a:lvl3pPr>
            <a:lvl4pPr marL="2057400" indent="0">
              <a:buNone/>
              <a:defRPr/>
            </a:lvl4pPr>
            <a:lvl5pPr marL="2743200" indent="0">
              <a:buNone/>
              <a:defRPr/>
            </a:lvl5pPr>
          </a:lstStyle>
          <a:p>
            <a:pPr lvl="0"/>
            <a:r>
              <a:rPr lang="en-US"/>
              <a:t>Click to add subtitle</a:t>
            </a:r>
          </a:p>
        </p:txBody>
      </p:sp>
      <p:sp>
        <p:nvSpPr>
          <p:cNvPr id="12" name="Text Placeholder 8">
            <a:extLst>
              <a:ext uri="{FF2B5EF4-FFF2-40B4-BE49-F238E27FC236}">
                <a16:creationId xmlns:a16="http://schemas.microsoft.com/office/drawing/2014/main" id="{ECF5AC1F-DC30-EACA-AFFB-88FD01EBD0EA}"/>
              </a:ext>
            </a:extLst>
          </p:cNvPr>
          <p:cNvSpPr>
            <a:spLocks noGrp="1"/>
          </p:cNvSpPr>
          <p:nvPr>
            <p:ph type="body" sz="quarter" idx="14" hasCustomPrompt="1"/>
          </p:nvPr>
        </p:nvSpPr>
        <p:spPr>
          <a:xfrm>
            <a:off x="11438556" y="4421546"/>
            <a:ext cx="6050901" cy="1764529"/>
          </a:xfrm>
          <a:prstGeom prst="rect">
            <a:avLst/>
          </a:prstGeom>
        </p:spPr>
        <p:txBody>
          <a:bodyPr>
            <a:normAutofit/>
          </a:bodyPr>
          <a:lstStyle>
            <a:lvl1pPr marL="0" indent="0">
              <a:lnSpc>
                <a:spcPct val="125000"/>
              </a:lnSpc>
              <a:spcBef>
                <a:spcPts val="0"/>
              </a:spcBef>
              <a:spcAft>
                <a:spcPts val="1600"/>
              </a:spcAft>
              <a:buNone/>
              <a:defRPr sz="2000">
                <a:solidFill>
                  <a:schemeClr val="tx2"/>
                </a:solidFill>
              </a:defRPr>
            </a:lvl1pPr>
            <a:lvl2pPr marL="365760" indent="0">
              <a:lnSpc>
                <a:spcPct val="125000"/>
              </a:lnSpc>
              <a:spcBef>
                <a:spcPts val="0"/>
              </a:spcBef>
              <a:spcAft>
                <a:spcPts val="1600"/>
              </a:spcAft>
              <a:buNone/>
              <a:defRPr sz="2000">
                <a:solidFill>
                  <a:schemeClr val="tx2"/>
                </a:solidFill>
              </a:defRPr>
            </a:lvl2pPr>
            <a:lvl3pPr marL="731520" indent="0">
              <a:lnSpc>
                <a:spcPct val="125000"/>
              </a:lnSpc>
              <a:spcBef>
                <a:spcPts val="0"/>
              </a:spcBef>
              <a:spcAft>
                <a:spcPts val="1600"/>
              </a:spcAft>
              <a:buNone/>
              <a:defRPr sz="2000">
                <a:solidFill>
                  <a:schemeClr val="tx2"/>
                </a:solidFill>
              </a:defRPr>
            </a:lvl3pPr>
            <a:lvl4pPr marL="2057400" indent="0">
              <a:lnSpc>
                <a:spcPct val="125000"/>
              </a:lnSpc>
              <a:spcBef>
                <a:spcPts val="0"/>
              </a:spcBef>
              <a:spcAft>
                <a:spcPts val="1600"/>
              </a:spcAft>
              <a:buNone/>
              <a:defRPr sz="2000"/>
            </a:lvl4pPr>
            <a:lvl5pPr marL="2743200" indent="0">
              <a:lnSpc>
                <a:spcPct val="125000"/>
              </a:lnSpc>
              <a:spcBef>
                <a:spcPts val="0"/>
              </a:spcBef>
              <a:spcAft>
                <a:spcPts val="1600"/>
              </a:spcAft>
              <a:buNone/>
              <a:defRPr sz="2000"/>
            </a:lvl5pPr>
          </a:lstStyle>
          <a:p>
            <a:pPr lvl="0"/>
            <a:r>
              <a:rPr lang="en-US"/>
              <a:t>Click to edit master text styles</a:t>
            </a:r>
          </a:p>
          <a:p>
            <a:pPr lvl="1"/>
            <a:r>
              <a:rPr lang="en-US"/>
              <a:t>Second level text</a:t>
            </a:r>
          </a:p>
          <a:p>
            <a:pPr lvl="2"/>
            <a:r>
              <a:rPr lang="en-US"/>
              <a:t>Third level text</a:t>
            </a:r>
          </a:p>
        </p:txBody>
      </p:sp>
      <p:sp>
        <p:nvSpPr>
          <p:cNvPr id="60" name="Oval 59">
            <a:extLst>
              <a:ext uri="{FF2B5EF4-FFF2-40B4-BE49-F238E27FC236}">
                <a16:creationId xmlns:a16="http://schemas.microsoft.com/office/drawing/2014/main" id="{BC63B81E-4B05-4680-9372-516AD02D11ED}"/>
              </a:ext>
            </a:extLst>
          </p:cNvPr>
          <p:cNvSpPr/>
          <p:nvPr userDrawn="1"/>
        </p:nvSpPr>
        <p:spPr>
          <a:xfrm>
            <a:off x="10142214" y="953074"/>
            <a:ext cx="1003300" cy="10033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Oval 60">
            <a:extLst>
              <a:ext uri="{FF2B5EF4-FFF2-40B4-BE49-F238E27FC236}">
                <a16:creationId xmlns:a16="http://schemas.microsoft.com/office/drawing/2014/main" id="{43CB17A5-5138-D165-5955-985003ABFBD3}"/>
              </a:ext>
            </a:extLst>
          </p:cNvPr>
          <p:cNvSpPr/>
          <p:nvPr userDrawn="1"/>
        </p:nvSpPr>
        <p:spPr>
          <a:xfrm>
            <a:off x="10142214" y="3919896"/>
            <a:ext cx="1003300" cy="10033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4">
            <a:extLst>
              <a:ext uri="{FF2B5EF4-FFF2-40B4-BE49-F238E27FC236}">
                <a16:creationId xmlns:a16="http://schemas.microsoft.com/office/drawing/2014/main" id="{F668BCE9-3073-2CA1-90B7-EE2E1AA0DED9}"/>
              </a:ext>
            </a:extLst>
          </p:cNvPr>
          <p:cNvSpPr>
            <a:spLocks noGrp="1"/>
          </p:cNvSpPr>
          <p:nvPr>
            <p:ph type="body" sz="quarter" idx="15" hasCustomPrompt="1"/>
          </p:nvPr>
        </p:nvSpPr>
        <p:spPr>
          <a:xfrm>
            <a:off x="11438848" y="6795970"/>
            <a:ext cx="6050601" cy="592398"/>
          </a:xfrm>
          <a:prstGeom prst="rect">
            <a:avLst/>
          </a:prstGeom>
        </p:spPr>
        <p:txBody>
          <a:bodyPr anchor="ctr">
            <a:normAutofit/>
          </a:bodyPr>
          <a:lstStyle>
            <a:lvl1pPr marL="0" indent="0" algn="l">
              <a:buNone/>
              <a:defRPr sz="2000">
                <a:solidFill>
                  <a:schemeClr val="bg2"/>
                </a:solidFill>
                <a:latin typeface="+mj-lt"/>
              </a:defRPr>
            </a:lvl1pPr>
            <a:lvl2pPr marL="365760" indent="0">
              <a:buNone/>
              <a:defRPr/>
            </a:lvl2pPr>
            <a:lvl3pPr marL="731520" indent="0">
              <a:buNone/>
              <a:defRPr/>
            </a:lvl3pPr>
            <a:lvl4pPr marL="2057400" indent="0">
              <a:buNone/>
              <a:defRPr/>
            </a:lvl4pPr>
            <a:lvl5pPr marL="2743200" indent="0">
              <a:buNone/>
              <a:defRPr/>
            </a:lvl5pPr>
          </a:lstStyle>
          <a:p>
            <a:pPr lvl="0"/>
            <a:r>
              <a:rPr lang="en-US"/>
              <a:t>Click to add subtitle</a:t>
            </a:r>
          </a:p>
        </p:txBody>
      </p:sp>
      <p:sp>
        <p:nvSpPr>
          <p:cNvPr id="4" name="Text Placeholder 8">
            <a:extLst>
              <a:ext uri="{FF2B5EF4-FFF2-40B4-BE49-F238E27FC236}">
                <a16:creationId xmlns:a16="http://schemas.microsoft.com/office/drawing/2014/main" id="{5E54255A-62EA-4C07-2884-508895FECA85}"/>
              </a:ext>
            </a:extLst>
          </p:cNvPr>
          <p:cNvSpPr>
            <a:spLocks noGrp="1"/>
          </p:cNvSpPr>
          <p:nvPr>
            <p:ph type="body" sz="quarter" idx="16" hasCustomPrompt="1"/>
          </p:nvPr>
        </p:nvSpPr>
        <p:spPr>
          <a:xfrm>
            <a:off x="11438552" y="7388368"/>
            <a:ext cx="6050901" cy="1764529"/>
          </a:xfrm>
          <a:prstGeom prst="rect">
            <a:avLst/>
          </a:prstGeom>
        </p:spPr>
        <p:txBody>
          <a:bodyPr>
            <a:normAutofit/>
          </a:bodyPr>
          <a:lstStyle>
            <a:lvl1pPr marL="0" indent="0">
              <a:lnSpc>
                <a:spcPct val="125000"/>
              </a:lnSpc>
              <a:spcBef>
                <a:spcPts val="0"/>
              </a:spcBef>
              <a:spcAft>
                <a:spcPts val="1600"/>
              </a:spcAft>
              <a:buNone/>
              <a:defRPr sz="2000">
                <a:solidFill>
                  <a:schemeClr val="tx2"/>
                </a:solidFill>
              </a:defRPr>
            </a:lvl1pPr>
            <a:lvl2pPr marL="365760" indent="0">
              <a:lnSpc>
                <a:spcPct val="125000"/>
              </a:lnSpc>
              <a:spcBef>
                <a:spcPts val="0"/>
              </a:spcBef>
              <a:spcAft>
                <a:spcPts val="1600"/>
              </a:spcAft>
              <a:buNone/>
              <a:defRPr sz="2000">
                <a:solidFill>
                  <a:schemeClr val="tx2"/>
                </a:solidFill>
              </a:defRPr>
            </a:lvl2pPr>
            <a:lvl3pPr marL="731520" indent="0">
              <a:lnSpc>
                <a:spcPct val="125000"/>
              </a:lnSpc>
              <a:spcBef>
                <a:spcPts val="0"/>
              </a:spcBef>
              <a:spcAft>
                <a:spcPts val="1600"/>
              </a:spcAft>
              <a:buNone/>
              <a:defRPr sz="2000">
                <a:solidFill>
                  <a:schemeClr val="tx2"/>
                </a:solidFill>
              </a:defRPr>
            </a:lvl3pPr>
            <a:lvl4pPr marL="2057400" indent="0">
              <a:lnSpc>
                <a:spcPct val="125000"/>
              </a:lnSpc>
              <a:spcBef>
                <a:spcPts val="0"/>
              </a:spcBef>
              <a:spcAft>
                <a:spcPts val="1600"/>
              </a:spcAft>
              <a:buNone/>
              <a:defRPr sz="2000"/>
            </a:lvl4pPr>
            <a:lvl5pPr marL="2743200" indent="0">
              <a:lnSpc>
                <a:spcPct val="125000"/>
              </a:lnSpc>
              <a:spcBef>
                <a:spcPts val="0"/>
              </a:spcBef>
              <a:spcAft>
                <a:spcPts val="1600"/>
              </a:spcAft>
              <a:buNone/>
              <a:defRPr sz="2000"/>
            </a:lvl5pPr>
          </a:lstStyle>
          <a:p>
            <a:pPr lvl="0"/>
            <a:r>
              <a:rPr lang="en-US"/>
              <a:t>Click to edit master text styles</a:t>
            </a:r>
          </a:p>
          <a:p>
            <a:pPr lvl="1"/>
            <a:r>
              <a:rPr lang="en-US"/>
              <a:t>Second level text</a:t>
            </a:r>
          </a:p>
          <a:p>
            <a:pPr lvl="2"/>
            <a:r>
              <a:rPr lang="en-US"/>
              <a:t>Third level text</a:t>
            </a:r>
          </a:p>
        </p:txBody>
      </p:sp>
      <p:sp>
        <p:nvSpPr>
          <p:cNvPr id="5" name="Oval 4">
            <a:extLst>
              <a:ext uri="{FF2B5EF4-FFF2-40B4-BE49-F238E27FC236}">
                <a16:creationId xmlns:a16="http://schemas.microsoft.com/office/drawing/2014/main" id="{ABC7AAD1-4AB1-78AA-70F6-32F8A9D02CBE}"/>
              </a:ext>
            </a:extLst>
          </p:cNvPr>
          <p:cNvSpPr/>
          <p:nvPr userDrawn="1"/>
        </p:nvSpPr>
        <p:spPr>
          <a:xfrm>
            <a:off x="10142210" y="6886718"/>
            <a:ext cx="1003300" cy="10033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ed Rectangle 12">
            <a:extLst>
              <a:ext uri="{FF2B5EF4-FFF2-40B4-BE49-F238E27FC236}">
                <a16:creationId xmlns:a16="http://schemas.microsoft.com/office/drawing/2014/main" id="{0F241AF2-5558-746B-DA46-8689C3055FDE}"/>
              </a:ext>
            </a:extLst>
          </p:cNvPr>
          <p:cNvSpPr/>
          <p:nvPr userDrawn="1"/>
        </p:nvSpPr>
        <p:spPr>
          <a:xfrm>
            <a:off x="-528320" y="-429208"/>
            <a:ext cx="9672320" cy="4049486"/>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000"/>
          </a:p>
        </p:txBody>
      </p:sp>
      <p:sp>
        <p:nvSpPr>
          <p:cNvPr id="14" name="Title Placeholder 1">
            <a:extLst>
              <a:ext uri="{FF2B5EF4-FFF2-40B4-BE49-F238E27FC236}">
                <a16:creationId xmlns:a16="http://schemas.microsoft.com/office/drawing/2014/main" id="{8BF9D86F-2FE2-C278-D964-3895F293D5A7}"/>
              </a:ext>
            </a:extLst>
          </p:cNvPr>
          <p:cNvSpPr>
            <a:spLocks noGrp="1"/>
          </p:cNvSpPr>
          <p:nvPr>
            <p:ph type="title" hasCustomPrompt="1"/>
          </p:nvPr>
        </p:nvSpPr>
        <p:spPr>
          <a:xfrm>
            <a:off x="690466" y="884280"/>
            <a:ext cx="7718038" cy="1422509"/>
          </a:xfrm>
          <a:prstGeom prst="rect">
            <a:avLst/>
          </a:prstGeom>
        </p:spPr>
        <p:txBody>
          <a:bodyPr vert="horz" wrap="square" lIns="0" tIns="0" rIns="0" bIns="0" rtlCol="0" anchor="ctr">
            <a:normAutofit/>
          </a:bodyPr>
          <a:lstStyle>
            <a:lvl1pPr algn="ctr">
              <a:lnSpc>
                <a:spcPct val="100000"/>
              </a:lnSpc>
              <a:defRPr sz="6000">
                <a:solidFill>
                  <a:schemeClr val="bg1"/>
                </a:solidFill>
              </a:defRPr>
            </a:lvl1pPr>
          </a:lstStyle>
          <a:p>
            <a:r>
              <a:rPr lang="en-US"/>
              <a:t>Click to add slide title</a:t>
            </a:r>
          </a:p>
        </p:txBody>
      </p:sp>
    </p:spTree>
    <p:custDataLst>
      <p:tags r:id="rId1"/>
    </p:custDataLst>
    <p:extLst>
      <p:ext uri="{BB962C8B-B14F-4D97-AF65-F5344CB8AC3E}">
        <p14:creationId xmlns:p14="http://schemas.microsoft.com/office/powerpoint/2010/main" val="203749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SAS - Main point with three bullets (no title)">
    <p:bg>
      <p:bgPr>
        <a:solidFill>
          <a:schemeClr val="bg1"/>
        </a:solidFill>
        <a:effectLst/>
      </p:bgPr>
    </p:bg>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C01933F9-7FBB-E22C-B4EF-4400DD9C8DB4}"/>
              </a:ext>
            </a:extLst>
          </p:cNvPr>
          <p:cNvSpPr>
            <a:spLocks noGrp="1"/>
          </p:cNvSpPr>
          <p:nvPr>
            <p:ph sz="quarter" idx="10" hasCustomPrompt="1"/>
          </p:nvPr>
        </p:nvSpPr>
        <p:spPr>
          <a:xfrm>
            <a:off x="1686620" y="2018063"/>
            <a:ext cx="6050601" cy="5810266"/>
          </a:xfrm>
          <a:prstGeom prst="rect">
            <a:avLst/>
          </a:prstGeom>
        </p:spPr>
        <p:txBody>
          <a:bodyPr anchor="ctr" anchorCtr="0">
            <a:normAutofit/>
          </a:bodyPr>
          <a:lstStyle>
            <a:lvl1pPr marL="0" indent="0">
              <a:lnSpc>
                <a:spcPct val="135000"/>
              </a:lnSpc>
              <a:spcBef>
                <a:spcPts val="0"/>
              </a:spcBef>
              <a:spcAft>
                <a:spcPts val="4000"/>
              </a:spcAft>
              <a:buNone/>
              <a:defRPr sz="4000">
                <a:solidFill>
                  <a:schemeClr val="bg2"/>
                </a:solidFill>
              </a:defRPr>
            </a:lvl1pPr>
            <a:lvl2pPr marL="365760" indent="0">
              <a:lnSpc>
                <a:spcPct val="135000"/>
              </a:lnSpc>
              <a:spcBef>
                <a:spcPts val="0"/>
              </a:spcBef>
              <a:spcAft>
                <a:spcPts val="4000"/>
              </a:spcAft>
              <a:buNone/>
              <a:defRPr sz="4000">
                <a:solidFill>
                  <a:schemeClr val="bg2"/>
                </a:solidFill>
              </a:defRPr>
            </a:lvl2pPr>
            <a:lvl3pPr marL="731520" indent="0">
              <a:lnSpc>
                <a:spcPct val="135000"/>
              </a:lnSpc>
              <a:spcBef>
                <a:spcPts val="0"/>
              </a:spcBef>
              <a:spcAft>
                <a:spcPts val="4000"/>
              </a:spcAft>
              <a:buNone/>
              <a:defRPr sz="4000">
                <a:solidFill>
                  <a:schemeClr val="bg2"/>
                </a:solidFill>
              </a:defRPr>
            </a:lvl3pPr>
            <a:lvl4pPr marL="2057400" indent="0">
              <a:lnSpc>
                <a:spcPct val="135000"/>
              </a:lnSpc>
              <a:spcBef>
                <a:spcPts val="0"/>
              </a:spcBef>
              <a:spcAft>
                <a:spcPts val="4000"/>
              </a:spcAft>
              <a:buNone/>
              <a:defRPr sz="3000"/>
            </a:lvl4pPr>
            <a:lvl5pPr marL="2743200" indent="0">
              <a:lnSpc>
                <a:spcPct val="135000"/>
              </a:lnSpc>
              <a:spcBef>
                <a:spcPts val="0"/>
              </a:spcBef>
              <a:spcAft>
                <a:spcPts val="4000"/>
              </a:spcAft>
              <a:buNone/>
              <a:defRPr sz="3000"/>
            </a:lvl5pPr>
          </a:lstStyle>
          <a:p>
            <a:pPr lvl="0"/>
            <a:r>
              <a:rPr lang="en-US"/>
              <a:t>Click to edit master text styles</a:t>
            </a:r>
          </a:p>
          <a:p>
            <a:pPr lvl="1"/>
            <a:r>
              <a:rPr lang="en-US"/>
              <a:t>Second level text</a:t>
            </a:r>
          </a:p>
          <a:p>
            <a:pPr lvl="2"/>
            <a:r>
              <a:rPr lang="en-US"/>
              <a:t>Third level text</a:t>
            </a:r>
          </a:p>
        </p:txBody>
      </p:sp>
      <p:sp>
        <p:nvSpPr>
          <p:cNvPr id="7" name="Text Placeholder 4">
            <a:extLst>
              <a:ext uri="{FF2B5EF4-FFF2-40B4-BE49-F238E27FC236}">
                <a16:creationId xmlns:a16="http://schemas.microsoft.com/office/drawing/2014/main" id="{09DE9492-5806-97F4-E29E-4D607FB4A2EA}"/>
              </a:ext>
            </a:extLst>
          </p:cNvPr>
          <p:cNvSpPr>
            <a:spLocks noGrp="1"/>
          </p:cNvSpPr>
          <p:nvPr>
            <p:ph type="body" sz="quarter" idx="11" hasCustomPrompt="1"/>
          </p:nvPr>
        </p:nvSpPr>
        <p:spPr>
          <a:xfrm>
            <a:off x="10440642" y="905869"/>
            <a:ext cx="6050601" cy="592398"/>
          </a:xfrm>
          <a:prstGeom prst="rect">
            <a:avLst/>
          </a:prstGeom>
        </p:spPr>
        <p:txBody>
          <a:bodyPr anchor="ctr">
            <a:normAutofit/>
          </a:bodyPr>
          <a:lstStyle>
            <a:lvl1pPr marL="0" indent="0" algn="l">
              <a:buNone/>
              <a:defRPr sz="2000">
                <a:solidFill>
                  <a:schemeClr val="bg2"/>
                </a:solidFill>
                <a:latin typeface="+mj-lt"/>
              </a:defRPr>
            </a:lvl1pPr>
            <a:lvl2pPr marL="365760" indent="0">
              <a:buNone/>
              <a:defRPr/>
            </a:lvl2pPr>
            <a:lvl3pPr marL="731520" indent="0">
              <a:buNone/>
              <a:defRPr/>
            </a:lvl3pPr>
            <a:lvl4pPr marL="2057400" indent="0">
              <a:buNone/>
              <a:defRPr/>
            </a:lvl4pPr>
            <a:lvl5pPr marL="2743200" indent="0">
              <a:buNone/>
              <a:defRPr/>
            </a:lvl5pPr>
          </a:lstStyle>
          <a:p>
            <a:pPr lvl="0"/>
            <a:r>
              <a:rPr lang="en-US"/>
              <a:t>Click to add subtitle</a:t>
            </a:r>
          </a:p>
        </p:txBody>
      </p:sp>
      <p:sp>
        <p:nvSpPr>
          <p:cNvPr id="9" name="Text Placeholder 8">
            <a:extLst>
              <a:ext uri="{FF2B5EF4-FFF2-40B4-BE49-F238E27FC236}">
                <a16:creationId xmlns:a16="http://schemas.microsoft.com/office/drawing/2014/main" id="{55D8E28A-CFC4-0574-0CD8-5B390826A821}"/>
              </a:ext>
            </a:extLst>
          </p:cNvPr>
          <p:cNvSpPr>
            <a:spLocks noGrp="1"/>
          </p:cNvSpPr>
          <p:nvPr>
            <p:ph type="body" sz="quarter" idx="12" hasCustomPrompt="1"/>
          </p:nvPr>
        </p:nvSpPr>
        <p:spPr>
          <a:xfrm>
            <a:off x="10440346" y="1498267"/>
            <a:ext cx="6050901" cy="1764529"/>
          </a:xfrm>
          <a:prstGeom prst="rect">
            <a:avLst/>
          </a:prstGeom>
        </p:spPr>
        <p:txBody>
          <a:bodyPr>
            <a:normAutofit/>
          </a:bodyPr>
          <a:lstStyle>
            <a:lvl1pPr marL="0" indent="0">
              <a:lnSpc>
                <a:spcPct val="125000"/>
              </a:lnSpc>
              <a:spcBef>
                <a:spcPts val="0"/>
              </a:spcBef>
              <a:spcAft>
                <a:spcPts val="1600"/>
              </a:spcAft>
              <a:buNone/>
              <a:defRPr sz="2000">
                <a:solidFill>
                  <a:schemeClr val="tx2"/>
                </a:solidFill>
              </a:defRPr>
            </a:lvl1pPr>
            <a:lvl2pPr marL="365760" indent="0">
              <a:lnSpc>
                <a:spcPct val="125000"/>
              </a:lnSpc>
              <a:spcBef>
                <a:spcPts val="0"/>
              </a:spcBef>
              <a:spcAft>
                <a:spcPts val="1600"/>
              </a:spcAft>
              <a:buNone/>
              <a:defRPr sz="2000">
                <a:solidFill>
                  <a:schemeClr val="tx2"/>
                </a:solidFill>
              </a:defRPr>
            </a:lvl2pPr>
            <a:lvl3pPr marL="731520" indent="0">
              <a:lnSpc>
                <a:spcPct val="125000"/>
              </a:lnSpc>
              <a:spcBef>
                <a:spcPts val="0"/>
              </a:spcBef>
              <a:spcAft>
                <a:spcPts val="1600"/>
              </a:spcAft>
              <a:buNone/>
              <a:defRPr sz="2000">
                <a:solidFill>
                  <a:schemeClr val="tx2"/>
                </a:solidFill>
              </a:defRPr>
            </a:lvl3pPr>
            <a:lvl4pPr marL="2057400" indent="0">
              <a:lnSpc>
                <a:spcPct val="125000"/>
              </a:lnSpc>
              <a:spcBef>
                <a:spcPts val="0"/>
              </a:spcBef>
              <a:spcAft>
                <a:spcPts val="1600"/>
              </a:spcAft>
              <a:buNone/>
              <a:defRPr sz="2000"/>
            </a:lvl4pPr>
            <a:lvl5pPr marL="2743200" indent="0">
              <a:lnSpc>
                <a:spcPct val="125000"/>
              </a:lnSpc>
              <a:spcBef>
                <a:spcPts val="0"/>
              </a:spcBef>
              <a:spcAft>
                <a:spcPts val="1600"/>
              </a:spcAft>
              <a:buNone/>
              <a:defRPr sz="2000"/>
            </a:lvl5pPr>
          </a:lstStyle>
          <a:p>
            <a:pPr lvl="0"/>
            <a:r>
              <a:rPr lang="en-US"/>
              <a:t>Click to edit master text styles</a:t>
            </a:r>
          </a:p>
          <a:p>
            <a:pPr lvl="1"/>
            <a:r>
              <a:rPr lang="en-US"/>
              <a:t>Second level text</a:t>
            </a:r>
          </a:p>
          <a:p>
            <a:pPr lvl="2"/>
            <a:r>
              <a:rPr lang="en-US"/>
              <a:t>Third level text</a:t>
            </a:r>
          </a:p>
        </p:txBody>
      </p:sp>
      <p:sp>
        <p:nvSpPr>
          <p:cNvPr id="11" name="Text Placeholder 4">
            <a:extLst>
              <a:ext uri="{FF2B5EF4-FFF2-40B4-BE49-F238E27FC236}">
                <a16:creationId xmlns:a16="http://schemas.microsoft.com/office/drawing/2014/main" id="{59327ECB-A066-4FCF-9D3C-3A1D294628E5}"/>
              </a:ext>
            </a:extLst>
          </p:cNvPr>
          <p:cNvSpPr>
            <a:spLocks noGrp="1"/>
          </p:cNvSpPr>
          <p:nvPr>
            <p:ph type="body" sz="quarter" idx="13" hasCustomPrompt="1"/>
          </p:nvPr>
        </p:nvSpPr>
        <p:spPr>
          <a:xfrm>
            <a:off x="10440642" y="3872691"/>
            <a:ext cx="6050601" cy="592398"/>
          </a:xfrm>
          <a:prstGeom prst="rect">
            <a:avLst/>
          </a:prstGeom>
        </p:spPr>
        <p:txBody>
          <a:bodyPr anchor="ctr">
            <a:normAutofit/>
          </a:bodyPr>
          <a:lstStyle>
            <a:lvl1pPr marL="0" indent="0" algn="l">
              <a:buNone/>
              <a:defRPr sz="2000">
                <a:solidFill>
                  <a:schemeClr val="bg2"/>
                </a:solidFill>
                <a:latin typeface="+mj-lt"/>
              </a:defRPr>
            </a:lvl1pPr>
            <a:lvl2pPr marL="365760" indent="0">
              <a:buNone/>
              <a:defRPr/>
            </a:lvl2pPr>
            <a:lvl3pPr marL="731520" indent="0">
              <a:buNone/>
              <a:defRPr/>
            </a:lvl3pPr>
            <a:lvl4pPr marL="2057400" indent="0">
              <a:buNone/>
              <a:defRPr/>
            </a:lvl4pPr>
            <a:lvl5pPr marL="2743200" indent="0">
              <a:buNone/>
              <a:defRPr/>
            </a:lvl5pPr>
          </a:lstStyle>
          <a:p>
            <a:pPr lvl="0"/>
            <a:r>
              <a:rPr lang="en-US"/>
              <a:t>Click to add subtitle</a:t>
            </a:r>
          </a:p>
        </p:txBody>
      </p:sp>
      <p:sp>
        <p:nvSpPr>
          <p:cNvPr id="12" name="Text Placeholder 8">
            <a:extLst>
              <a:ext uri="{FF2B5EF4-FFF2-40B4-BE49-F238E27FC236}">
                <a16:creationId xmlns:a16="http://schemas.microsoft.com/office/drawing/2014/main" id="{ECF5AC1F-DC30-EACA-AFFB-88FD01EBD0EA}"/>
              </a:ext>
            </a:extLst>
          </p:cNvPr>
          <p:cNvSpPr>
            <a:spLocks noGrp="1"/>
          </p:cNvSpPr>
          <p:nvPr>
            <p:ph type="body" sz="quarter" idx="14" hasCustomPrompt="1"/>
          </p:nvPr>
        </p:nvSpPr>
        <p:spPr>
          <a:xfrm>
            <a:off x="10440346" y="4465089"/>
            <a:ext cx="6050901" cy="1764529"/>
          </a:xfrm>
          <a:prstGeom prst="rect">
            <a:avLst/>
          </a:prstGeom>
        </p:spPr>
        <p:txBody>
          <a:bodyPr>
            <a:normAutofit/>
          </a:bodyPr>
          <a:lstStyle>
            <a:lvl1pPr marL="0" indent="0">
              <a:lnSpc>
                <a:spcPct val="125000"/>
              </a:lnSpc>
              <a:spcBef>
                <a:spcPts val="0"/>
              </a:spcBef>
              <a:spcAft>
                <a:spcPts val="1600"/>
              </a:spcAft>
              <a:buNone/>
              <a:defRPr sz="2000">
                <a:solidFill>
                  <a:schemeClr val="tx2"/>
                </a:solidFill>
              </a:defRPr>
            </a:lvl1pPr>
            <a:lvl2pPr marL="365760" indent="0">
              <a:lnSpc>
                <a:spcPct val="125000"/>
              </a:lnSpc>
              <a:spcBef>
                <a:spcPts val="0"/>
              </a:spcBef>
              <a:spcAft>
                <a:spcPts val="1600"/>
              </a:spcAft>
              <a:buNone/>
              <a:defRPr sz="2000">
                <a:solidFill>
                  <a:schemeClr val="tx2"/>
                </a:solidFill>
              </a:defRPr>
            </a:lvl2pPr>
            <a:lvl3pPr marL="731520" indent="0">
              <a:lnSpc>
                <a:spcPct val="125000"/>
              </a:lnSpc>
              <a:spcBef>
                <a:spcPts val="0"/>
              </a:spcBef>
              <a:spcAft>
                <a:spcPts val="1600"/>
              </a:spcAft>
              <a:buNone/>
              <a:defRPr sz="2000">
                <a:solidFill>
                  <a:schemeClr val="tx2"/>
                </a:solidFill>
              </a:defRPr>
            </a:lvl3pPr>
            <a:lvl4pPr marL="2057400" indent="0">
              <a:lnSpc>
                <a:spcPct val="125000"/>
              </a:lnSpc>
              <a:spcBef>
                <a:spcPts val="0"/>
              </a:spcBef>
              <a:spcAft>
                <a:spcPts val="1600"/>
              </a:spcAft>
              <a:buNone/>
              <a:defRPr sz="2000"/>
            </a:lvl4pPr>
            <a:lvl5pPr marL="2743200" indent="0">
              <a:lnSpc>
                <a:spcPct val="125000"/>
              </a:lnSpc>
              <a:spcBef>
                <a:spcPts val="0"/>
              </a:spcBef>
              <a:spcAft>
                <a:spcPts val="1600"/>
              </a:spcAft>
              <a:buNone/>
              <a:defRPr sz="2000"/>
            </a:lvl5pPr>
          </a:lstStyle>
          <a:p>
            <a:pPr lvl="0"/>
            <a:r>
              <a:rPr lang="en-US"/>
              <a:t>Click to edit master text styles</a:t>
            </a:r>
          </a:p>
          <a:p>
            <a:pPr lvl="1"/>
            <a:r>
              <a:rPr lang="en-US"/>
              <a:t>Second level text</a:t>
            </a:r>
          </a:p>
          <a:p>
            <a:pPr lvl="2"/>
            <a:r>
              <a:rPr lang="en-US"/>
              <a:t>Third level text</a:t>
            </a:r>
          </a:p>
        </p:txBody>
      </p:sp>
      <p:sp>
        <p:nvSpPr>
          <p:cNvPr id="60" name="Oval 59">
            <a:extLst>
              <a:ext uri="{FF2B5EF4-FFF2-40B4-BE49-F238E27FC236}">
                <a16:creationId xmlns:a16="http://schemas.microsoft.com/office/drawing/2014/main" id="{BC63B81E-4B05-4680-9372-516AD02D11ED}"/>
              </a:ext>
            </a:extLst>
          </p:cNvPr>
          <p:cNvSpPr/>
          <p:nvPr userDrawn="1"/>
        </p:nvSpPr>
        <p:spPr>
          <a:xfrm>
            <a:off x="9013375" y="996617"/>
            <a:ext cx="1003300" cy="10033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Oval 60">
            <a:extLst>
              <a:ext uri="{FF2B5EF4-FFF2-40B4-BE49-F238E27FC236}">
                <a16:creationId xmlns:a16="http://schemas.microsoft.com/office/drawing/2014/main" id="{43CB17A5-5138-D165-5955-985003ABFBD3}"/>
              </a:ext>
            </a:extLst>
          </p:cNvPr>
          <p:cNvSpPr/>
          <p:nvPr userDrawn="1"/>
        </p:nvSpPr>
        <p:spPr>
          <a:xfrm>
            <a:off x="9013375" y="3963439"/>
            <a:ext cx="1003300" cy="10033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4">
            <a:extLst>
              <a:ext uri="{FF2B5EF4-FFF2-40B4-BE49-F238E27FC236}">
                <a16:creationId xmlns:a16="http://schemas.microsoft.com/office/drawing/2014/main" id="{F668BCE9-3073-2CA1-90B7-EE2E1AA0DED9}"/>
              </a:ext>
            </a:extLst>
          </p:cNvPr>
          <p:cNvSpPr>
            <a:spLocks noGrp="1"/>
          </p:cNvSpPr>
          <p:nvPr>
            <p:ph type="body" sz="quarter" idx="15" hasCustomPrompt="1"/>
          </p:nvPr>
        </p:nvSpPr>
        <p:spPr>
          <a:xfrm>
            <a:off x="10440638" y="6839513"/>
            <a:ext cx="6050601" cy="592398"/>
          </a:xfrm>
          <a:prstGeom prst="rect">
            <a:avLst/>
          </a:prstGeom>
        </p:spPr>
        <p:txBody>
          <a:bodyPr anchor="ctr">
            <a:normAutofit/>
          </a:bodyPr>
          <a:lstStyle>
            <a:lvl1pPr marL="0" indent="0" algn="l">
              <a:buNone/>
              <a:defRPr sz="2000">
                <a:solidFill>
                  <a:schemeClr val="bg2"/>
                </a:solidFill>
                <a:latin typeface="+mj-lt"/>
              </a:defRPr>
            </a:lvl1pPr>
            <a:lvl2pPr marL="365760" indent="0">
              <a:buNone/>
              <a:defRPr/>
            </a:lvl2pPr>
            <a:lvl3pPr marL="731520" indent="0">
              <a:buNone/>
              <a:defRPr/>
            </a:lvl3pPr>
            <a:lvl4pPr marL="2057400" indent="0">
              <a:buNone/>
              <a:defRPr/>
            </a:lvl4pPr>
            <a:lvl5pPr marL="2743200" indent="0">
              <a:buNone/>
              <a:defRPr/>
            </a:lvl5pPr>
          </a:lstStyle>
          <a:p>
            <a:pPr lvl="0"/>
            <a:r>
              <a:rPr lang="en-US"/>
              <a:t>Click to add subtitle</a:t>
            </a:r>
          </a:p>
        </p:txBody>
      </p:sp>
      <p:sp>
        <p:nvSpPr>
          <p:cNvPr id="4" name="Text Placeholder 8">
            <a:extLst>
              <a:ext uri="{FF2B5EF4-FFF2-40B4-BE49-F238E27FC236}">
                <a16:creationId xmlns:a16="http://schemas.microsoft.com/office/drawing/2014/main" id="{5E54255A-62EA-4C07-2884-508895FECA85}"/>
              </a:ext>
            </a:extLst>
          </p:cNvPr>
          <p:cNvSpPr>
            <a:spLocks noGrp="1"/>
          </p:cNvSpPr>
          <p:nvPr>
            <p:ph type="body" sz="quarter" idx="16" hasCustomPrompt="1"/>
          </p:nvPr>
        </p:nvSpPr>
        <p:spPr>
          <a:xfrm>
            <a:off x="10440342" y="7431911"/>
            <a:ext cx="6050901" cy="1764529"/>
          </a:xfrm>
          <a:prstGeom prst="rect">
            <a:avLst/>
          </a:prstGeom>
        </p:spPr>
        <p:txBody>
          <a:bodyPr>
            <a:normAutofit/>
          </a:bodyPr>
          <a:lstStyle>
            <a:lvl1pPr marL="0" indent="0">
              <a:lnSpc>
                <a:spcPct val="125000"/>
              </a:lnSpc>
              <a:spcBef>
                <a:spcPts val="0"/>
              </a:spcBef>
              <a:spcAft>
                <a:spcPts val="1600"/>
              </a:spcAft>
              <a:buNone/>
              <a:defRPr sz="2000">
                <a:solidFill>
                  <a:schemeClr val="tx2"/>
                </a:solidFill>
              </a:defRPr>
            </a:lvl1pPr>
            <a:lvl2pPr marL="365760" indent="0">
              <a:lnSpc>
                <a:spcPct val="125000"/>
              </a:lnSpc>
              <a:spcBef>
                <a:spcPts val="0"/>
              </a:spcBef>
              <a:spcAft>
                <a:spcPts val="1600"/>
              </a:spcAft>
              <a:buNone/>
              <a:defRPr sz="2000">
                <a:solidFill>
                  <a:schemeClr val="tx2"/>
                </a:solidFill>
              </a:defRPr>
            </a:lvl2pPr>
            <a:lvl3pPr marL="731520" indent="0">
              <a:lnSpc>
                <a:spcPct val="125000"/>
              </a:lnSpc>
              <a:spcBef>
                <a:spcPts val="0"/>
              </a:spcBef>
              <a:spcAft>
                <a:spcPts val="1600"/>
              </a:spcAft>
              <a:buNone/>
              <a:defRPr sz="2000">
                <a:solidFill>
                  <a:schemeClr val="tx2"/>
                </a:solidFill>
              </a:defRPr>
            </a:lvl3pPr>
            <a:lvl4pPr marL="2057400" indent="0">
              <a:lnSpc>
                <a:spcPct val="125000"/>
              </a:lnSpc>
              <a:spcBef>
                <a:spcPts val="0"/>
              </a:spcBef>
              <a:spcAft>
                <a:spcPts val="1600"/>
              </a:spcAft>
              <a:buNone/>
              <a:defRPr sz="2000"/>
            </a:lvl4pPr>
            <a:lvl5pPr marL="2743200" indent="0">
              <a:lnSpc>
                <a:spcPct val="125000"/>
              </a:lnSpc>
              <a:spcBef>
                <a:spcPts val="0"/>
              </a:spcBef>
              <a:spcAft>
                <a:spcPts val="1600"/>
              </a:spcAft>
              <a:buNone/>
              <a:defRPr sz="2000"/>
            </a:lvl5pPr>
          </a:lstStyle>
          <a:p>
            <a:pPr lvl="0"/>
            <a:r>
              <a:rPr lang="en-US"/>
              <a:t>Click to edit master text styles</a:t>
            </a:r>
          </a:p>
          <a:p>
            <a:pPr lvl="1"/>
            <a:r>
              <a:rPr lang="en-US"/>
              <a:t>Second level text</a:t>
            </a:r>
          </a:p>
          <a:p>
            <a:pPr lvl="2"/>
            <a:r>
              <a:rPr lang="en-US"/>
              <a:t>Third level text</a:t>
            </a:r>
          </a:p>
        </p:txBody>
      </p:sp>
      <p:sp>
        <p:nvSpPr>
          <p:cNvPr id="5" name="Oval 4">
            <a:extLst>
              <a:ext uri="{FF2B5EF4-FFF2-40B4-BE49-F238E27FC236}">
                <a16:creationId xmlns:a16="http://schemas.microsoft.com/office/drawing/2014/main" id="{ABC7AAD1-4AB1-78AA-70F6-32F8A9D02CBE}"/>
              </a:ext>
            </a:extLst>
          </p:cNvPr>
          <p:cNvSpPr/>
          <p:nvPr userDrawn="1"/>
        </p:nvSpPr>
        <p:spPr>
          <a:xfrm>
            <a:off x="9013371" y="6930261"/>
            <a:ext cx="1003300" cy="10033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42683115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SAS - Main and sub points with three bullets (no title)">
    <p:bg>
      <p:bgPr>
        <a:solidFill>
          <a:schemeClr val="bg1"/>
        </a:solidFill>
        <a:effectLst/>
      </p:bgPr>
    </p:bg>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C01933F9-7FBB-E22C-B4EF-4400DD9C8DB4}"/>
              </a:ext>
            </a:extLst>
          </p:cNvPr>
          <p:cNvSpPr>
            <a:spLocks noGrp="1"/>
          </p:cNvSpPr>
          <p:nvPr>
            <p:ph sz="quarter" idx="10" hasCustomPrompt="1"/>
          </p:nvPr>
        </p:nvSpPr>
        <p:spPr>
          <a:xfrm>
            <a:off x="1210235" y="1498267"/>
            <a:ext cx="6884893" cy="3645233"/>
          </a:xfrm>
          <a:prstGeom prst="rect">
            <a:avLst/>
          </a:prstGeom>
        </p:spPr>
        <p:txBody>
          <a:bodyPr anchor="ctr" anchorCtr="0">
            <a:normAutofit/>
          </a:bodyPr>
          <a:lstStyle>
            <a:lvl1pPr marL="0" indent="0">
              <a:lnSpc>
                <a:spcPct val="120000"/>
              </a:lnSpc>
              <a:spcBef>
                <a:spcPts val="0"/>
              </a:spcBef>
              <a:spcAft>
                <a:spcPts val="0"/>
              </a:spcAft>
              <a:buNone/>
              <a:defRPr sz="4000">
                <a:solidFill>
                  <a:schemeClr val="bg2"/>
                </a:solidFill>
              </a:defRPr>
            </a:lvl1pPr>
            <a:lvl2pPr marL="365760" indent="0">
              <a:lnSpc>
                <a:spcPct val="120000"/>
              </a:lnSpc>
              <a:spcBef>
                <a:spcPts val="0"/>
              </a:spcBef>
              <a:spcAft>
                <a:spcPts val="0"/>
              </a:spcAft>
              <a:buNone/>
              <a:defRPr sz="4000">
                <a:solidFill>
                  <a:schemeClr val="bg2"/>
                </a:solidFill>
              </a:defRPr>
            </a:lvl2pPr>
            <a:lvl3pPr marL="731520" indent="0">
              <a:lnSpc>
                <a:spcPct val="120000"/>
              </a:lnSpc>
              <a:spcBef>
                <a:spcPts val="0"/>
              </a:spcBef>
              <a:spcAft>
                <a:spcPts val="0"/>
              </a:spcAft>
              <a:buNone/>
              <a:defRPr sz="4000">
                <a:solidFill>
                  <a:schemeClr val="bg2"/>
                </a:solidFill>
              </a:defRPr>
            </a:lvl3pPr>
            <a:lvl4pPr marL="2057400" indent="0">
              <a:lnSpc>
                <a:spcPct val="135000"/>
              </a:lnSpc>
              <a:spcBef>
                <a:spcPts val="0"/>
              </a:spcBef>
              <a:spcAft>
                <a:spcPts val="4000"/>
              </a:spcAft>
              <a:buNone/>
              <a:defRPr sz="3000"/>
            </a:lvl4pPr>
            <a:lvl5pPr marL="2743200" indent="0">
              <a:lnSpc>
                <a:spcPct val="135000"/>
              </a:lnSpc>
              <a:spcBef>
                <a:spcPts val="0"/>
              </a:spcBef>
              <a:spcAft>
                <a:spcPts val="4000"/>
              </a:spcAft>
              <a:buNone/>
              <a:defRPr sz="3000"/>
            </a:lvl5pPr>
          </a:lstStyle>
          <a:p>
            <a:pPr lvl="0"/>
            <a:r>
              <a:rPr lang="en-US"/>
              <a:t>Click to edit master text styles</a:t>
            </a:r>
          </a:p>
          <a:p>
            <a:pPr lvl="1"/>
            <a:r>
              <a:rPr lang="en-US"/>
              <a:t>Second level text</a:t>
            </a:r>
          </a:p>
          <a:p>
            <a:pPr lvl="2"/>
            <a:r>
              <a:rPr lang="en-US"/>
              <a:t>Third level text</a:t>
            </a:r>
          </a:p>
        </p:txBody>
      </p:sp>
      <p:sp>
        <p:nvSpPr>
          <p:cNvPr id="7" name="Text Placeholder 4">
            <a:extLst>
              <a:ext uri="{FF2B5EF4-FFF2-40B4-BE49-F238E27FC236}">
                <a16:creationId xmlns:a16="http://schemas.microsoft.com/office/drawing/2014/main" id="{09DE9492-5806-97F4-E29E-4D607FB4A2EA}"/>
              </a:ext>
            </a:extLst>
          </p:cNvPr>
          <p:cNvSpPr>
            <a:spLocks noGrp="1"/>
          </p:cNvSpPr>
          <p:nvPr>
            <p:ph type="body" sz="quarter" idx="11" hasCustomPrompt="1"/>
          </p:nvPr>
        </p:nvSpPr>
        <p:spPr>
          <a:xfrm>
            <a:off x="10440642" y="905869"/>
            <a:ext cx="6050601" cy="592398"/>
          </a:xfrm>
          <a:prstGeom prst="rect">
            <a:avLst/>
          </a:prstGeom>
        </p:spPr>
        <p:txBody>
          <a:bodyPr anchor="ctr">
            <a:normAutofit/>
          </a:bodyPr>
          <a:lstStyle>
            <a:lvl1pPr marL="0" indent="0" algn="l">
              <a:buNone/>
              <a:defRPr sz="2000">
                <a:solidFill>
                  <a:schemeClr val="bg2"/>
                </a:solidFill>
                <a:latin typeface="+mj-lt"/>
              </a:defRPr>
            </a:lvl1pPr>
            <a:lvl2pPr marL="365760" indent="0">
              <a:buNone/>
              <a:defRPr/>
            </a:lvl2pPr>
            <a:lvl3pPr marL="731520" indent="0">
              <a:buNone/>
              <a:defRPr/>
            </a:lvl3pPr>
            <a:lvl4pPr marL="2057400" indent="0">
              <a:buNone/>
              <a:defRPr/>
            </a:lvl4pPr>
            <a:lvl5pPr marL="2743200" indent="0">
              <a:buNone/>
              <a:defRPr/>
            </a:lvl5pPr>
          </a:lstStyle>
          <a:p>
            <a:pPr lvl="0"/>
            <a:r>
              <a:rPr lang="en-US"/>
              <a:t>Click to add subtitle</a:t>
            </a:r>
          </a:p>
        </p:txBody>
      </p:sp>
      <p:sp>
        <p:nvSpPr>
          <p:cNvPr id="9" name="Text Placeholder 8">
            <a:extLst>
              <a:ext uri="{FF2B5EF4-FFF2-40B4-BE49-F238E27FC236}">
                <a16:creationId xmlns:a16="http://schemas.microsoft.com/office/drawing/2014/main" id="{55D8E28A-CFC4-0574-0CD8-5B390826A821}"/>
              </a:ext>
            </a:extLst>
          </p:cNvPr>
          <p:cNvSpPr>
            <a:spLocks noGrp="1"/>
          </p:cNvSpPr>
          <p:nvPr>
            <p:ph type="body" sz="quarter" idx="12" hasCustomPrompt="1"/>
          </p:nvPr>
        </p:nvSpPr>
        <p:spPr>
          <a:xfrm>
            <a:off x="10440346" y="1498267"/>
            <a:ext cx="6050901" cy="1764529"/>
          </a:xfrm>
          <a:prstGeom prst="rect">
            <a:avLst/>
          </a:prstGeom>
        </p:spPr>
        <p:txBody>
          <a:bodyPr>
            <a:normAutofit/>
          </a:bodyPr>
          <a:lstStyle>
            <a:lvl1pPr marL="0" indent="0">
              <a:lnSpc>
                <a:spcPct val="125000"/>
              </a:lnSpc>
              <a:spcBef>
                <a:spcPts val="0"/>
              </a:spcBef>
              <a:spcAft>
                <a:spcPts val="1600"/>
              </a:spcAft>
              <a:buNone/>
              <a:defRPr sz="2000">
                <a:solidFill>
                  <a:schemeClr val="tx2"/>
                </a:solidFill>
              </a:defRPr>
            </a:lvl1pPr>
            <a:lvl2pPr marL="365760" indent="0">
              <a:lnSpc>
                <a:spcPct val="125000"/>
              </a:lnSpc>
              <a:spcBef>
                <a:spcPts val="0"/>
              </a:spcBef>
              <a:spcAft>
                <a:spcPts val="1600"/>
              </a:spcAft>
              <a:buNone/>
              <a:defRPr sz="2000">
                <a:solidFill>
                  <a:schemeClr val="tx2"/>
                </a:solidFill>
              </a:defRPr>
            </a:lvl2pPr>
            <a:lvl3pPr marL="731520" indent="0">
              <a:lnSpc>
                <a:spcPct val="125000"/>
              </a:lnSpc>
              <a:spcBef>
                <a:spcPts val="0"/>
              </a:spcBef>
              <a:spcAft>
                <a:spcPts val="1600"/>
              </a:spcAft>
              <a:buNone/>
              <a:defRPr sz="2000">
                <a:solidFill>
                  <a:schemeClr val="tx2"/>
                </a:solidFill>
              </a:defRPr>
            </a:lvl3pPr>
            <a:lvl4pPr marL="2057400" indent="0">
              <a:lnSpc>
                <a:spcPct val="125000"/>
              </a:lnSpc>
              <a:spcBef>
                <a:spcPts val="0"/>
              </a:spcBef>
              <a:spcAft>
                <a:spcPts val="1600"/>
              </a:spcAft>
              <a:buNone/>
              <a:defRPr sz="2000"/>
            </a:lvl4pPr>
            <a:lvl5pPr marL="2743200" indent="0">
              <a:lnSpc>
                <a:spcPct val="125000"/>
              </a:lnSpc>
              <a:spcBef>
                <a:spcPts val="0"/>
              </a:spcBef>
              <a:spcAft>
                <a:spcPts val="1600"/>
              </a:spcAft>
              <a:buNone/>
              <a:defRPr sz="2000"/>
            </a:lvl5pPr>
          </a:lstStyle>
          <a:p>
            <a:pPr lvl="0"/>
            <a:r>
              <a:rPr lang="en-US"/>
              <a:t>Click to edit master text styles</a:t>
            </a:r>
          </a:p>
          <a:p>
            <a:pPr lvl="1"/>
            <a:r>
              <a:rPr lang="en-US"/>
              <a:t>Second level text</a:t>
            </a:r>
          </a:p>
          <a:p>
            <a:pPr lvl="2"/>
            <a:r>
              <a:rPr lang="en-US"/>
              <a:t>Third level text</a:t>
            </a:r>
          </a:p>
        </p:txBody>
      </p:sp>
      <p:sp>
        <p:nvSpPr>
          <p:cNvPr id="11" name="Text Placeholder 4">
            <a:extLst>
              <a:ext uri="{FF2B5EF4-FFF2-40B4-BE49-F238E27FC236}">
                <a16:creationId xmlns:a16="http://schemas.microsoft.com/office/drawing/2014/main" id="{59327ECB-A066-4FCF-9D3C-3A1D294628E5}"/>
              </a:ext>
            </a:extLst>
          </p:cNvPr>
          <p:cNvSpPr>
            <a:spLocks noGrp="1"/>
          </p:cNvSpPr>
          <p:nvPr>
            <p:ph type="body" sz="quarter" idx="13" hasCustomPrompt="1"/>
          </p:nvPr>
        </p:nvSpPr>
        <p:spPr>
          <a:xfrm>
            <a:off x="10440642" y="3872691"/>
            <a:ext cx="6050601" cy="592398"/>
          </a:xfrm>
          <a:prstGeom prst="rect">
            <a:avLst/>
          </a:prstGeom>
        </p:spPr>
        <p:txBody>
          <a:bodyPr anchor="ctr">
            <a:normAutofit/>
          </a:bodyPr>
          <a:lstStyle>
            <a:lvl1pPr marL="0" indent="0" algn="l">
              <a:buNone/>
              <a:defRPr sz="2000">
                <a:solidFill>
                  <a:schemeClr val="bg2"/>
                </a:solidFill>
                <a:latin typeface="+mj-lt"/>
              </a:defRPr>
            </a:lvl1pPr>
            <a:lvl2pPr marL="365760" indent="0">
              <a:buNone/>
              <a:defRPr/>
            </a:lvl2pPr>
            <a:lvl3pPr marL="731520" indent="0">
              <a:buNone/>
              <a:defRPr/>
            </a:lvl3pPr>
            <a:lvl4pPr marL="2057400" indent="0">
              <a:buNone/>
              <a:defRPr/>
            </a:lvl4pPr>
            <a:lvl5pPr marL="2743200" indent="0">
              <a:buNone/>
              <a:defRPr/>
            </a:lvl5pPr>
          </a:lstStyle>
          <a:p>
            <a:pPr lvl="0"/>
            <a:r>
              <a:rPr lang="en-US"/>
              <a:t>Click to add subtitle</a:t>
            </a:r>
          </a:p>
        </p:txBody>
      </p:sp>
      <p:sp>
        <p:nvSpPr>
          <p:cNvPr id="12" name="Text Placeholder 8">
            <a:extLst>
              <a:ext uri="{FF2B5EF4-FFF2-40B4-BE49-F238E27FC236}">
                <a16:creationId xmlns:a16="http://schemas.microsoft.com/office/drawing/2014/main" id="{ECF5AC1F-DC30-EACA-AFFB-88FD01EBD0EA}"/>
              </a:ext>
            </a:extLst>
          </p:cNvPr>
          <p:cNvSpPr>
            <a:spLocks noGrp="1"/>
          </p:cNvSpPr>
          <p:nvPr>
            <p:ph type="body" sz="quarter" idx="14" hasCustomPrompt="1"/>
          </p:nvPr>
        </p:nvSpPr>
        <p:spPr>
          <a:xfrm>
            <a:off x="10440346" y="4465089"/>
            <a:ext cx="6050901" cy="1764529"/>
          </a:xfrm>
          <a:prstGeom prst="rect">
            <a:avLst/>
          </a:prstGeom>
        </p:spPr>
        <p:txBody>
          <a:bodyPr>
            <a:normAutofit/>
          </a:bodyPr>
          <a:lstStyle>
            <a:lvl1pPr marL="0" indent="0">
              <a:lnSpc>
                <a:spcPct val="125000"/>
              </a:lnSpc>
              <a:spcBef>
                <a:spcPts val="0"/>
              </a:spcBef>
              <a:spcAft>
                <a:spcPts val="1600"/>
              </a:spcAft>
              <a:buNone/>
              <a:defRPr sz="2000">
                <a:solidFill>
                  <a:schemeClr val="tx2"/>
                </a:solidFill>
              </a:defRPr>
            </a:lvl1pPr>
            <a:lvl2pPr marL="365760" indent="0">
              <a:lnSpc>
                <a:spcPct val="125000"/>
              </a:lnSpc>
              <a:spcBef>
                <a:spcPts val="0"/>
              </a:spcBef>
              <a:spcAft>
                <a:spcPts val="1600"/>
              </a:spcAft>
              <a:buNone/>
              <a:defRPr sz="2000">
                <a:solidFill>
                  <a:schemeClr val="tx2"/>
                </a:solidFill>
              </a:defRPr>
            </a:lvl2pPr>
            <a:lvl3pPr marL="731520" indent="0">
              <a:lnSpc>
                <a:spcPct val="125000"/>
              </a:lnSpc>
              <a:spcBef>
                <a:spcPts val="0"/>
              </a:spcBef>
              <a:spcAft>
                <a:spcPts val="1600"/>
              </a:spcAft>
              <a:buNone/>
              <a:defRPr sz="2000">
                <a:solidFill>
                  <a:schemeClr val="tx2"/>
                </a:solidFill>
              </a:defRPr>
            </a:lvl3pPr>
            <a:lvl4pPr marL="2057400" indent="0">
              <a:lnSpc>
                <a:spcPct val="125000"/>
              </a:lnSpc>
              <a:spcBef>
                <a:spcPts val="0"/>
              </a:spcBef>
              <a:spcAft>
                <a:spcPts val="1600"/>
              </a:spcAft>
              <a:buNone/>
              <a:defRPr sz="2000"/>
            </a:lvl4pPr>
            <a:lvl5pPr marL="2743200" indent="0">
              <a:lnSpc>
                <a:spcPct val="125000"/>
              </a:lnSpc>
              <a:spcBef>
                <a:spcPts val="0"/>
              </a:spcBef>
              <a:spcAft>
                <a:spcPts val="1600"/>
              </a:spcAft>
              <a:buNone/>
              <a:defRPr sz="2000"/>
            </a:lvl5pPr>
          </a:lstStyle>
          <a:p>
            <a:pPr lvl="0"/>
            <a:r>
              <a:rPr lang="en-US"/>
              <a:t>Click to edit master text styles</a:t>
            </a:r>
          </a:p>
          <a:p>
            <a:pPr lvl="1"/>
            <a:r>
              <a:rPr lang="en-US"/>
              <a:t>Second level text</a:t>
            </a:r>
          </a:p>
          <a:p>
            <a:pPr lvl="2"/>
            <a:r>
              <a:rPr lang="en-US"/>
              <a:t>Third level text</a:t>
            </a:r>
          </a:p>
        </p:txBody>
      </p:sp>
      <p:sp>
        <p:nvSpPr>
          <p:cNvPr id="60" name="Oval 59">
            <a:extLst>
              <a:ext uri="{FF2B5EF4-FFF2-40B4-BE49-F238E27FC236}">
                <a16:creationId xmlns:a16="http://schemas.microsoft.com/office/drawing/2014/main" id="{BC63B81E-4B05-4680-9372-516AD02D11ED}"/>
              </a:ext>
            </a:extLst>
          </p:cNvPr>
          <p:cNvSpPr/>
          <p:nvPr userDrawn="1"/>
        </p:nvSpPr>
        <p:spPr>
          <a:xfrm>
            <a:off x="9013375" y="996617"/>
            <a:ext cx="1003300" cy="1003300"/>
          </a:xfrm>
          <a:prstGeom prst="ellipse">
            <a:avLst/>
          </a:prstGeom>
          <a:solidFill>
            <a:schemeClr val="accent3">
              <a:alpha val="3463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Oval 60">
            <a:extLst>
              <a:ext uri="{FF2B5EF4-FFF2-40B4-BE49-F238E27FC236}">
                <a16:creationId xmlns:a16="http://schemas.microsoft.com/office/drawing/2014/main" id="{43CB17A5-5138-D165-5955-985003ABFBD3}"/>
              </a:ext>
            </a:extLst>
          </p:cNvPr>
          <p:cNvSpPr/>
          <p:nvPr userDrawn="1"/>
        </p:nvSpPr>
        <p:spPr>
          <a:xfrm>
            <a:off x="9013375" y="3963439"/>
            <a:ext cx="1003300" cy="1003300"/>
          </a:xfrm>
          <a:prstGeom prst="ellipse">
            <a:avLst/>
          </a:prstGeom>
          <a:solidFill>
            <a:schemeClr val="accent3">
              <a:alpha val="3463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4">
            <a:extLst>
              <a:ext uri="{FF2B5EF4-FFF2-40B4-BE49-F238E27FC236}">
                <a16:creationId xmlns:a16="http://schemas.microsoft.com/office/drawing/2014/main" id="{F668BCE9-3073-2CA1-90B7-EE2E1AA0DED9}"/>
              </a:ext>
            </a:extLst>
          </p:cNvPr>
          <p:cNvSpPr>
            <a:spLocks noGrp="1"/>
          </p:cNvSpPr>
          <p:nvPr>
            <p:ph type="body" sz="quarter" idx="15" hasCustomPrompt="1"/>
          </p:nvPr>
        </p:nvSpPr>
        <p:spPr>
          <a:xfrm>
            <a:off x="10440638" y="6839513"/>
            <a:ext cx="6050601" cy="592398"/>
          </a:xfrm>
          <a:prstGeom prst="rect">
            <a:avLst/>
          </a:prstGeom>
        </p:spPr>
        <p:txBody>
          <a:bodyPr anchor="ctr">
            <a:normAutofit/>
          </a:bodyPr>
          <a:lstStyle>
            <a:lvl1pPr marL="0" indent="0" algn="l">
              <a:buNone/>
              <a:defRPr sz="2000">
                <a:solidFill>
                  <a:schemeClr val="bg2"/>
                </a:solidFill>
                <a:latin typeface="+mj-lt"/>
              </a:defRPr>
            </a:lvl1pPr>
            <a:lvl2pPr marL="365760" indent="0">
              <a:buNone/>
              <a:defRPr/>
            </a:lvl2pPr>
            <a:lvl3pPr marL="731520" indent="0">
              <a:buNone/>
              <a:defRPr/>
            </a:lvl3pPr>
            <a:lvl4pPr marL="2057400" indent="0">
              <a:buNone/>
              <a:defRPr/>
            </a:lvl4pPr>
            <a:lvl5pPr marL="2743200" indent="0">
              <a:buNone/>
              <a:defRPr/>
            </a:lvl5pPr>
          </a:lstStyle>
          <a:p>
            <a:pPr lvl="0"/>
            <a:r>
              <a:rPr lang="en-US"/>
              <a:t>Click to add subtitle</a:t>
            </a:r>
          </a:p>
        </p:txBody>
      </p:sp>
      <p:sp>
        <p:nvSpPr>
          <p:cNvPr id="4" name="Text Placeholder 8">
            <a:extLst>
              <a:ext uri="{FF2B5EF4-FFF2-40B4-BE49-F238E27FC236}">
                <a16:creationId xmlns:a16="http://schemas.microsoft.com/office/drawing/2014/main" id="{5E54255A-62EA-4C07-2884-508895FECA85}"/>
              </a:ext>
            </a:extLst>
          </p:cNvPr>
          <p:cNvSpPr>
            <a:spLocks noGrp="1"/>
          </p:cNvSpPr>
          <p:nvPr>
            <p:ph type="body" sz="quarter" idx="16" hasCustomPrompt="1"/>
          </p:nvPr>
        </p:nvSpPr>
        <p:spPr>
          <a:xfrm>
            <a:off x="10440342" y="7431911"/>
            <a:ext cx="6050901" cy="1764529"/>
          </a:xfrm>
          <a:prstGeom prst="rect">
            <a:avLst/>
          </a:prstGeom>
        </p:spPr>
        <p:txBody>
          <a:bodyPr>
            <a:normAutofit/>
          </a:bodyPr>
          <a:lstStyle>
            <a:lvl1pPr marL="0" indent="0">
              <a:lnSpc>
                <a:spcPct val="125000"/>
              </a:lnSpc>
              <a:spcBef>
                <a:spcPts val="0"/>
              </a:spcBef>
              <a:spcAft>
                <a:spcPts val="1600"/>
              </a:spcAft>
              <a:buNone/>
              <a:defRPr sz="2000">
                <a:solidFill>
                  <a:schemeClr val="tx2"/>
                </a:solidFill>
              </a:defRPr>
            </a:lvl1pPr>
            <a:lvl2pPr marL="365760" indent="0">
              <a:lnSpc>
                <a:spcPct val="125000"/>
              </a:lnSpc>
              <a:spcBef>
                <a:spcPts val="0"/>
              </a:spcBef>
              <a:spcAft>
                <a:spcPts val="1600"/>
              </a:spcAft>
              <a:buNone/>
              <a:defRPr sz="2000">
                <a:solidFill>
                  <a:schemeClr val="tx2"/>
                </a:solidFill>
              </a:defRPr>
            </a:lvl2pPr>
            <a:lvl3pPr marL="731520" indent="0">
              <a:lnSpc>
                <a:spcPct val="125000"/>
              </a:lnSpc>
              <a:spcBef>
                <a:spcPts val="0"/>
              </a:spcBef>
              <a:spcAft>
                <a:spcPts val="1600"/>
              </a:spcAft>
              <a:buNone/>
              <a:defRPr sz="2000">
                <a:solidFill>
                  <a:schemeClr val="tx2"/>
                </a:solidFill>
              </a:defRPr>
            </a:lvl3pPr>
            <a:lvl4pPr marL="2057400" indent="0">
              <a:lnSpc>
                <a:spcPct val="125000"/>
              </a:lnSpc>
              <a:spcBef>
                <a:spcPts val="0"/>
              </a:spcBef>
              <a:spcAft>
                <a:spcPts val="1600"/>
              </a:spcAft>
              <a:buNone/>
              <a:defRPr sz="2000"/>
            </a:lvl4pPr>
            <a:lvl5pPr marL="2743200" indent="0">
              <a:lnSpc>
                <a:spcPct val="125000"/>
              </a:lnSpc>
              <a:spcBef>
                <a:spcPts val="0"/>
              </a:spcBef>
              <a:spcAft>
                <a:spcPts val="1600"/>
              </a:spcAft>
              <a:buNone/>
              <a:defRPr sz="2000"/>
            </a:lvl5pPr>
          </a:lstStyle>
          <a:p>
            <a:pPr lvl="0"/>
            <a:r>
              <a:rPr lang="en-US"/>
              <a:t>Click to edit master text styles</a:t>
            </a:r>
          </a:p>
          <a:p>
            <a:pPr lvl="1"/>
            <a:r>
              <a:rPr lang="en-US"/>
              <a:t>Second level text</a:t>
            </a:r>
          </a:p>
          <a:p>
            <a:pPr lvl="2"/>
            <a:r>
              <a:rPr lang="en-US"/>
              <a:t>Third level text</a:t>
            </a:r>
          </a:p>
        </p:txBody>
      </p:sp>
      <p:sp>
        <p:nvSpPr>
          <p:cNvPr id="5" name="Oval 4">
            <a:extLst>
              <a:ext uri="{FF2B5EF4-FFF2-40B4-BE49-F238E27FC236}">
                <a16:creationId xmlns:a16="http://schemas.microsoft.com/office/drawing/2014/main" id="{ABC7AAD1-4AB1-78AA-70F6-32F8A9D02CBE}"/>
              </a:ext>
            </a:extLst>
          </p:cNvPr>
          <p:cNvSpPr/>
          <p:nvPr userDrawn="1"/>
        </p:nvSpPr>
        <p:spPr>
          <a:xfrm>
            <a:off x="9013371" y="6930261"/>
            <a:ext cx="1003300" cy="1003300"/>
          </a:xfrm>
          <a:prstGeom prst="ellipse">
            <a:avLst/>
          </a:prstGeom>
          <a:solidFill>
            <a:schemeClr val="accent3">
              <a:alpha val="3463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7">
            <a:extLst>
              <a:ext uri="{FF2B5EF4-FFF2-40B4-BE49-F238E27FC236}">
                <a16:creationId xmlns:a16="http://schemas.microsoft.com/office/drawing/2014/main" id="{C660348E-09B6-F2B6-F906-32379FFB1B6D}"/>
              </a:ext>
            </a:extLst>
          </p:cNvPr>
          <p:cNvSpPr>
            <a:spLocks noGrp="1"/>
          </p:cNvSpPr>
          <p:nvPr>
            <p:ph type="body" sz="quarter" idx="17"/>
          </p:nvPr>
        </p:nvSpPr>
        <p:spPr>
          <a:xfrm>
            <a:off x="1209675" y="5856288"/>
            <a:ext cx="6884988" cy="2393950"/>
          </a:xfrm>
        </p:spPr>
        <p:txBody>
          <a:bodyPr>
            <a:noAutofit/>
          </a:bodyPr>
          <a:lstStyle>
            <a:lvl1pPr marL="0" indent="0">
              <a:lnSpc>
                <a:spcPct val="128000"/>
              </a:lnSpc>
              <a:spcBef>
                <a:spcPts val="0"/>
              </a:spcBef>
              <a:spcAft>
                <a:spcPts val="0"/>
              </a:spcAft>
              <a:buNone/>
              <a:defRPr sz="2800">
                <a:solidFill>
                  <a:schemeClr val="tx2"/>
                </a:solidFill>
              </a:defRPr>
            </a:lvl1pPr>
            <a:lvl2pPr marL="365760" indent="0">
              <a:lnSpc>
                <a:spcPct val="128000"/>
              </a:lnSpc>
              <a:spcBef>
                <a:spcPts val="0"/>
              </a:spcBef>
              <a:spcAft>
                <a:spcPts val="0"/>
              </a:spcAft>
              <a:buNone/>
              <a:defRPr sz="2800">
                <a:solidFill>
                  <a:schemeClr val="tx2"/>
                </a:solidFill>
              </a:defRPr>
            </a:lvl2pPr>
            <a:lvl3pPr marL="731520" indent="0">
              <a:lnSpc>
                <a:spcPct val="128000"/>
              </a:lnSpc>
              <a:spcBef>
                <a:spcPts val="0"/>
              </a:spcBef>
              <a:spcAft>
                <a:spcPts val="0"/>
              </a:spcAft>
              <a:buNone/>
              <a:defRPr sz="2800">
                <a:solidFill>
                  <a:schemeClr val="tx2"/>
                </a:solidFill>
              </a:defRPr>
            </a:lvl3pPr>
            <a:lvl4pPr marL="2057400" indent="0">
              <a:lnSpc>
                <a:spcPct val="128000"/>
              </a:lnSpc>
              <a:spcBef>
                <a:spcPts val="0"/>
              </a:spcBef>
              <a:spcAft>
                <a:spcPts val="0"/>
              </a:spcAft>
              <a:buNone/>
              <a:defRPr sz="2800">
                <a:solidFill>
                  <a:schemeClr val="tx2"/>
                </a:solidFill>
              </a:defRPr>
            </a:lvl4pPr>
            <a:lvl5pPr marL="2743200" indent="0">
              <a:lnSpc>
                <a:spcPct val="128000"/>
              </a:lnSpc>
              <a:spcBef>
                <a:spcPts val="0"/>
              </a:spcBef>
              <a:spcAft>
                <a:spcPts val="0"/>
              </a:spcAft>
              <a:buNone/>
              <a:defRPr sz="280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ustDataLst>
      <p:tags r:id="rId1"/>
    </p:custDataLst>
    <p:extLst>
      <p:ext uri="{BB962C8B-B14F-4D97-AF65-F5344CB8AC3E}">
        <p14:creationId xmlns:p14="http://schemas.microsoft.com/office/powerpoint/2010/main" val="35476136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SAS - Main and sub points with two bullets (no title)">
    <p:bg>
      <p:bgPr>
        <a:solidFill>
          <a:schemeClr val="bg1"/>
        </a:solidFill>
        <a:effectLst/>
      </p:bgPr>
    </p:bg>
    <p:spTree>
      <p:nvGrpSpPr>
        <p:cNvPr id="1" name=""/>
        <p:cNvGrpSpPr/>
        <p:nvPr/>
      </p:nvGrpSpPr>
      <p:grpSpPr>
        <a:xfrm>
          <a:off x="0" y="0"/>
          <a:ext cx="0" cy="0"/>
          <a:chOff x="0" y="0"/>
          <a:chExt cx="0" cy="0"/>
        </a:xfrm>
      </p:grpSpPr>
      <p:sp>
        <p:nvSpPr>
          <p:cNvPr id="7" name="Text Placeholder 4">
            <a:extLst>
              <a:ext uri="{FF2B5EF4-FFF2-40B4-BE49-F238E27FC236}">
                <a16:creationId xmlns:a16="http://schemas.microsoft.com/office/drawing/2014/main" id="{09DE9492-5806-97F4-E29E-4D607FB4A2EA}"/>
              </a:ext>
            </a:extLst>
          </p:cNvPr>
          <p:cNvSpPr>
            <a:spLocks noGrp="1"/>
          </p:cNvSpPr>
          <p:nvPr>
            <p:ph type="body" sz="quarter" idx="11" hasCustomPrompt="1"/>
          </p:nvPr>
        </p:nvSpPr>
        <p:spPr>
          <a:xfrm>
            <a:off x="10763371" y="2600199"/>
            <a:ext cx="6050601" cy="592398"/>
          </a:xfrm>
          <a:prstGeom prst="rect">
            <a:avLst/>
          </a:prstGeom>
        </p:spPr>
        <p:txBody>
          <a:bodyPr anchor="ctr">
            <a:normAutofit/>
          </a:bodyPr>
          <a:lstStyle>
            <a:lvl1pPr marL="0" indent="0" algn="l">
              <a:buNone/>
              <a:defRPr sz="2000">
                <a:solidFill>
                  <a:schemeClr val="bg2"/>
                </a:solidFill>
                <a:latin typeface="+mj-lt"/>
              </a:defRPr>
            </a:lvl1pPr>
            <a:lvl2pPr marL="365760" indent="0">
              <a:buNone/>
              <a:defRPr/>
            </a:lvl2pPr>
            <a:lvl3pPr marL="731520" indent="0">
              <a:buNone/>
              <a:defRPr/>
            </a:lvl3pPr>
            <a:lvl4pPr marL="2057400" indent="0">
              <a:buNone/>
              <a:defRPr/>
            </a:lvl4pPr>
            <a:lvl5pPr marL="2743200" indent="0">
              <a:buNone/>
              <a:defRPr/>
            </a:lvl5pPr>
          </a:lstStyle>
          <a:p>
            <a:pPr lvl="0"/>
            <a:r>
              <a:rPr lang="en-US"/>
              <a:t>Click to add subtitle</a:t>
            </a:r>
          </a:p>
        </p:txBody>
      </p:sp>
      <p:sp>
        <p:nvSpPr>
          <p:cNvPr id="9" name="Text Placeholder 8">
            <a:extLst>
              <a:ext uri="{FF2B5EF4-FFF2-40B4-BE49-F238E27FC236}">
                <a16:creationId xmlns:a16="http://schemas.microsoft.com/office/drawing/2014/main" id="{55D8E28A-CFC4-0574-0CD8-5B390826A821}"/>
              </a:ext>
            </a:extLst>
          </p:cNvPr>
          <p:cNvSpPr>
            <a:spLocks noGrp="1"/>
          </p:cNvSpPr>
          <p:nvPr>
            <p:ph type="body" sz="quarter" idx="12" hasCustomPrompt="1"/>
          </p:nvPr>
        </p:nvSpPr>
        <p:spPr>
          <a:xfrm>
            <a:off x="10763075" y="3192597"/>
            <a:ext cx="6050901" cy="1764529"/>
          </a:xfrm>
          <a:prstGeom prst="rect">
            <a:avLst/>
          </a:prstGeom>
        </p:spPr>
        <p:txBody>
          <a:bodyPr>
            <a:normAutofit/>
          </a:bodyPr>
          <a:lstStyle>
            <a:lvl1pPr marL="0" indent="0">
              <a:lnSpc>
                <a:spcPct val="125000"/>
              </a:lnSpc>
              <a:spcBef>
                <a:spcPts val="0"/>
              </a:spcBef>
              <a:spcAft>
                <a:spcPts val="1600"/>
              </a:spcAft>
              <a:buNone/>
              <a:defRPr sz="2000">
                <a:solidFill>
                  <a:schemeClr val="tx2"/>
                </a:solidFill>
              </a:defRPr>
            </a:lvl1pPr>
            <a:lvl2pPr marL="365760" indent="0">
              <a:lnSpc>
                <a:spcPct val="125000"/>
              </a:lnSpc>
              <a:spcBef>
                <a:spcPts val="0"/>
              </a:spcBef>
              <a:spcAft>
                <a:spcPts val="1600"/>
              </a:spcAft>
              <a:buNone/>
              <a:defRPr sz="2000">
                <a:solidFill>
                  <a:schemeClr val="tx2"/>
                </a:solidFill>
              </a:defRPr>
            </a:lvl2pPr>
            <a:lvl3pPr marL="731520" indent="0">
              <a:lnSpc>
                <a:spcPct val="125000"/>
              </a:lnSpc>
              <a:spcBef>
                <a:spcPts val="0"/>
              </a:spcBef>
              <a:spcAft>
                <a:spcPts val="1600"/>
              </a:spcAft>
              <a:buNone/>
              <a:defRPr sz="2000">
                <a:solidFill>
                  <a:schemeClr val="tx2"/>
                </a:solidFill>
              </a:defRPr>
            </a:lvl3pPr>
            <a:lvl4pPr marL="2057400" indent="0">
              <a:lnSpc>
                <a:spcPct val="125000"/>
              </a:lnSpc>
              <a:spcBef>
                <a:spcPts val="0"/>
              </a:spcBef>
              <a:spcAft>
                <a:spcPts val="1600"/>
              </a:spcAft>
              <a:buNone/>
              <a:defRPr sz="2000"/>
            </a:lvl4pPr>
            <a:lvl5pPr marL="2743200" indent="0">
              <a:lnSpc>
                <a:spcPct val="125000"/>
              </a:lnSpc>
              <a:spcBef>
                <a:spcPts val="0"/>
              </a:spcBef>
              <a:spcAft>
                <a:spcPts val="1600"/>
              </a:spcAft>
              <a:buNone/>
              <a:defRPr sz="2000"/>
            </a:lvl5pPr>
          </a:lstStyle>
          <a:p>
            <a:pPr lvl="0"/>
            <a:r>
              <a:rPr lang="en-US"/>
              <a:t>Click to edit master text styles</a:t>
            </a:r>
          </a:p>
          <a:p>
            <a:pPr lvl="1"/>
            <a:r>
              <a:rPr lang="en-US"/>
              <a:t>Second level text</a:t>
            </a:r>
          </a:p>
          <a:p>
            <a:pPr lvl="2"/>
            <a:r>
              <a:rPr lang="en-US"/>
              <a:t>Third level text</a:t>
            </a:r>
          </a:p>
        </p:txBody>
      </p:sp>
      <p:sp>
        <p:nvSpPr>
          <p:cNvPr id="11" name="Text Placeholder 4">
            <a:extLst>
              <a:ext uri="{FF2B5EF4-FFF2-40B4-BE49-F238E27FC236}">
                <a16:creationId xmlns:a16="http://schemas.microsoft.com/office/drawing/2014/main" id="{59327ECB-A066-4FCF-9D3C-3A1D294628E5}"/>
              </a:ext>
            </a:extLst>
          </p:cNvPr>
          <p:cNvSpPr>
            <a:spLocks noGrp="1"/>
          </p:cNvSpPr>
          <p:nvPr>
            <p:ph type="body" sz="quarter" idx="13" hasCustomPrompt="1"/>
          </p:nvPr>
        </p:nvSpPr>
        <p:spPr>
          <a:xfrm>
            <a:off x="10763371" y="5567021"/>
            <a:ext cx="6050601" cy="592398"/>
          </a:xfrm>
          <a:prstGeom prst="rect">
            <a:avLst/>
          </a:prstGeom>
        </p:spPr>
        <p:txBody>
          <a:bodyPr anchor="ctr">
            <a:normAutofit/>
          </a:bodyPr>
          <a:lstStyle>
            <a:lvl1pPr marL="0" indent="0" algn="l">
              <a:buNone/>
              <a:defRPr sz="2000">
                <a:solidFill>
                  <a:schemeClr val="bg2"/>
                </a:solidFill>
                <a:latin typeface="+mj-lt"/>
              </a:defRPr>
            </a:lvl1pPr>
            <a:lvl2pPr marL="365760" indent="0">
              <a:buNone/>
              <a:defRPr/>
            </a:lvl2pPr>
            <a:lvl3pPr marL="731520" indent="0">
              <a:buNone/>
              <a:defRPr/>
            </a:lvl3pPr>
            <a:lvl4pPr marL="2057400" indent="0">
              <a:buNone/>
              <a:defRPr/>
            </a:lvl4pPr>
            <a:lvl5pPr marL="2743200" indent="0">
              <a:buNone/>
              <a:defRPr/>
            </a:lvl5pPr>
          </a:lstStyle>
          <a:p>
            <a:pPr lvl="0"/>
            <a:r>
              <a:rPr lang="en-US"/>
              <a:t>Click to add subtitle</a:t>
            </a:r>
          </a:p>
        </p:txBody>
      </p:sp>
      <p:sp>
        <p:nvSpPr>
          <p:cNvPr id="12" name="Text Placeholder 8">
            <a:extLst>
              <a:ext uri="{FF2B5EF4-FFF2-40B4-BE49-F238E27FC236}">
                <a16:creationId xmlns:a16="http://schemas.microsoft.com/office/drawing/2014/main" id="{ECF5AC1F-DC30-EACA-AFFB-88FD01EBD0EA}"/>
              </a:ext>
            </a:extLst>
          </p:cNvPr>
          <p:cNvSpPr>
            <a:spLocks noGrp="1"/>
          </p:cNvSpPr>
          <p:nvPr>
            <p:ph type="body" sz="quarter" idx="14" hasCustomPrompt="1"/>
          </p:nvPr>
        </p:nvSpPr>
        <p:spPr>
          <a:xfrm>
            <a:off x="10763075" y="6159419"/>
            <a:ext cx="6050901" cy="1764529"/>
          </a:xfrm>
          <a:prstGeom prst="rect">
            <a:avLst/>
          </a:prstGeom>
        </p:spPr>
        <p:txBody>
          <a:bodyPr>
            <a:normAutofit/>
          </a:bodyPr>
          <a:lstStyle>
            <a:lvl1pPr marL="0" indent="0">
              <a:lnSpc>
                <a:spcPct val="125000"/>
              </a:lnSpc>
              <a:spcBef>
                <a:spcPts val="0"/>
              </a:spcBef>
              <a:spcAft>
                <a:spcPts val="1600"/>
              </a:spcAft>
              <a:buNone/>
              <a:defRPr sz="2000">
                <a:solidFill>
                  <a:schemeClr val="tx2"/>
                </a:solidFill>
              </a:defRPr>
            </a:lvl1pPr>
            <a:lvl2pPr marL="365760" indent="0">
              <a:lnSpc>
                <a:spcPct val="125000"/>
              </a:lnSpc>
              <a:spcBef>
                <a:spcPts val="0"/>
              </a:spcBef>
              <a:spcAft>
                <a:spcPts val="1600"/>
              </a:spcAft>
              <a:buNone/>
              <a:defRPr sz="2000">
                <a:solidFill>
                  <a:schemeClr val="tx2"/>
                </a:solidFill>
              </a:defRPr>
            </a:lvl2pPr>
            <a:lvl3pPr marL="731520" indent="0">
              <a:lnSpc>
                <a:spcPct val="125000"/>
              </a:lnSpc>
              <a:spcBef>
                <a:spcPts val="0"/>
              </a:spcBef>
              <a:spcAft>
                <a:spcPts val="1600"/>
              </a:spcAft>
              <a:buNone/>
              <a:defRPr sz="2000">
                <a:solidFill>
                  <a:schemeClr val="tx2"/>
                </a:solidFill>
              </a:defRPr>
            </a:lvl3pPr>
            <a:lvl4pPr marL="2057400" indent="0">
              <a:lnSpc>
                <a:spcPct val="125000"/>
              </a:lnSpc>
              <a:spcBef>
                <a:spcPts val="0"/>
              </a:spcBef>
              <a:spcAft>
                <a:spcPts val="1600"/>
              </a:spcAft>
              <a:buNone/>
              <a:defRPr sz="2000"/>
            </a:lvl4pPr>
            <a:lvl5pPr marL="2743200" indent="0">
              <a:lnSpc>
                <a:spcPct val="125000"/>
              </a:lnSpc>
              <a:spcBef>
                <a:spcPts val="0"/>
              </a:spcBef>
              <a:spcAft>
                <a:spcPts val="1600"/>
              </a:spcAft>
              <a:buNone/>
              <a:defRPr sz="2000"/>
            </a:lvl5pPr>
          </a:lstStyle>
          <a:p>
            <a:pPr lvl="0"/>
            <a:r>
              <a:rPr lang="en-US"/>
              <a:t>Click to edit master text styles</a:t>
            </a:r>
          </a:p>
          <a:p>
            <a:pPr lvl="1"/>
            <a:r>
              <a:rPr lang="en-US"/>
              <a:t>Second level text</a:t>
            </a:r>
          </a:p>
          <a:p>
            <a:pPr lvl="2"/>
            <a:r>
              <a:rPr lang="en-US"/>
              <a:t>Third level text</a:t>
            </a:r>
          </a:p>
        </p:txBody>
      </p:sp>
      <p:sp>
        <p:nvSpPr>
          <p:cNvPr id="60" name="Oval 59">
            <a:extLst>
              <a:ext uri="{FF2B5EF4-FFF2-40B4-BE49-F238E27FC236}">
                <a16:creationId xmlns:a16="http://schemas.microsoft.com/office/drawing/2014/main" id="{BC63B81E-4B05-4680-9372-516AD02D11ED}"/>
              </a:ext>
            </a:extLst>
          </p:cNvPr>
          <p:cNvSpPr/>
          <p:nvPr userDrawn="1"/>
        </p:nvSpPr>
        <p:spPr>
          <a:xfrm>
            <a:off x="9336104" y="2690947"/>
            <a:ext cx="1003300" cy="10033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Oval 60">
            <a:extLst>
              <a:ext uri="{FF2B5EF4-FFF2-40B4-BE49-F238E27FC236}">
                <a16:creationId xmlns:a16="http://schemas.microsoft.com/office/drawing/2014/main" id="{43CB17A5-5138-D165-5955-985003ABFBD3}"/>
              </a:ext>
            </a:extLst>
          </p:cNvPr>
          <p:cNvSpPr/>
          <p:nvPr userDrawn="1"/>
        </p:nvSpPr>
        <p:spPr>
          <a:xfrm>
            <a:off x="9336104" y="5657769"/>
            <a:ext cx="1003300" cy="10033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Content Placeholder 5">
            <a:extLst>
              <a:ext uri="{FF2B5EF4-FFF2-40B4-BE49-F238E27FC236}">
                <a16:creationId xmlns:a16="http://schemas.microsoft.com/office/drawing/2014/main" id="{B0C58665-D727-B6E8-27D9-909D5824436E}"/>
              </a:ext>
            </a:extLst>
          </p:cNvPr>
          <p:cNvSpPr>
            <a:spLocks noGrp="1"/>
          </p:cNvSpPr>
          <p:nvPr>
            <p:ph sz="quarter" idx="10" hasCustomPrompt="1"/>
          </p:nvPr>
        </p:nvSpPr>
        <p:spPr>
          <a:xfrm>
            <a:off x="1210235" y="1498267"/>
            <a:ext cx="6884893" cy="3645233"/>
          </a:xfrm>
          <a:prstGeom prst="rect">
            <a:avLst/>
          </a:prstGeom>
        </p:spPr>
        <p:txBody>
          <a:bodyPr anchor="ctr" anchorCtr="0">
            <a:normAutofit/>
          </a:bodyPr>
          <a:lstStyle>
            <a:lvl1pPr marL="0" indent="0">
              <a:lnSpc>
                <a:spcPct val="120000"/>
              </a:lnSpc>
              <a:spcBef>
                <a:spcPts val="0"/>
              </a:spcBef>
              <a:spcAft>
                <a:spcPts val="0"/>
              </a:spcAft>
              <a:buNone/>
              <a:defRPr sz="4000">
                <a:solidFill>
                  <a:schemeClr val="bg2"/>
                </a:solidFill>
              </a:defRPr>
            </a:lvl1pPr>
            <a:lvl2pPr marL="365760" indent="0">
              <a:lnSpc>
                <a:spcPct val="120000"/>
              </a:lnSpc>
              <a:spcBef>
                <a:spcPts val="0"/>
              </a:spcBef>
              <a:spcAft>
                <a:spcPts val="0"/>
              </a:spcAft>
              <a:buNone/>
              <a:defRPr sz="4000">
                <a:solidFill>
                  <a:schemeClr val="bg2"/>
                </a:solidFill>
              </a:defRPr>
            </a:lvl2pPr>
            <a:lvl3pPr marL="731520" indent="0">
              <a:lnSpc>
                <a:spcPct val="120000"/>
              </a:lnSpc>
              <a:spcBef>
                <a:spcPts val="0"/>
              </a:spcBef>
              <a:spcAft>
                <a:spcPts val="0"/>
              </a:spcAft>
              <a:buNone/>
              <a:defRPr sz="4000">
                <a:solidFill>
                  <a:schemeClr val="bg2"/>
                </a:solidFill>
              </a:defRPr>
            </a:lvl3pPr>
            <a:lvl4pPr marL="2057400" indent="0">
              <a:lnSpc>
                <a:spcPct val="135000"/>
              </a:lnSpc>
              <a:spcBef>
                <a:spcPts val="0"/>
              </a:spcBef>
              <a:spcAft>
                <a:spcPts val="4000"/>
              </a:spcAft>
              <a:buNone/>
              <a:defRPr sz="3000"/>
            </a:lvl4pPr>
            <a:lvl5pPr marL="2743200" indent="0">
              <a:lnSpc>
                <a:spcPct val="135000"/>
              </a:lnSpc>
              <a:spcBef>
                <a:spcPts val="0"/>
              </a:spcBef>
              <a:spcAft>
                <a:spcPts val="4000"/>
              </a:spcAft>
              <a:buNone/>
              <a:defRPr sz="3000"/>
            </a:lvl5pPr>
          </a:lstStyle>
          <a:p>
            <a:pPr lvl="0"/>
            <a:r>
              <a:rPr lang="en-US"/>
              <a:t>Click to edit master text styles</a:t>
            </a:r>
          </a:p>
          <a:p>
            <a:pPr lvl="1"/>
            <a:r>
              <a:rPr lang="en-US"/>
              <a:t>Second level text</a:t>
            </a:r>
          </a:p>
          <a:p>
            <a:pPr lvl="2"/>
            <a:r>
              <a:rPr lang="en-US"/>
              <a:t>Third level text</a:t>
            </a:r>
          </a:p>
        </p:txBody>
      </p:sp>
      <p:sp>
        <p:nvSpPr>
          <p:cNvPr id="3" name="Text Placeholder 7">
            <a:extLst>
              <a:ext uri="{FF2B5EF4-FFF2-40B4-BE49-F238E27FC236}">
                <a16:creationId xmlns:a16="http://schemas.microsoft.com/office/drawing/2014/main" id="{BA0AB525-7149-0094-9A13-BF444F81B253}"/>
              </a:ext>
            </a:extLst>
          </p:cNvPr>
          <p:cNvSpPr>
            <a:spLocks noGrp="1"/>
          </p:cNvSpPr>
          <p:nvPr>
            <p:ph type="body" sz="quarter" idx="17"/>
          </p:nvPr>
        </p:nvSpPr>
        <p:spPr>
          <a:xfrm>
            <a:off x="1209675" y="5856288"/>
            <a:ext cx="6884988" cy="2393950"/>
          </a:xfrm>
        </p:spPr>
        <p:txBody>
          <a:bodyPr>
            <a:noAutofit/>
          </a:bodyPr>
          <a:lstStyle>
            <a:lvl1pPr marL="0" indent="0">
              <a:lnSpc>
                <a:spcPct val="128000"/>
              </a:lnSpc>
              <a:spcBef>
                <a:spcPts val="0"/>
              </a:spcBef>
              <a:spcAft>
                <a:spcPts val="0"/>
              </a:spcAft>
              <a:buNone/>
              <a:defRPr sz="2800">
                <a:solidFill>
                  <a:schemeClr val="tx2"/>
                </a:solidFill>
              </a:defRPr>
            </a:lvl1pPr>
            <a:lvl2pPr marL="365760" indent="0">
              <a:lnSpc>
                <a:spcPct val="128000"/>
              </a:lnSpc>
              <a:spcBef>
                <a:spcPts val="0"/>
              </a:spcBef>
              <a:spcAft>
                <a:spcPts val="0"/>
              </a:spcAft>
              <a:buNone/>
              <a:defRPr sz="2800">
                <a:solidFill>
                  <a:schemeClr val="tx2"/>
                </a:solidFill>
              </a:defRPr>
            </a:lvl2pPr>
            <a:lvl3pPr marL="731520" indent="0">
              <a:lnSpc>
                <a:spcPct val="128000"/>
              </a:lnSpc>
              <a:spcBef>
                <a:spcPts val="0"/>
              </a:spcBef>
              <a:spcAft>
                <a:spcPts val="0"/>
              </a:spcAft>
              <a:buNone/>
              <a:defRPr sz="2800">
                <a:solidFill>
                  <a:schemeClr val="tx2"/>
                </a:solidFill>
              </a:defRPr>
            </a:lvl3pPr>
            <a:lvl4pPr marL="2057400" indent="0">
              <a:lnSpc>
                <a:spcPct val="128000"/>
              </a:lnSpc>
              <a:spcBef>
                <a:spcPts val="0"/>
              </a:spcBef>
              <a:spcAft>
                <a:spcPts val="0"/>
              </a:spcAft>
              <a:buNone/>
              <a:defRPr sz="2800">
                <a:solidFill>
                  <a:schemeClr val="tx2"/>
                </a:solidFill>
              </a:defRPr>
            </a:lvl4pPr>
            <a:lvl5pPr marL="2743200" indent="0">
              <a:lnSpc>
                <a:spcPct val="128000"/>
              </a:lnSpc>
              <a:spcBef>
                <a:spcPts val="0"/>
              </a:spcBef>
              <a:spcAft>
                <a:spcPts val="0"/>
              </a:spcAft>
              <a:buNone/>
              <a:defRPr sz="280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ustDataLst>
      <p:tags r:id="rId1"/>
    </p:custDataLst>
    <p:extLst>
      <p:ext uri="{BB962C8B-B14F-4D97-AF65-F5344CB8AC3E}">
        <p14:creationId xmlns:p14="http://schemas.microsoft.com/office/powerpoint/2010/main" val="24205956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SAS - Bold Icon">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7932B69-D114-4F04-8825-FD80DE780B3F}"/>
              </a:ext>
            </a:extLst>
          </p:cNvPr>
          <p:cNvSpPr>
            <a:spLocks noGrp="1"/>
          </p:cNvSpPr>
          <p:nvPr>
            <p:ph type="title" hasCustomPrompt="1"/>
          </p:nvPr>
        </p:nvSpPr>
        <p:spPr>
          <a:xfrm>
            <a:off x="1747842" y="6162889"/>
            <a:ext cx="4648199" cy="1779039"/>
          </a:xfrm>
          <a:prstGeom prst="rect">
            <a:avLst/>
          </a:prstGeom>
        </p:spPr>
        <p:txBody>
          <a:bodyPr vert="horz" wrap="square" lIns="0" tIns="0" rIns="0" bIns="0" rtlCol="0" anchor="ctr">
            <a:normAutofit/>
          </a:bodyPr>
          <a:lstStyle>
            <a:lvl1pPr algn="ctr">
              <a:lnSpc>
                <a:spcPct val="100000"/>
              </a:lnSpc>
              <a:defRPr sz="4800">
                <a:solidFill>
                  <a:schemeClr val="bg2"/>
                </a:solidFill>
              </a:defRPr>
            </a:lvl1pPr>
          </a:lstStyle>
          <a:p>
            <a:r>
              <a:rPr lang="en-US"/>
              <a:t>Click to add slide title</a:t>
            </a:r>
          </a:p>
        </p:txBody>
      </p:sp>
      <p:sp>
        <p:nvSpPr>
          <p:cNvPr id="6" name="Content Placeholder 5">
            <a:extLst>
              <a:ext uri="{FF2B5EF4-FFF2-40B4-BE49-F238E27FC236}">
                <a16:creationId xmlns:a16="http://schemas.microsoft.com/office/drawing/2014/main" id="{C01933F9-7FBB-E22C-B4EF-4400DD9C8DB4}"/>
              </a:ext>
            </a:extLst>
          </p:cNvPr>
          <p:cNvSpPr>
            <a:spLocks noGrp="1"/>
          </p:cNvSpPr>
          <p:nvPr>
            <p:ph sz="quarter" idx="10" hasCustomPrompt="1"/>
          </p:nvPr>
        </p:nvSpPr>
        <p:spPr>
          <a:xfrm>
            <a:off x="9529249" y="1314450"/>
            <a:ext cx="7600576" cy="7600950"/>
          </a:xfrm>
          <a:prstGeom prst="rect">
            <a:avLst/>
          </a:prstGeom>
        </p:spPr>
        <p:txBody>
          <a:bodyPr anchor="ctr" anchorCtr="0">
            <a:normAutofit/>
          </a:bodyPr>
          <a:lstStyle>
            <a:lvl1pPr marL="0" indent="0">
              <a:lnSpc>
                <a:spcPct val="114000"/>
              </a:lnSpc>
              <a:spcBef>
                <a:spcPts val="0"/>
              </a:spcBef>
              <a:spcAft>
                <a:spcPts val="4000"/>
              </a:spcAft>
              <a:buNone/>
              <a:defRPr sz="3600">
                <a:solidFill>
                  <a:schemeClr val="tx2"/>
                </a:solidFill>
              </a:defRPr>
            </a:lvl1pPr>
            <a:lvl2pPr marL="365760" indent="0">
              <a:lnSpc>
                <a:spcPct val="114000"/>
              </a:lnSpc>
              <a:spcBef>
                <a:spcPts val="0"/>
              </a:spcBef>
              <a:spcAft>
                <a:spcPts val="4000"/>
              </a:spcAft>
              <a:buNone/>
              <a:defRPr sz="3600">
                <a:solidFill>
                  <a:schemeClr val="tx2"/>
                </a:solidFill>
              </a:defRPr>
            </a:lvl2pPr>
            <a:lvl3pPr marL="731520" indent="0">
              <a:lnSpc>
                <a:spcPct val="114000"/>
              </a:lnSpc>
              <a:spcBef>
                <a:spcPts val="0"/>
              </a:spcBef>
              <a:spcAft>
                <a:spcPts val="4000"/>
              </a:spcAft>
              <a:buNone/>
              <a:defRPr sz="3600">
                <a:solidFill>
                  <a:schemeClr val="tx2"/>
                </a:solidFill>
              </a:defRPr>
            </a:lvl3pPr>
            <a:lvl4pPr marL="2057400" indent="0">
              <a:lnSpc>
                <a:spcPct val="135000"/>
              </a:lnSpc>
              <a:spcBef>
                <a:spcPts val="0"/>
              </a:spcBef>
              <a:spcAft>
                <a:spcPts val="4000"/>
              </a:spcAft>
              <a:buNone/>
              <a:defRPr sz="3000"/>
            </a:lvl4pPr>
            <a:lvl5pPr marL="2743200" indent="0">
              <a:lnSpc>
                <a:spcPct val="135000"/>
              </a:lnSpc>
              <a:spcBef>
                <a:spcPts val="0"/>
              </a:spcBef>
              <a:spcAft>
                <a:spcPts val="4000"/>
              </a:spcAft>
              <a:buNone/>
              <a:defRPr sz="3000"/>
            </a:lvl5pPr>
          </a:lstStyle>
          <a:p>
            <a:pPr lvl="0"/>
            <a:r>
              <a:rPr lang="en-US"/>
              <a:t>Click to edit master text styles</a:t>
            </a:r>
          </a:p>
          <a:p>
            <a:pPr lvl="1"/>
            <a:r>
              <a:rPr lang="en-US"/>
              <a:t>Second level text</a:t>
            </a:r>
          </a:p>
          <a:p>
            <a:pPr lvl="2"/>
            <a:r>
              <a:rPr lang="en-US"/>
              <a:t>Third level text</a:t>
            </a:r>
          </a:p>
        </p:txBody>
      </p:sp>
      <p:sp>
        <p:nvSpPr>
          <p:cNvPr id="8" name="Oval 7">
            <a:extLst>
              <a:ext uri="{FF2B5EF4-FFF2-40B4-BE49-F238E27FC236}">
                <a16:creationId xmlns:a16="http://schemas.microsoft.com/office/drawing/2014/main" id="{73F38ED7-DF4C-7269-D0E6-D39AF3BD5206}"/>
              </a:ext>
            </a:extLst>
          </p:cNvPr>
          <p:cNvSpPr/>
          <p:nvPr userDrawn="1"/>
        </p:nvSpPr>
        <p:spPr>
          <a:xfrm>
            <a:off x="2228860" y="1457335"/>
            <a:ext cx="3686165" cy="3686165"/>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Connector 12">
            <a:extLst>
              <a:ext uri="{FF2B5EF4-FFF2-40B4-BE49-F238E27FC236}">
                <a16:creationId xmlns:a16="http://schemas.microsoft.com/office/drawing/2014/main" id="{BA546416-19FC-917A-E232-D50E63F544A1}"/>
              </a:ext>
            </a:extLst>
          </p:cNvPr>
          <p:cNvCxnSpPr/>
          <p:nvPr userDrawn="1"/>
        </p:nvCxnSpPr>
        <p:spPr>
          <a:xfrm>
            <a:off x="8238005" y="1024863"/>
            <a:ext cx="0" cy="8237273"/>
          </a:xfrm>
          <a:prstGeom prst="line">
            <a:avLst/>
          </a:prstGeom>
          <a:ln w="12700">
            <a:solidFill>
              <a:schemeClr val="accent6"/>
            </a:solidFill>
            <a:tailEnd type="none"/>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14232269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SAS - Bold Numbered Slide">
    <p:bg>
      <p:bgPr>
        <a:solidFill>
          <a:schemeClr val="bg1"/>
        </a:solidFill>
        <a:effectLst/>
      </p:bgPr>
    </p:bg>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C01933F9-7FBB-E22C-B4EF-4400DD9C8DB4}"/>
              </a:ext>
            </a:extLst>
          </p:cNvPr>
          <p:cNvSpPr>
            <a:spLocks noGrp="1"/>
          </p:cNvSpPr>
          <p:nvPr>
            <p:ph sz="quarter" idx="10" hasCustomPrompt="1"/>
          </p:nvPr>
        </p:nvSpPr>
        <p:spPr>
          <a:xfrm>
            <a:off x="8355071" y="2976231"/>
            <a:ext cx="8723954" cy="4334537"/>
          </a:xfrm>
          <a:prstGeom prst="rect">
            <a:avLst/>
          </a:prstGeom>
        </p:spPr>
        <p:txBody>
          <a:bodyPr anchor="ctr" anchorCtr="0">
            <a:noAutofit/>
          </a:bodyPr>
          <a:lstStyle>
            <a:lvl1pPr marL="0" indent="0">
              <a:lnSpc>
                <a:spcPct val="125000"/>
              </a:lnSpc>
              <a:spcBef>
                <a:spcPts val="0"/>
              </a:spcBef>
              <a:spcAft>
                <a:spcPts val="4000"/>
              </a:spcAft>
              <a:buFont typeface="Arial" panose="020B0604020202020204" pitchFamily="34" charset="0"/>
              <a:buNone/>
              <a:defRPr sz="5400">
                <a:solidFill>
                  <a:schemeClr val="tx2"/>
                </a:solidFill>
              </a:defRPr>
            </a:lvl1pPr>
            <a:lvl2pPr marL="365760" indent="0">
              <a:lnSpc>
                <a:spcPct val="125000"/>
              </a:lnSpc>
              <a:spcBef>
                <a:spcPts val="0"/>
              </a:spcBef>
              <a:spcAft>
                <a:spcPts val="4000"/>
              </a:spcAft>
              <a:buFont typeface="Arial" panose="020B0604020202020204" pitchFamily="34" charset="0"/>
              <a:buNone/>
              <a:defRPr sz="5400">
                <a:solidFill>
                  <a:schemeClr val="tx2"/>
                </a:solidFill>
              </a:defRPr>
            </a:lvl2pPr>
            <a:lvl3pPr marL="731520" indent="0">
              <a:lnSpc>
                <a:spcPct val="125000"/>
              </a:lnSpc>
              <a:spcBef>
                <a:spcPts val="0"/>
              </a:spcBef>
              <a:spcAft>
                <a:spcPts val="4000"/>
              </a:spcAft>
              <a:buFont typeface="Arial" panose="020B0604020202020204" pitchFamily="34" charset="0"/>
              <a:buNone/>
              <a:defRPr sz="5400">
                <a:solidFill>
                  <a:schemeClr val="tx2"/>
                </a:solidFill>
              </a:defRPr>
            </a:lvl3pPr>
            <a:lvl4pPr marL="2057400" indent="0">
              <a:lnSpc>
                <a:spcPct val="135000"/>
              </a:lnSpc>
              <a:spcBef>
                <a:spcPts val="0"/>
              </a:spcBef>
              <a:spcAft>
                <a:spcPts val="4000"/>
              </a:spcAft>
              <a:buNone/>
              <a:defRPr sz="3000"/>
            </a:lvl4pPr>
            <a:lvl5pPr marL="2743200" indent="0">
              <a:lnSpc>
                <a:spcPct val="135000"/>
              </a:lnSpc>
              <a:spcBef>
                <a:spcPts val="0"/>
              </a:spcBef>
              <a:spcAft>
                <a:spcPts val="4000"/>
              </a:spcAft>
              <a:buNone/>
              <a:defRPr sz="3000"/>
            </a:lvl5pPr>
          </a:lstStyle>
          <a:p>
            <a:pPr lvl="0"/>
            <a:r>
              <a:rPr lang="en-US"/>
              <a:t>Click to edit master text styles</a:t>
            </a:r>
          </a:p>
          <a:p>
            <a:pPr lvl="1"/>
            <a:r>
              <a:rPr lang="en-US"/>
              <a:t>Second level text</a:t>
            </a:r>
          </a:p>
          <a:p>
            <a:pPr lvl="2"/>
            <a:r>
              <a:rPr lang="en-US"/>
              <a:t>Third level text</a:t>
            </a:r>
          </a:p>
        </p:txBody>
      </p:sp>
      <p:sp>
        <p:nvSpPr>
          <p:cNvPr id="8" name="Oval 7">
            <a:extLst>
              <a:ext uri="{FF2B5EF4-FFF2-40B4-BE49-F238E27FC236}">
                <a16:creationId xmlns:a16="http://schemas.microsoft.com/office/drawing/2014/main" id="{73F38ED7-DF4C-7269-D0E6-D39AF3BD5206}"/>
              </a:ext>
            </a:extLst>
          </p:cNvPr>
          <p:cNvSpPr/>
          <p:nvPr userDrawn="1"/>
        </p:nvSpPr>
        <p:spPr>
          <a:xfrm>
            <a:off x="1589975" y="3300415"/>
            <a:ext cx="3686165" cy="3686165"/>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Connector 12">
            <a:extLst>
              <a:ext uri="{FF2B5EF4-FFF2-40B4-BE49-F238E27FC236}">
                <a16:creationId xmlns:a16="http://schemas.microsoft.com/office/drawing/2014/main" id="{BA546416-19FC-917A-E232-D50E63F544A1}"/>
              </a:ext>
            </a:extLst>
          </p:cNvPr>
          <p:cNvCxnSpPr>
            <a:cxnSpLocks/>
          </p:cNvCxnSpPr>
          <p:nvPr userDrawn="1"/>
        </p:nvCxnSpPr>
        <p:spPr>
          <a:xfrm>
            <a:off x="6714005" y="2135815"/>
            <a:ext cx="0" cy="6015366"/>
          </a:xfrm>
          <a:prstGeom prst="line">
            <a:avLst/>
          </a:prstGeom>
          <a:ln w="12700">
            <a:solidFill>
              <a:schemeClr val="accent6"/>
            </a:solidFill>
            <a:tailEnd type="none"/>
          </a:ln>
        </p:spPr>
        <p:style>
          <a:lnRef idx="1">
            <a:schemeClr val="accent1"/>
          </a:lnRef>
          <a:fillRef idx="0">
            <a:schemeClr val="accent1"/>
          </a:fillRef>
          <a:effectRef idx="0">
            <a:schemeClr val="accent1"/>
          </a:effectRef>
          <a:fontRef idx="minor">
            <a:schemeClr val="tx1"/>
          </a:fontRef>
        </p:style>
      </p:cxnSp>
      <p:sp>
        <p:nvSpPr>
          <p:cNvPr id="14" name="Text Placeholder 13">
            <a:extLst>
              <a:ext uri="{FF2B5EF4-FFF2-40B4-BE49-F238E27FC236}">
                <a16:creationId xmlns:a16="http://schemas.microsoft.com/office/drawing/2014/main" id="{9FD589AC-DEA2-6091-D24B-3ACC270A610D}"/>
              </a:ext>
            </a:extLst>
          </p:cNvPr>
          <p:cNvSpPr>
            <a:spLocks noGrp="1"/>
          </p:cNvSpPr>
          <p:nvPr>
            <p:ph type="body" sz="quarter" idx="11" hasCustomPrompt="1"/>
          </p:nvPr>
        </p:nvSpPr>
        <p:spPr>
          <a:xfrm>
            <a:off x="2340857" y="3962397"/>
            <a:ext cx="2184400" cy="2362200"/>
          </a:xfrm>
        </p:spPr>
        <p:txBody>
          <a:bodyPr anchor="ctr">
            <a:noAutofit/>
          </a:bodyPr>
          <a:lstStyle>
            <a:lvl1pPr marL="0" indent="0" algn="ctr">
              <a:lnSpc>
                <a:spcPct val="100000"/>
              </a:lnSpc>
              <a:spcBef>
                <a:spcPts val="0"/>
              </a:spcBef>
              <a:spcAft>
                <a:spcPts val="0"/>
              </a:spcAft>
              <a:buNone/>
              <a:defRPr sz="14200">
                <a:solidFill>
                  <a:schemeClr val="bg1"/>
                </a:solidFill>
                <a:latin typeface="+mj-lt"/>
              </a:defRPr>
            </a:lvl1pPr>
            <a:lvl2pPr marL="365760" indent="0" algn="ctr">
              <a:lnSpc>
                <a:spcPct val="100000"/>
              </a:lnSpc>
              <a:spcBef>
                <a:spcPts val="0"/>
              </a:spcBef>
              <a:spcAft>
                <a:spcPts val="0"/>
              </a:spcAft>
              <a:buNone/>
              <a:defRPr sz="14200">
                <a:solidFill>
                  <a:schemeClr val="bg1"/>
                </a:solidFill>
                <a:latin typeface="+mj-lt"/>
              </a:defRPr>
            </a:lvl2pPr>
            <a:lvl3pPr marL="731520" indent="0" algn="ctr">
              <a:lnSpc>
                <a:spcPct val="100000"/>
              </a:lnSpc>
              <a:spcBef>
                <a:spcPts val="0"/>
              </a:spcBef>
              <a:spcAft>
                <a:spcPts val="0"/>
              </a:spcAft>
              <a:buNone/>
              <a:defRPr sz="14200">
                <a:solidFill>
                  <a:schemeClr val="bg1"/>
                </a:solidFill>
                <a:latin typeface="+mj-lt"/>
              </a:defRPr>
            </a:lvl3pPr>
            <a:lvl4pPr marL="2057400" indent="0" algn="ctr">
              <a:lnSpc>
                <a:spcPct val="100000"/>
              </a:lnSpc>
              <a:spcBef>
                <a:spcPts val="0"/>
              </a:spcBef>
              <a:spcAft>
                <a:spcPts val="0"/>
              </a:spcAft>
              <a:buNone/>
              <a:defRPr sz="14200">
                <a:solidFill>
                  <a:schemeClr val="bg1"/>
                </a:solidFill>
                <a:latin typeface="+mj-lt"/>
              </a:defRPr>
            </a:lvl4pPr>
            <a:lvl5pPr marL="2743200" indent="0" algn="ctr">
              <a:lnSpc>
                <a:spcPct val="100000"/>
              </a:lnSpc>
              <a:spcBef>
                <a:spcPts val="0"/>
              </a:spcBef>
              <a:spcAft>
                <a:spcPts val="0"/>
              </a:spcAft>
              <a:buNone/>
              <a:defRPr sz="14200">
                <a:solidFill>
                  <a:schemeClr val="bg1"/>
                </a:solidFill>
                <a:latin typeface="+mj-lt"/>
              </a:defRPr>
            </a:lvl5pPr>
          </a:lstStyle>
          <a:p>
            <a:pPr lvl="0"/>
            <a:r>
              <a:rPr lang="en-US"/>
              <a:t>#</a:t>
            </a:r>
          </a:p>
        </p:txBody>
      </p:sp>
    </p:spTree>
    <p:custDataLst>
      <p:tags r:id="rId1"/>
    </p:custDataLst>
    <p:extLst>
      <p:ext uri="{BB962C8B-B14F-4D97-AF65-F5344CB8AC3E}">
        <p14:creationId xmlns:p14="http://schemas.microsoft.com/office/powerpoint/2010/main" val="15194314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SAS - Left Breakout - Blue">
    <p:bg>
      <p:bgPr>
        <a:solidFill>
          <a:schemeClr val="bg1"/>
        </a:solidFill>
        <a:effectLst/>
      </p:bgPr>
    </p:bg>
    <p:spTree>
      <p:nvGrpSpPr>
        <p:cNvPr id="1" name=""/>
        <p:cNvGrpSpPr/>
        <p:nvPr/>
      </p:nvGrpSpPr>
      <p:grpSpPr>
        <a:xfrm>
          <a:off x="0" y="0"/>
          <a:ext cx="0" cy="0"/>
          <a:chOff x="0" y="0"/>
          <a:chExt cx="0" cy="0"/>
        </a:xfrm>
      </p:grpSpPr>
      <p:sp>
        <p:nvSpPr>
          <p:cNvPr id="4" name="Rounded Rectangle 3">
            <a:extLst>
              <a:ext uri="{FF2B5EF4-FFF2-40B4-BE49-F238E27FC236}">
                <a16:creationId xmlns:a16="http://schemas.microsoft.com/office/drawing/2014/main" id="{DDE992C2-4730-E53D-D383-B6A33539D04A}"/>
              </a:ext>
            </a:extLst>
          </p:cNvPr>
          <p:cNvSpPr/>
          <p:nvPr userDrawn="1"/>
        </p:nvSpPr>
        <p:spPr>
          <a:xfrm>
            <a:off x="-1098883" y="1109662"/>
            <a:ext cx="7380515" cy="8067676"/>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 Placeholder 12">
            <a:extLst>
              <a:ext uri="{FF2B5EF4-FFF2-40B4-BE49-F238E27FC236}">
                <a16:creationId xmlns:a16="http://schemas.microsoft.com/office/drawing/2014/main" id="{4017AA42-DEC3-FC78-2F75-51E717E1AB42}"/>
              </a:ext>
            </a:extLst>
          </p:cNvPr>
          <p:cNvSpPr>
            <a:spLocks noGrp="1"/>
          </p:cNvSpPr>
          <p:nvPr>
            <p:ph type="body" sz="quarter" idx="12" hasCustomPrompt="1"/>
          </p:nvPr>
        </p:nvSpPr>
        <p:spPr>
          <a:xfrm>
            <a:off x="783771" y="2024743"/>
            <a:ext cx="4474030" cy="6205311"/>
          </a:xfrm>
          <a:prstGeom prst="rect">
            <a:avLst/>
          </a:prstGeom>
        </p:spPr>
        <p:txBody>
          <a:bodyPr anchor="ctr" anchorCtr="0"/>
          <a:lstStyle>
            <a:lvl1pPr marL="0" indent="0">
              <a:buNone/>
              <a:defRPr>
                <a:solidFill>
                  <a:schemeClr val="bg1"/>
                </a:solidFill>
              </a:defRPr>
            </a:lvl1pPr>
            <a:lvl2pPr marL="365760" indent="0">
              <a:buNone/>
              <a:defRPr>
                <a:solidFill>
                  <a:schemeClr val="bg1"/>
                </a:solidFill>
              </a:defRPr>
            </a:lvl2pPr>
            <a:lvl3pPr marL="731520" indent="0">
              <a:buNone/>
              <a:defRPr>
                <a:solidFill>
                  <a:schemeClr val="bg1"/>
                </a:solidFill>
              </a:defRPr>
            </a:lvl3pPr>
            <a:lvl4pPr marL="2057400" indent="0">
              <a:buNone/>
              <a:defRPr>
                <a:solidFill>
                  <a:schemeClr val="bg1"/>
                </a:solidFill>
              </a:defRPr>
            </a:lvl4pPr>
            <a:lvl5pPr marL="2743200" indent="0">
              <a:buNone/>
              <a:defRPr>
                <a:solidFill>
                  <a:schemeClr val="bg1"/>
                </a:solidFill>
              </a:defRPr>
            </a:lvl5pPr>
          </a:lstStyle>
          <a:p>
            <a:pPr lvl="0"/>
            <a:r>
              <a:rPr lang="en-US"/>
              <a:t>Click to add text</a:t>
            </a:r>
          </a:p>
        </p:txBody>
      </p:sp>
      <p:sp>
        <p:nvSpPr>
          <p:cNvPr id="2" name="Text Placeholder 4">
            <a:extLst>
              <a:ext uri="{FF2B5EF4-FFF2-40B4-BE49-F238E27FC236}">
                <a16:creationId xmlns:a16="http://schemas.microsoft.com/office/drawing/2014/main" id="{E06B508D-CF33-8D07-6E81-A69E70FDB55F}"/>
              </a:ext>
            </a:extLst>
          </p:cNvPr>
          <p:cNvSpPr>
            <a:spLocks noGrp="1"/>
          </p:cNvSpPr>
          <p:nvPr>
            <p:ph type="body" sz="quarter" idx="10" hasCustomPrompt="1"/>
          </p:nvPr>
        </p:nvSpPr>
        <p:spPr>
          <a:xfrm>
            <a:off x="8079226" y="3275767"/>
            <a:ext cx="9100456" cy="4954287"/>
          </a:xfrm>
          <a:prstGeom prst="rect">
            <a:avLst/>
          </a:prstGeom>
        </p:spPr>
        <p:txBody>
          <a:bodyPr wrap="square" anchor="t">
            <a:normAutofit/>
          </a:bodyPr>
          <a:lstStyle>
            <a:lvl1pPr marL="0" indent="0" algn="l">
              <a:lnSpc>
                <a:spcPct val="125000"/>
              </a:lnSpc>
              <a:spcBef>
                <a:spcPts val="0"/>
              </a:spcBef>
              <a:spcAft>
                <a:spcPts val="4600"/>
              </a:spcAft>
              <a:buNone/>
              <a:defRPr sz="3600">
                <a:solidFill>
                  <a:schemeClr val="accent5"/>
                </a:solidFill>
              </a:defRPr>
            </a:lvl1pPr>
            <a:lvl2pPr marL="365760" indent="0">
              <a:buNone/>
              <a:defRPr/>
            </a:lvl2pPr>
            <a:lvl3pPr marL="731520" indent="0">
              <a:buNone/>
              <a:defRPr/>
            </a:lvl3pPr>
            <a:lvl4pPr marL="2057400" indent="0">
              <a:buNone/>
              <a:defRPr/>
            </a:lvl4pPr>
            <a:lvl5pPr marL="2743200" indent="0">
              <a:buNone/>
              <a:defRPr/>
            </a:lvl5pPr>
          </a:lstStyle>
          <a:p>
            <a:pPr lvl="0"/>
            <a:r>
              <a:rPr lang="en-US"/>
              <a:t>Click to add subtitle</a:t>
            </a:r>
          </a:p>
        </p:txBody>
      </p:sp>
      <p:sp>
        <p:nvSpPr>
          <p:cNvPr id="5" name="Title Placeholder 1">
            <a:extLst>
              <a:ext uri="{FF2B5EF4-FFF2-40B4-BE49-F238E27FC236}">
                <a16:creationId xmlns:a16="http://schemas.microsoft.com/office/drawing/2014/main" id="{8D9B0333-D552-1F83-3BAB-2FD3F1BE389D}"/>
              </a:ext>
            </a:extLst>
          </p:cNvPr>
          <p:cNvSpPr>
            <a:spLocks noGrp="1"/>
          </p:cNvSpPr>
          <p:nvPr>
            <p:ph type="title" hasCustomPrompt="1"/>
          </p:nvPr>
        </p:nvSpPr>
        <p:spPr>
          <a:xfrm>
            <a:off x="8100491" y="1636945"/>
            <a:ext cx="9100457" cy="1127521"/>
          </a:xfrm>
          <a:prstGeom prst="rect">
            <a:avLst/>
          </a:prstGeom>
        </p:spPr>
        <p:txBody>
          <a:bodyPr vert="horz" wrap="square" lIns="0" tIns="0" rIns="0" bIns="0" rtlCol="0" anchor="ctr">
            <a:normAutofit/>
          </a:bodyPr>
          <a:lstStyle/>
          <a:p>
            <a:r>
              <a:rPr lang="en-US"/>
              <a:t>Click to add slide title</a:t>
            </a:r>
          </a:p>
        </p:txBody>
      </p:sp>
    </p:spTree>
    <p:custDataLst>
      <p:tags r:id="rId1"/>
    </p:custDataLst>
    <p:extLst>
      <p:ext uri="{BB962C8B-B14F-4D97-AF65-F5344CB8AC3E}">
        <p14:creationId xmlns:p14="http://schemas.microsoft.com/office/powerpoint/2010/main" val="18014903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3240" userDrawn="1">
          <p15:clr>
            <a:srgbClr val="FBAE40"/>
          </p15:clr>
        </p15:guide>
        <p15:guide id="2" pos="5760" userDrawn="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SAS - Right Breakout - Blue">
    <p:bg>
      <p:bgPr>
        <a:solidFill>
          <a:schemeClr val="bg1"/>
        </a:solidFill>
        <a:effectLst/>
      </p:bgPr>
    </p:bg>
    <p:spTree>
      <p:nvGrpSpPr>
        <p:cNvPr id="1" name=""/>
        <p:cNvGrpSpPr/>
        <p:nvPr/>
      </p:nvGrpSpPr>
      <p:grpSpPr>
        <a:xfrm>
          <a:off x="0" y="0"/>
          <a:ext cx="0" cy="0"/>
          <a:chOff x="0" y="0"/>
          <a:chExt cx="0" cy="0"/>
        </a:xfrm>
      </p:grpSpPr>
      <p:sp>
        <p:nvSpPr>
          <p:cNvPr id="6" name="Text Placeholder 4">
            <a:extLst>
              <a:ext uri="{FF2B5EF4-FFF2-40B4-BE49-F238E27FC236}">
                <a16:creationId xmlns:a16="http://schemas.microsoft.com/office/drawing/2014/main" id="{99376F04-E9A4-0C60-4F72-4AFC15B5FAE8}"/>
              </a:ext>
            </a:extLst>
          </p:cNvPr>
          <p:cNvSpPr>
            <a:spLocks noGrp="1"/>
          </p:cNvSpPr>
          <p:nvPr>
            <p:ph type="body" sz="quarter" idx="10" hasCustomPrompt="1"/>
          </p:nvPr>
        </p:nvSpPr>
        <p:spPr>
          <a:xfrm>
            <a:off x="1252432" y="3145138"/>
            <a:ext cx="9100456" cy="4954287"/>
          </a:xfrm>
          <a:prstGeom prst="rect">
            <a:avLst/>
          </a:prstGeom>
        </p:spPr>
        <p:txBody>
          <a:bodyPr wrap="square" anchor="t">
            <a:normAutofit/>
          </a:bodyPr>
          <a:lstStyle>
            <a:lvl1pPr marL="0" indent="0" algn="l">
              <a:lnSpc>
                <a:spcPct val="125000"/>
              </a:lnSpc>
              <a:spcBef>
                <a:spcPts val="0"/>
              </a:spcBef>
              <a:spcAft>
                <a:spcPts val="4600"/>
              </a:spcAft>
              <a:buNone/>
              <a:defRPr sz="3600">
                <a:solidFill>
                  <a:schemeClr val="accent5"/>
                </a:solidFill>
              </a:defRPr>
            </a:lvl1pPr>
            <a:lvl2pPr marL="365760" indent="0">
              <a:buNone/>
              <a:defRPr/>
            </a:lvl2pPr>
            <a:lvl3pPr marL="731520" indent="0">
              <a:buNone/>
              <a:defRPr/>
            </a:lvl3pPr>
            <a:lvl4pPr marL="2057400" indent="0">
              <a:buNone/>
              <a:defRPr/>
            </a:lvl4pPr>
            <a:lvl5pPr marL="2743200" indent="0">
              <a:buNone/>
              <a:defRPr/>
            </a:lvl5pPr>
          </a:lstStyle>
          <a:p>
            <a:pPr lvl="0"/>
            <a:r>
              <a:rPr lang="en-US"/>
              <a:t>Click to add subtitle</a:t>
            </a:r>
          </a:p>
        </p:txBody>
      </p:sp>
      <p:sp>
        <p:nvSpPr>
          <p:cNvPr id="5" name="Rounded Rectangle 4">
            <a:extLst>
              <a:ext uri="{FF2B5EF4-FFF2-40B4-BE49-F238E27FC236}">
                <a16:creationId xmlns:a16="http://schemas.microsoft.com/office/drawing/2014/main" id="{911D3243-34FA-5B16-4B0D-4A4CF28741E4}"/>
              </a:ext>
            </a:extLst>
          </p:cNvPr>
          <p:cNvSpPr/>
          <p:nvPr userDrawn="1"/>
        </p:nvSpPr>
        <p:spPr>
          <a:xfrm>
            <a:off x="11931316" y="591235"/>
            <a:ext cx="7380515" cy="8067676"/>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 Placeholder 12">
            <a:extLst>
              <a:ext uri="{FF2B5EF4-FFF2-40B4-BE49-F238E27FC236}">
                <a16:creationId xmlns:a16="http://schemas.microsoft.com/office/drawing/2014/main" id="{1F756121-A820-E767-9EB7-9D52ACCAC4D7}"/>
              </a:ext>
            </a:extLst>
          </p:cNvPr>
          <p:cNvSpPr>
            <a:spLocks noGrp="1"/>
          </p:cNvSpPr>
          <p:nvPr>
            <p:ph type="body" sz="quarter" idx="12" hasCustomPrompt="1"/>
          </p:nvPr>
        </p:nvSpPr>
        <p:spPr>
          <a:xfrm>
            <a:off x="12932227" y="1506316"/>
            <a:ext cx="4474030" cy="6205311"/>
          </a:xfrm>
          <a:prstGeom prst="rect">
            <a:avLst/>
          </a:prstGeom>
        </p:spPr>
        <p:txBody>
          <a:bodyPr anchor="ctr" anchorCtr="0"/>
          <a:lstStyle>
            <a:lvl1pPr marL="0" indent="0">
              <a:buNone/>
              <a:defRPr>
                <a:solidFill>
                  <a:schemeClr val="bg1"/>
                </a:solidFill>
              </a:defRPr>
            </a:lvl1pPr>
            <a:lvl2pPr marL="365760" indent="0">
              <a:buNone/>
              <a:defRPr>
                <a:solidFill>
                  <a:schemeClr val="bg1"/>
                </a:solidFill>
              </a:defRPr>
            </a:lvl2pPr>
            <a:lvl3pPr marL="731520" indent="0">
              <a:buNone/>
              <a:defRPr>
                <a:solidFill>
                  <a:schemeClr val="bg1"/>
                </a:solidFill>
              </a:defRPr>
            </a:lvl3pPr>
            <a:lvl4pPr marL="2057400" indent="0">
              <a:buNone/>
              <a:defRPr>
                <a:solidFill>
                  <a:schemeClr val="bg1"/>
                </a:solidFill>
              </a:defRPr>
            </a:lvl4pPr>
            <a:lvl5pPr marL="2743200" indent="0">
              <a:buNone/>
              <a:defRPr>
                <a:solidFill>
                  <a:schemeClr val="bg1"/>
                </a:solidFill>
              </a:defRPr>
            </a:lvl5pPr>
          </a:lstStyle>
          <a:p>
            <a:pPr lvl="0"/>
            <a:r>
              <a:rPr lang="en-US"/>
              <a:t>Click to add text</a:t>
            </a:r>
          </a:p>
        </p:txBody>
      </p:sp>
      <p:sp>
        <p:nvSpPr>
          <p:cNvPr id="2" name="Title Placeholder 1">
            <a:extLst>
              <a:ext uri="{FF2B5EF4-FFF2-40B4-BE49-F238E27FC236}">
                <a16:creationId xmlns:a16="http://schemas.microsoft.com/office/drawing/2014/main" id="{D603FA55-C498-E366-3870-BA3429C3538D}"/>
              </a:ext>
            </a:extLst>
          </p:cNvPr>
          <p:cNvSpPr>
            <a:spLocks noGrp="1"/>
          </p:cNvSpPr>
          <p:nvPr>
            <p:ph type="title" hasCustomPrompt="1"/>
          </p:nvPr>
        </p:nvSpPr>
        <p:spPr>
          <a:xfrm>
            <a:off x="1273697" y="1506316"/>
            <a:ext cx="9100457" cy="1127521"/>
          </a:xfrm>
          <a:prstGeom prst="rect">
            <a:avLst/>
          </a:prstGeom>
        </p:spPr>
        <p:txBody>
          <a:bodyPr vert="horz" wrap="square" lIns="0" tIns="0" rIns="0" bIns="0" rtlCol="0" anchor="ctr">
            <a:normAutofit/>
          </a:bodyPr>
          <a:lstStyle/>
          <a:p>
            <a:r>
              <a:rPr lang="en-US"/>
              <a:t>Click to add slide title</a:t>
            </a:r>
          </a:p>
        </p:txBody>
      </p:sp>
    </p:spTree>
    <p:custDataLst>
      <p:tags r:id="rId1"/>
    </p:custDataLst>
    <p:extLst>
      <p:ext uri="{BB962C8B-B14F-4D97-AF65-F5344CB8AC3E}">
        <p14:creationId xmlns:p14="http://schemas.microsoft.com/office/powerpoint/2010/main" val="13349715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3240" userDrawn="1">
          <p15:clr>
            <a:srgbClr val="FBAE40"/>
          </p15:clr>
        </p15:guide>
        <p15:guide id="2" pos="5760" userDrawn="1">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SAS - Title and Content - Left">
    <p:spTree>
      <p:nvGrpSpPr>
        <p:cNvPr id="1" name=""/>
        <p:cNvGrpSpPr/>
        <p:nvPr/>
      </p:nvGrpSpPr>
      <p:grpSpPr>
        <a:xfrm>
          <a:off x="0" y="0"/>
          <a:ext cx="0" cy="0"/>
          <a:chOff x="0" y="0"/>
          <a:chExt cx="0" cy="0"/>
        </a:xfrm>
      </p:grpSpPr>
      <p:sp>
        <p:nvSpPr>
          <p:cNvPr id="12" name="Title Placeholder 1">
            <a:extLst>
              <a:ext uri="{FF2B5EF4-FFF2-40B4-BE49-F238E27FC236}">
                <a16:creationId xmlns:a16="http://schemas.microsoft.com/office/drawing/2014/main" id="{6F060396-EEE3-A20F-EF3B-666AF65526C8}"/>
              </a:ext>
            </a:extLst>
          </p:cNvPr>
          <p:cNvSpPr>
            <a:spLocks noGrp="1"/>
          </p:cNvSpPr>
          <p:nvPr>
            <p:ph type="title" hasCustomPrompt="1"/>
          </p:nvPr>
        </p:nvSpPr>
        <p:spPr>
          <a:xfrm>
            <a:off x="4709161" y="982096"/>
            <a:ext cx="11609018" cy="1281782"/>
          </a:xfrm>
          <a:prstGeom prst="rect">
            <a:avLst/>
          </a:prstGeom>
        </p:spPr>
        <p:txBody>
          <a:bodyPr vert="horz" lIns="0" tIns="0" rIns="0" bIns="0" rtlCol="0" anchor="ctr">
            <a:normAutofit/>
          </a:bodyPr>
          <a:lstStyle>
            <a:lvl1pPr>
              <a:lnSpc>
                <a:spcPct val="100000"/>
              </a:lnSpc>
              <a:defRPr b="1">
                <a:latin typeface="+mj-lt"/>
              </a:defRPr>
            </a:lvl1pPr>
          </a:lstStyle>
          <a:p>
            <a:r>
              <a:rPr lang="en-US"/>
              <a:t>Click to add slide title</a:t>
            </a:r>
          </a:p>
        </p:txBody>
      </p:sp>
      <p:sp>
        <p:nvSpPr>
          <p:cNvPr id="17" name="Content Placeholder 16">
            <a:extLst>
              <a:ext uri="{FF2B5EF4-FFF2-40B4-BE49-F238E27FC236}">
                <a16:creationId xmlns:a16="http://schemas.microsoft.com/office/drawing/2014/main" id="{F3ADEBA6-E844-0269-AE08-7E77C1F270E2}"/>
              </a:ext>
            </a:extLst>
          </p:cNvPr>
          <p:cNvSpPr>
            <a:spLocks noGrp="1"/>
          </p:cNvSpPr>
          <p:nvPr>
            <p:ph sz="quarter" idx="10"/>
          </p:nvPr>
        </p:nvSpPr>
        <p:spPr>
          <a:xfrm>
            <a:off x="4709145" y="2774706"/>
            <a:ext cx="11609346" cy="6265545"/>
          </a:xfrm>
        </p:spPr>
        <p:txBody>
          <a:bodyPr>
            <a:normAutofit/>
          </a:bodyPr>
          <a:lstStyle>
            <a:lvl1pPr marL="0" indent="0">
              <a:lnSpc>
                <a:spcPct val="125000"/>
              </a:lnSpc>
              <a:spcBef>
                <a:spcPts val="0"/>
              </a:spcBef>
              <a:spcAft>
                <a:spcPts val="3000"/>
              </a:spcAft>
              <a:buNone/>
              <a:defRPr sz="3000">
                <a:solidFill>
                  <a:schemeClr val="accent5"/>
                </a:solidFill>
              </a:defRPr>
            </a:lvl1pPr>
            <a:lvl2pPr marL="365760" indent="0">
              <a:lnSpc>
                <a:spcPct val="125000"/>
              </a:lnSpc>
              <a:spcBef>
                <a:spcPts val="0"/>
              </a:spcBef>
              <a:spcAft>
                <a:spcPts val="3000"/>
              </a:spcAft>
              <a:buNone/>
              <a:defRPr sz="3000">
                <a:solidFill>
                  <a:schemeClr val="accent5"/>
                </a:solidFill>
              </a:defRPr>
            </a:lvl2pPr>
            <a:lvl3pPr marL="731520" indent="0">
              <a:lnSpc>
                <a:spcPct val="125000"/>
              </a:lnSpc>
              <a:spcBef>
                <a:spcPts val="0"/>
              </a:spcBef>
              <a:spcAft>
                <a:spcPts val="3000"/>
              </a:spcAft>
              <a:buNone/>
              <a:defRPr sz="3000">
                <a:solidFill>
                  <a:schemeClr val="accent5"/>
                </a:solidFill>
              </a:defRPr>
            </a:lvl3pPr>
            <a:lvl4pPr marL="2057400" indent="0">
              <a:lnSpc>
                <a:spcPct val="125000"/>
              </a:lnSpc>
              <a:spcBef>
                <a:spcPts val="0"/>
              </a:spcBef>
              <a:spcAft>
                <a:spcPts val="3000"/>
              </a:spcAft>
              <a:buNone/>
              <a:defRPr sz="3000">
                <a:solidFill>
                  <a:schemeClr val="accent5"/>
                </a:solidFill>
              </a:defRPr>
            </a:lvl4pPr>
            <a:lvl5pPr marL="2743200" indent="0">
              <a:lnSpc>
                <a:spcPct val="125000"/>
              </a:lnSpc>
              <a:spcBef>
                <a:spcPts val="0"/>
              </a:spcBef>
              <a:spcAft>
                <a:spcPts val="3000"/>
              </a:spcAft>
              <a:buNone/>
              <a:defRPr sz="3000">
                <a:solidFill>
                  <a:schemeClr val="accent5"/>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18" name="Group 17">
            <a:extLst>
              <a:ext uri="{FF2B5EF4-FFF2-40B4-BE49-F238E27FC236}">
                <a16:creationId xmlns:a16="http://schemas.microsoft.com/office/drawing/2014/main" id="{8200B6DD-65CA-E622-CBEC-41DCEEAD0DD5}"/>
              </a:ext>
            </a:extLst>
          </p:cNvPr>
          <p:cNvGrpSpPr/>
          <p:nvPr userDrawn="1"/>
        </p:nvGrpSpPr>
        <p:grpSpPr>
          <a:xfrm>
            <a:off x="-871737" y="5950855"/>
            <a:ext cx="3379879" cy="3472832"/>
            <a:chOff x="1754147" y="5865862"/>
            <a:chExt cx="615716" cy="632649"/>
          </a:xfrm>
        </p:grpSpPr>
        <p:sp>
          <p:nvSpPr>
            <p:cNvPr id="25" name="Block Arc 24">
              <a:extLst>
                <a:ext uri="{FF2B5EF4-FFF2-40B4-BE49-F238E27FC236}">
                  <a16:creationId xmlns:a16="http://schemas.microsoft.com/office/drawing/2014/main" id="{E40100B4-74AD-F9C7-FCF1-4154E2DC137C}"/>
                </a:ext>
              </a:extLst>
            </p:cNvPr>
            <p:cNvSpPr/>
            <p:nvPr userDrawn="1"/>
          </p:nvSpPr>
          <p:spPr>
            <a:xfrm>
              <a:off x="1754148" y="5882796"/>
              <a:ext cx="615715" cy="615715"/>
            </a:xfrm>
            <a:prstGeom prst="blockArc">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3600" kern="1200">
                  <a:solidFill>
                    <a:schemeClr val="lt1"/>
                  </a:solidFill>
                  <a:latin typeface="+mn-lt"/>
                  <a:ea typeface="+mn-ea"/>
                  <a:cs typeface="+mn-cs"/>
                </a:defRPr>
              </a:lvl1pPr>
              <a:lvl2pPr marL="914400" algn="l" defTabSz="914400" rtl="0" eaLnBrk="1" latinLnBrk="0" hangingPunct="1">
                <a:defRPr sz="3600" kern="1200">
                  <a:solidFill>
                    <a:schemeClr val="lt1"/>
                  </a:solidFill>
                  <a:latin typeface="+mn-lt"/>
                  <a:ea typeface="+mn-ea"/>
                  <a:cs typeface="+mn-cs"/>
                </a:defRPr>
              </a:lvl2pPr>
              <a:lvl3pPr marL="1828800" algn="l" defTabSz="914400" rtl="0" eaLnBrk="1" latinLnBrk="0" hangingPunct="1">
                <a:defRPr sz="3600" kern="1200">
                  <a:solidFill>
                    <a:schemeClr val="lt1"/>
                  </a:solidFill>
                  <a:latin typeface="+mn-lt"/>
                  <a:ea typeface="+mn-ea"/>
                  <a:cs typeface="+mn-cs"/>
                </a:defRPr>
              </a:lvl3pPr>
              <a:lvl4pPr marL="2743200" algn="l" defTabSz="914400" rtl="0" eaLnBrk="1" latinLnBrk="0" hangingPunct="1">
                <a:defRPr sz="3600" kern="1200">
                  <a:solidFill>
                    <a:schemeClr val="lt1"/>
                  </a:solidFill>
                  <a:latin typeface="+mn-lt"/>
                  <a:ea typeface="+mn-ea"/>
                  <a:cs typeface="+mn-cs"/>
                </a:defRPr>
              </a:lvl4pPr>
              <a:lvl5pPr marL="3657600" algn="l" defTabSz="914400" rtl="0" eaLnBrk="1" latinLnBrk="0" hangingPunct="1">
                <a:defRPr sz="3600" kern="1200">
                  <a:solidFill>
                    <a:schemeClr val="lt1"/>
                  </a:solidFill>
                  <a:latin typeface="+mn-lt"/>
                  <a:ea typeface="+mn-ea"/>
                  <a:cs typeface="+mn-cs"/>
                </a:defRPr>
              </a:lvl5pPr>
              <a:lvl6pPr marL="4572000" algn="l" defTabSz="914400" rtl="0" eaLnBrk="1" latinLnBrk="0" hangingPunct="1">
                <a:defRPr sz="3600" kern="1200">
                  <a:solidFill>
                    <a:schemeClr val="lt1"/>
                  </a:solidFill>
                  <a:latin typeface="+mn-lt"/>
                  <a:ea typeface="+mn-ea"/>
                  <a:cs typeface="+mn-cs"/>
                </a:defRPr>
              </a:lvl6pPr>
              <a:lvl7pPr marL="5486400" algn="l" defTabSz="914400" rtl="0" eaLnBrk="1" latinLnBrk="0" hangingPunct="1">
                <a:defRPr sz="3600" kern="1200">
                  <a:solidFill>
                    <a:schemeClr val="lt1"/>
                  </a:solidFill>
                  <a:latin typeface="+mn-lt"/>
                  <a:ea typeface="+mn-ea"/>
                  <a:cs typeface="+mn-cs"/>
                </a:defRPr>
              </a:lvl7pPr>
              <a:lvl8pPr marL="6400800" algn="l" defTabSz="914400" rtl="0" eaLnBrk="1" latinLnBrk="0" hangingPunct="1">
                <a:defRPr sz="3600" kern="1200">
                  <a:solidFill>
                    <a:schemeClr val="lt1"/>
                  </a:solidFill>
                  <a:latin typeface="+mn-lt"/>
                  <a:ea typeface="+mn-ea"/>
                  <a:cs typeface="+mn-cs"/>
                </a:defRPr>
              </a:lvl8pPr>
              <a:lvl9pPr marL="7315200" algn="l" defTabSz="914400" rtl="0" eaLnBrk="1" latinLnBrk="0" hangingPunct="1">
                <a:defRPr sz="3600" kern="1200">
                  <a:solidFill>
                    <a:schemeClr val="lt1"/>
                  </a:solidFill>
                  <a:latin typeface="+mn-lt"/>
                  <a:ea typeface="+mn-ea"/>
                  <a:cs typeface="+mn-cs"/>
                </a:defRPr>
              </a:lvl9pPr>
            </a:lstStyle>
            <a:p>
              <a:pPr algn="ctr"/>
              <a:endParaRPr lang="en-US">
                <a:solidFill>
                  <a:schemeClr val="tx1"/>
                </a:solidFill>
              </a:endParaRPr>
            </a:p>
          </p:txBody>
        </p:sp>
        <p:sp>
          <p:nvSpPr>
            <p:cNvPr id="26" name="Block Arc 25">
              <a:extLst>
                <a:ext uri="{FF2B5EF4-FFF2-40B4-BE49-F238E27FC236}">
                  <a16:creationId xmlns:a16="http://schemas.microsoft.com/office/drawing/2014/main" id="{B72C9456-FB0A-B8BF-C0B4-DF5E0922C4C0}"/>
                </a:ext>
              </a:extLst>
            </p:cNvPr>
            <p:cNvSpPr/>
            <p:nvPr userDrawn="1"/>
          </p:nvSpPr>
          <p:spPr>
            <a:xfrm rot="10800000">
              <a:off x="1754147" y="5865862"/>
              <a:ext cx="615715" cy="615715"/>
            </a:xfrm>
            <a:prstGeom prst="blockArc">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3600" kern="1200">
                  <a:solidFill>
                    <a:schemeClr val="lt1"/>
                  </a:solidFill>
                  <a:latin typeface="+mn-lt"/>
                  <a:ea typeface="+mn-ea"/>
                  <a:cs typeface="+mn-cs"/>
                </a:defRPr>
              </a:lvl1pPr>
              <a:lvl2pPr marL="914400" algn="l" defTabSz="914400" rtl="0" eaLnBrk="1" latinLnBrk="0" hangingPunct="1">
                <a:defRPr sz="3600" kern="1200">
                  <a:solidFill>
                    <a:schemeClr val="lt1"/>
                  </a:solidFill>
                  <a:latin typeface="+mn-lt"/>
                  <a:ea typeface="+mn-ea"/>
                  <a:cs typeface="+mn-cs"/>
                </a:defRPr>
              </a:lvl2pPr>
              <a:lvl3pPr marL="1828800" algn="l" defTabSz="914400" rtl="0" eaLnBrk="1" latinLnBrk="0" hangingPunct="1">
                <a:defRPr sz="3600" kern="1200">
                  <a:solidFill>
                    <a:schemeClr val="lt1"/>
                  </a:solidFill>
                  <a:latin typeface="+mn-lt"/>
                  <a:ea typeface="+mn-ea"/>
                  <a:cs typeface="+mn-cs"/>
                </a:defRPr>
              </a:lvl3pPr>
              <a:lvl4pPr marL="2743200" algn="l" defTabSz="914400" rtl="0" eaLnBrk="1" latinLnBrk="0" hangingPunct="1">
                <a:defRPr sz="3600" kern="1200">
                  <a:solidFill>
                    <a:schemeClr val="lt1"/>
                  </a:solidFill>
                  <a:latin typeface="+mn-lt"/>
                  <a:ea typeface="+mn-ea"/>
                  <a:cs typeface="+mn-cs"/>
                </a:defRPr>
              </a:lvl4pPr>
              <a:lvl5pPr marL="3657600" algn="l" defTabSz="914400" rtl="0" eaLnBrk="1" latinLnBrk="0" hangingPunct="1">
                <a:defRPr sz="3600" kern="1200">
                  <a:solidFill>
                    <a:schemeClr val="lt1"/>
                  </a:solidFill>
                  <a:latin typeface="+mn-lt"/>
                  <a:ea typeface="+mn-ea"/>
                  <a:cs typeface="+mn-cs"/>
                </a:defRPr>
              </a:lvl5pPr>
              <a:lvl6pPr marL="4572000" algn="l" defTabSz="914400" rtl="0" eaLnBrk="1" latinLnBrk="0" hangingPunct="1">
                <a:defRPr sz="3600" kern="1200">
                  <a:solidFill>
                    <a:schemeClr val="lt1"/>
                  </a:solidFill>
                  <a:latin typeface="+mn-lt"/>
                  <a:ea typeface="+mn-ea"/>
                  <a:cs typeface="+mn-cs"/>
                </a:defRPr>
              </a:lvl6pPr>
              <a:lvl7pPr marL="5486400" algn="l" defTabSz="914400" rtl="0" eaLnBrk="1" latinLnBrk="0" hangingPunct="1">
                <a:defRPr sz="3600" kern="1200">
                  <a:solidFill>
                    <a:schemeClr val="lt1"/>
                  </a:solidFill>
                  <a:latin typeface="+mn-lt"/>
                  <a:ea typeface="+mn-ea"/>
                  <a:cs typeface="+mn-cs"/>
                </a:defRPr>
              </a:lvl7pPr>
              <a:lvl8pPr marL="6400800" algn="l" defTabSz="914400" rtl="0" eaLnBrk="1" latinLnBrk="0" hangingPunct="1">
                <a:defRPr sz="3600" kern="1200">
                  <a:solidFill>
                    <a:schemeClr val="lt1"/>
                  </a:solidFill>
                  <a:latin typeface="+mn-lt"/>
                  <a:ea typeface="+mn-ea"/>
                  <a:cs typeface="+mn-cs"/>
                </a:defRPr>
              </a:lvl8pPr>
              <a:lvl9pPr marL="7315200" algn="l" defTabSz="914400" rtl="0" eaLnBrk="1" latinLnBrk="0" hangingPunct="1">
                <a:defRPr sz="3600" kern="1200">
                  <a:solidFill>
                    <a:schemeClr val="lt1"/>
                  </a:solidFill>
                  <a:latin typeface="+mn-lt"/>
                  <a:ea typeface="+mn-ea"/>
                  <a:cs typeface="+mn-cs"/>
                </a:defRPr>
              </a:lvl9pPr>
            </a:lstStyle>
            <a:p>
              <a:pPr algn="ctr"/>
              <a:endParaRPr lang="en-US">
                <a:solidFill>
                  <a:schemeClr val="tx1"/>
                </a:solidFill>
              </a:endParaRPr>
            </a:p>
          </p:txBody>
        </p:sp>
      </p:grpSp>
      <p:grpSp>
        <p:nvGrpSpPr>
          <p:cNvPr id="19" name="Group 18">
            <a:extLst>
              <a:ext uri="{FF2B5EF4-FFF2-40B4-BE49-F238E27FC236}">
                <a16:creationId xmlns:a16="http://schemas.microsoft.com/office/drawing/2014/main" id="{F5F1C3DC-F5C3-4D87-0FE9-E128F51367EC}"/>
              </a:ext>
            </a:extLst>
          </p:cNvPr>
          <p:cNvGrpSpPr/>
          <p:nvPr userDrawn="1"/>
        </p:nvGrpSpPr>
        <p:grpSpPr>
          <a:xfrm rot="10800000">
            <a:off x="-728132" y="223327"/>
            <a:ext cx="3379891" cy="3379891"/>
            <a:chOff x="3657589" y="5848927"/>
            <a:chExt cx="934301" cy="934301"/>
          </a:xfrm>
        </p:grpSpPr>
        <p:sp>
          <p:nvSpPr>
            <p:cNvPr id="23" name="Block Arc 22">
              <a:extLst>
                <a:ext uri="{FF2B5EF4-FFF2-40B4-BE49-F238E27FC236}">
                  <a16:creationId xmlns:a16="http://schemas.microsoft.com/office/drawing/2014/main" id="{768A90ED-3769-26A9-4ED1-53C0B90DC744}"/>
                </a:ext>
              </a:extLst>
            </p:cNvPr>
            <p:cNvSpPr/>
            <p:nvPr userDrawn="1"/>
          </p:nvSpPr>
          <p:spPr>
            <a:xfrm rot="10800000">
              <a:off x="3657589" y="5848927"/>
              <a:ext cx="934298" cy="934298"/>
            </a:xfrm>
            <a:prstGeom prst="blockArc">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3600" kern="1200">
                  <a:solidFill>
                    <a:schemeClr val="lt1"/>
                  </a:solidFill>
                  <a:latin typeface="+mn-lt"/>
                  <a:ea typeface="+mn-ea"/>
                  <a:cs typeface="+mn-cs"/>
                </a:defRPr>
              </a:lvl1pPr>
              <a:lvl2pPr marL="914400" algn="l" defTabSz="914400" rtl="0" eaLnBrk="1" latinLnBrk="0" hangingPunct="1">
                <a:defRPr sz="3600" kern="1200">
                  <a:solidFill>
                    <a:schemeClr val="lt1"/>
                  </a:solidFill>
                  <a:latin typeface="+mn-lt"/>
                  <a:ea typeface="+mn-ea"/>
                  <a:cs typeface="+mn-cs"/>
                </a:defRPr>
              </a:lvl2pPr>
              <a:lvl3pPr marL="1828800" algn="l" defTabSz="914400" rtl="0" eaLnBrk="1" latinLnBrk="0" hangingPunct="1">
                <a:defRPr sz="3600" kern="1200">
                  <a:solidFill>
                    <a:schemeClr val="lt1"/>
                  </a:solidFill>
                  <a:latin typeface="+mn-lt"/>
                  <a:ea typeface="+mn-ea"/>
                  <a:cs typeface="+mn-cs"/>
                </a:defRPr>
              </a:lvl3pPr>
              <a:lvl4pPr marL="2743200" algn="l" defTabSz="914400" rtl="0" eaLnBrk="1" latinLnBrk="0" hangingPunct="1">
                <a:defRPr sz="3600" kern="1200">
                  <a:solidFill>
                    <a:schemeClr val="lt1"/>
                  </a:solidFill>
                  <a:latin typeface="+mn-lt"/>
                  <a:ea typeface="+mn-ea"/>
                  <a:cs typeface="+mn-cs"/>
                </a:defRPr>
              </a:lvl4pPr>
              <a:lvl5pPr marL="3657600" algn="l" defTabSz="914400" rtl="0" eaLnBrk="1" latinLnBrk="0" hangingPunct="1">
                <a:defRPr sz="3600" kern="1200">
                  <a:solidFill>
                    <a:schemeClr val="lt1"/>
                  </a:solidFill>
                  <a:latin typeface="+mn-lt"/>
                  <a:ea typeface="+mn-ea"/>
                  <a:cs typeface="+mn-cs"/>
                </a:defRPr>
              </a:lvl5pPr>
              <a:lvl6pPr marL="4572000" algn="l" defTabSz="914400" rtl="0" eaLnBrk="1" latinLnBrk="0" hangingPunct="1">
                <a:defRPr sz="3600" kern="1200">
                  <a:solidFill>
                    <a:schemeClr val="lt1"/>
                  </a:solidFill>
                  <a:latin typeface="+mn-lt"/>
                  <a:ea typeface="+mn-ea"/>
                  <a:cs typeface="+mn-cs"/>
                </a:defRPr>
              </a:lvl6pPr>
              <a:lvl7pPr marL="5486400" algn="l" defTabSz="914400" rtl="0" eaLnBrk="1" latinLnBrk="0" hangingPunct="1">
                <a:defRPr sz="3600" kern="1200">
                  <a:solidFill>
                    <a:schemeClr val="lt1"/>
                  </a:solidFill>
                  <a:latin typeface="+mn-lt"/>
                  <a:ea typeface="+mn-ea"/>
                  <a:cs typeface="+mn-cs"/>
                </a:defRPr>
              </a:lvl7pPr>
              <a:lvl8pPr marL="6400800" algn="l" defTabSz="914400" rtl="0" eaLnBrk="1" latinLnBrk="0" hangingPunct="1">
                <a:defRPr sz="3600" kern="1200">
                  <a:solidFill>
                    <a:schemeClr val="lt1"/>
                  </a:solidFill>
                  <a:latin typeface="+mn-lt"/>
                  <a:ea typeface="+mn-ea"/>
                  <a:cs typeface="+mn-cs"/>
                </a:defRPr>
              </a:lvl8pPr>
              <a:lvl9pPr marL="7315200" algn="l" defTabSz="914400" rtl="0" eaLnBrk="1" latinLnBrk="0" hangingPunct="1">
                <a:defRPr sz="3600" kern="1200">
                  <a:solidFill>
                    <a:schemeClr val="lt1"/>
                  </a:solidFill>
                  <a:latin typeface="+mn-lt"/>
                  <a:ea typeface="+mn-ea"/>
                  <a:cs typeface="+mn-cs"/>
                </a:defRPr>
              </a:lvl9pPr>
            </a:lstStyle>
            <a:p>
              <a:pPr algn="ctr"/>
              <a:endParaRPr lang="en-US">
                <a:solidFill>
                  <a:schemeClr val="tx1"/>
                </a:solidFill>
              </a:endParaRPr>
            </a:p>
          </p:txBody>
        </p:sp>
        <p:sp>
          <p:nvSpPr>
            <p:cNvPr id="24" name="Block Arc 23">
              <a:extLst>
                <a:ext uri="{FF2B5EF4-FFF2-40B4-BE49-F238E27FC236}">
                  <a16:creationId xmlns:a16="http://schemas.microsoft.com/office/drawing/2014/main" id="{CDAEB262-8299-0637-3891-E87FBAD9110C}"/>
                </a:ext>
              </a:extLst>
            </p:cNvPr>
            <p:cNvSpPr/>
            <p:nvPr userDrawn="1"/>
          </p:nvSpPr>
          <p:spPr>
            <a:xfrm>
              <a:off x="3657590" y="5848928"/>
              <a:ext cx="934300" cy="934300"/>
            </a:xfrm>
            <a:prstGeom prst="blockArc">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3600" kern="1200">
                  <a:solidFill>
                    <a:schemeClr val="lt1"/>
                  </a:solidFill>
                  <a:latin typeface="+mn-lt"/>
                  <a:ea typeface="+mn-ea"/>
                  <a:cs typeface="+mn-cs"/>
                </a:defRPr>
              </a:lvl1pPr>
              <a:lvl2pPr marL="914400" algn="l" defTabSz="914400" rtl="0" eaLnBrk="1" latinLnBrk="0" hangingPunct="1">
                <a:defRPr sz="3600" kern="1200">
                  <a:solidFill>
                    <a:schemeClr val="lt1"/>
                  </a:solidFill>
                  <a:latin typeface="+mn-lt"/>
                  <a:ea typeface="+mn-ea"/>
                  <a:cs typeface="+mn-cs"/>
                </a:defRPr>
              </a:lvl2pPr>
              <a:lvl3pPr marL="1828800" algn="l" defTabSz="914400" rtl="0" eaLnBrk="1" latinLnBrk="0" hangingPunct="1">
                <a:defRPr sz="3600" kern="1200">
                  <a:solidFill>
                    <a:schemeClr val="lt1"/>
                  </a:solidFill>
                  <a:latin typeface="+mn-lt"/>
                  <a:ea typeface="+mn-ea"/>
                  <a:cs typeface="+mn-cs"/>
                </a:defRPr>
              </a:lvl3pPr>
              <a:lvl4pPr marL="2743200" algn="l" defTabSz="914400" rtl="0" eaLnBrk="1" latinLnBrk="0" hangingPunct="1">
                <a:defRPr sz="3600" kern="1200">
                  <a:solidFill>
                    <a:schemeClr val="lt1"/>
                  </a:solidFill>
                  <a:latin typeface="+mn-lt"/>
                  <a:ea typeface="+mn-ea"/>
                  <a:cs typeface="+mn-cs"/>
                </a:defRPr>
              </a:lvl4pPr>
              <a:lvl5pPr marL="3657600" algn="l" defTabSz="914400" rtl="0" eaLnBrk="1" latinLnBrk="0" hangingPunct="1">
                <a:defRPr sz="3600" kern="1200">
                  <a:solidFill>
                    <a:schemeClr val="lt1"/>
                  </a:solidFill>
                  <a:latin typeface="+mn-lt"/>
                  <a:ea typeface="+mn-ea"/>
                  <a:cs typeface="+mn-cs"/>
                </a:defRPr>
              </a:lvl5pPr>
              <a:lvl6pPr marL="4572000" algn="l" defTabSz="914400" rtl="0" eaLnBrk="1" latinLnBrk="0" hangingPunct="1">
                <a:defRPr sz="3600" kern="1200">
                  <a:solidFill>
                    <a:schemeClr val="lt1"/>
                  </a:solidFill>
                  <a:latin typeface="+mn-lt"/>
                  <a:ea typeface="+mn-ea"/>
                  <a:cs typeface="+mn-cs"/>
                </a:defRPr>
              </a:lvl6pPr>
              <a:lvl7pPr marL="5486400" algn="l" defTabSz="914400" rtl="0" eaLnBrk="1" latinLnBrk="0" hangingPunct="1">
                <a:defRPr sz="3600" kern="1200">
                  <a:solidFill>
                    <a:schemeClr val="lt1"/>
                  </a:solidFill>
                  <a:latin typeface="+mn-lt"/>
                  <a:ea typeface="+mn-ea"/>
                  <a:cs typeface="+mn-cs"/>
                </a:defRPr>
              </a:lvl7pPr>
              <a:lvl8pPr marL="6400800" algn="l" defTabSz="914400" rtl="0" eaLnBrk="1" latinLnBrk="0" hangingPunct="1">
                <a:defRPr sz="3600" kern="1200">
                  <a:solidFill>
                    <a:schemeClr val="lt1"/>
                  </a:solidFill>
                  <a:latin typeface="+mn-lt"/>
                  <a:ea typeface="+mn-ea"/>
                  <a:cs typeface="+mn-cs"/>
                </a:defRPr>
              </a:lvl8pPr>
              <a:lvl9pPr marL="7315200" algn="l" defTabSz="914400" rtl="0" eaLnBrk="1" latinLnBrk="0" hangingPunct="1">
                <a:defRPr sz="3600" kern="1200">
                  <a:solidFill>
                    <a:schemeClr val="lt1"/>
                  </a:solidFill>
                  <a:latin typeface="+mn-lt"/>
                  <a:ea typeface="+mn-ea"/>
                  <a:cs typeface="+mn-cs"/>
                </a:defRPr>
              </a:lvl9pPr>
            </a:lstStyle>
            <a:p>
              <a:pPr algn="ctr"/>
              <a:endParaRPr lang="en-US">
                <a:solidFill>
                  <a:schemeClr val="tx1"/>
                </a:solidFill>
              </a:endParaRPr>
            </a:p>
          </p:txBody>
        </p:sp>
      </p:grpSp>
      <p:grpSp>
        <p:nvGrpSpPr>
          <p:cNvPr id="20" name="Group 19">
            <a:extLst>
              <a:ext uri="{FF2B5EF4-FFF2-40B4-BE49-F238E27FC236}">
                <a16:creationId xmlns:a16="http://schemas.microsoft.com/office/drawing/2014/main" id="{31290966-88F8-3797-A535-96947F11858E}"/>
              </a:ext>
            </a:extLst>
          </p:cNvPr>
          <p:cNvGrpSpPr/>
          <p:nvPr userDrawn="1"/>
        </p:nvGrpSpPr>
        <p:grpSpPr>
          <a:xfrm>
            <a:off x="-823866" y="3028657"/>
            <a:ext cx="3379879" cy="3479671"/>
            <a:chOff x="2746246" y="4899992"/>
            <a:chExt cx="834029" cy="842267"/>
          </a:xfrm>
        </p:grpSpPr>
        <p:sp>
          <p:nvSpPr>
            <p:cNvPr id="21" name="Block Arc 20">
              <a:extLst>
                <a:ext uri="{FF2B5EF4-FFF2-40B4-BE49-F238E27FC236}">
                  <a16:creationId xmlns:a16="http://schemas.microsoft.com/office/drawing/2014/main" id="{815E37BA-90FA-9752-B1A9-6A4A07014A66}"/>
                </a:ext>
              </a:extLst>
            </p:cNvPr>
            <p:cNvSpPr/>
            <p:nvPr userDrawn="1"/>
          </p:nvSpPr>
          <p:spPr>
            <a:xfrm>
              <a:off x="2746247" y="4908231"/>
              <a:ext cx="834028" cy="834028"/>
            </a:xfrm>
            <a:prstGeom prst="blockArc">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3600" kern="1200">
                  <a:solidFill>
                    <a:schemeClr val="lt1"/>
                  </a:solidFill>
                  <a:latin typeface="+mn-lt"/>
                  <a:ea typeface="+mn-ea"/>
                  <a:cs typeface="+mn-cs"/>
                </a:defRPr>
              </a:lvl1pPr>
              <a:lvl2pPr marL="914400" algn="l" defTabSz="914400" rtl="0" eaLnBrk="1" latinLnBrk="0" hangingPunct="1">
                <a:defRPr sz="3600" kern="1200">
                  <a:solidFill>
                    <a:schemeClr val="lt1"/>
                  </a:solidFill>
                  <a:latin typeface="+mn-lt"/>
                  <a:ea typeface="+mn-ea"/>
                  <a:cs typeface="+mn-cs"/>
                </a:defRPr>
              </a:lvl2pPr>
              <a:lvl3pPr marL="1828800" algn="l" defTabSz="914400" rtl="0" eaLnBrk="1" latinLnBrk="0" hangingPunct="1">
                <a:defRPr sz="3600" kern="1200">
                  <a:solidFill>
                    <a:schemeClr val="lt1"/>
                  </a:solidFill>
                  <a:latin typeface="+mn-lt"/>
                  <a:ea typeface="+mn-ea"/>
                  <a:cs typeface="+mn-cs"/>
                </a:defRPr>
              </a:lvl3pPr>
              <a:lvl4pPr marL="2743200" algn="l" defTabSz="914400" rtl="0" eaLnBrk="1" latinLnBrk="0" hangingPunct="1">
                <a:defRPr sz="3600" kern="1200">
                  <a:solidFill>
                    <a:schemeClr val="lt1"/>
                  </a:solidFill>
                  <a:latin typeface="+mn-lt"/>
                  <a:ea typeface="+mn-ea"/>
                  <a:cs typeface="+mn-cs"/>
                </a:defRPr>
              </a:lvl4pPr>
              <a:lvl5pPr marL="3657600" algn="l" defTabSz="914400" rtl="0" eaLnBrk="1" latinLnBrk="0" hangingPunct="1">
                <a:defRPr sz="3600" kern="1200">
                  <a:solidFill>
                    <a:schemeClr val="lt1"/>
                  </a:solidFill>
                  <a:latin typeface="+mn-lt"/>
                  <a:ea typeface="+mn-ea"/>
                  <a:cs typeface="+mn-cs"/>
                </a:defRPr>
              </a:lvl5pPr>
              <a:lvl6pPr marL="4572000" algn="l" defTabSz="914400" rtl="0" eaLnBrk="1" latinLnBrk="0" hangingPunct="1">
                <a:defRPr sz="3600" kern="1200">
                  <a:solidFill>
                    <a:schemeClr val="lt1"/>
                  </a:solidFill>
                  <a:latin typeface="+mn-lt"/>
                  <a:ea typeface="+mn-ea"/>
                  <a:cs typeface="+mn-cs"/>
                </a:defRPr>
              </a:lvl6pPr>
              <a:lvl7pPr marL="5486400" algn="l" defTabSz="914400" rtl="0" eaLnBrk="1" latinLnBrk="0" hangingPunct="1">
                <a:defRPr sz="3600" kern="1200">
                  <a:solidFill>
                    <a:schemeClr val="lt1"/>
                  </a:solidFill>
                  <a:latin typeface="+mn-lt"/>
                  <a:ea typeface="+mn-ea"/>
                  <a:cs typeface="+mn-cs"/>
                </a:defRPr>
              </a:lvl7pPr>
              <a:lvl8pPr marL="6400800" algn="l" defTabSz="914400" rtl="0" eaLnBrk="1" latinLnBrk="0" hangingPunct="1">
                <a:defRPr sz="3600" kern="1200">
                  <a:solidFill>
                    <a:schemeClr val="lt1"/>
                  </a:solidFill>
                  <a:latin typeface="+mn-lt"/>
                  <a:ea typeface="+mn-ea"/>
                  <a:cs typeface="+mn-cs"/>
                </a:defRPr>
              </a:lvl8pPr>
              <a:lvl9pPr marL="7315200" algn="l" defTabSz="914400" rtl="0" eaLnBrk="1" latinLnBrk="0" hangingPunct="1">
                <a:defRPr sz="3600" kern="1200">
                  <a:solidFill>
                    <a:schemeClr val="lt1"/>
                  </a:solidFill>
                  <a:latin typeface="+mn-lt"/>
                  <a:ea typeface="+mn-ea"/>
                  <a:cs typeface="+mn-cs"/>
                </a:defRPr>
              </a:lvl9pPr>
            </a:lstStyle>
            <a:p>
              <a:pPr algn="ctr"/>
              <a:endParaRPr lang="en-US">
                <a:solidFill>
                  <a:schemeClr val="tx1"/>
                </a:solidFill>
              </a:endParaRPr>
            </a:p>
          </p:txBody>
        </p:sp>
        <p:sp>
          <p:nvSpPr>
            <p:cNvPr id="22" name="Block Arc 21">
              <a:extLst>
                <a:ext uri="{FF2B5EF4-FFF2-40B4-BE49-F238E27FC236}">
                  <a16:creationId xmlns:a16="http://schemas.microsoft.com/office/drawing/2014/main" id="{7D939FF7-9EAF-34E2-16F1-780888DE8F0F}"/>
                </a:ext>
              </a:extLst>
            </p:cNvPr>
            <p:cNvSpPr/>
            <p:nvPr userDrawn="1"/>
          </p:nvSpPr>
          <p:spPr>
            <a:xfrm rot="10800000">
              <a:off x="2746246" y="4899992"/>
              <a:ext cx="834028" cy="834028"/>
            </a:xfrm>
            <a:prstGeom prst="blockArc">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3600" kern="1200">
                  <a:solidFill>
                    <a:schemeClr val="lt1"/>
                  </a:solidFill>
                  <a:latin typeface="+mn-lt"/>
                  <a:ea typeface="+mn-ea"/>
                  <a:cs typeface="+mn-cs"/>
                </a:defRPr>
              </a:lvl1pPr>
              <a:lvl2pPr marL="914400" algn="l" defTabSz="914400" rtl="0" eaLnBrk="1" latinLnBrk="0" hangingPunct="1">
                <a:defRPr sz="3600" kern="1200">
                  <a:solidFill>
                    <a:schemeClr val="lt1"/>
                  </a:solidFill>
                  <a:latin typeface="+mn-lt"/>
                  <a:ea typeface="+mn-ea"/>
                  <a:cs typeface="+mn-cs"/>
                </a:defRPr>
              </a:lvl2pPr>
              <a:lvl3pPr marL="1828800" algn="l" defTabSz="914400" rtl="0" eaLnBrk="1" latinLnBrk="0" hangingPunct="1">
                <a:defRPr sz="3600" kern="1200">
                  <a:solidFill>
                    <a:schemeClr val="lt1"/>
                  </a:solidFill>
                  <a:latin typeface="+mn-lt"/>
                  <a:ea typeface="+mn-ea"/>
                  <a:cs typeface="+mn-cs"/>
                </a:defRPr>
              </a:lvl3pPr>
              <a:lvl4pPr marL="2743200" algn="l" defTabSz="914400" rtl="0" eaLnBrk="1" latinLnBrk="0" hangingPunct="1">
                <a:defRPr sz="3600" kern="1200">
                  <a:solidFill>
                    <a:schemeClr val="lt1"/>
                  </a:solidFill>
                  <a:latin typeface="+mn-lt"/>
                  <a:ea typeface="+mn-ea"/>
                  <a:cs typeface="+mn-cs"/>
                </a:defRPr>
              </a:lvl4pPr>
              <a:lvl5pPr marL="3657600" algn="l" defTabSz="914400" rtl="0" eaLnBrk="1" latinLnBrk="0" hangingPunct="1">
                <a:defRPr sz="3600" kern="1200">
                  <a:solidFill>
                    <a:schemeClr val="lt1"/>
                  </a:solidFill>
                  <a:latin typeface="+mn-lt"/>
                  <a:ea typeface="+mn-ea"/>
                  <a:cs typeface="+mn-cs"/>
                </a:defRPr>
              </a:lvl5pPr>
              <a:lvl6pPr marL="4572000" algn="l" defTabSz="914400" rtl="0" eaLnBrk="1" latinLnBrk="0" hangingPunct="1">
                <a:defRPr sz="3600" kern="1200">
                  <a:solidFill>
                    <a:schemeClr val="lt1"/>
                  </a:solidFill>
                  <a:latin typeface="+mn-lt"/>
                  <a:ea typeface="+mn-ea"/>
                  <a:cs typeface="+mn-cs"/>
                </a:defRPr>
              </a:lvl6pPr>
              <a:lvl7pPr marL="5486400" algn="l" defTabSz="914400" rtl="0" eaLnBrk="1" latinLnBrk="0" hangingPunct="1">
                <a:defRPr sz="3600" kern="1200">
                  <a:solidFill>
                    <a:schemeClr val="lt1"/>
                  </a:solidFill>
                  <a:latin typeface="+mn-lt"/>
                  <a:ea typeface="+mn-ea"/>
                  <a:cs typeface="+mn-cs"/>
                </a:defRPr>
              </a:lvl7pPr>
              <a:lvl8pPr marL="6400800" algn="l" defTabSz="914400" rtl="0" eaLnBrk="1" latinLnBrk="0" hangingPunct="1">
                <a:defRPr sz="3600" kern="1200">
                  <a:solidFill>
                    <a:schemeClr val="lt1"/>
                  </a:solidFill>
                  <a:latin typeface="+mn-lt"/>
                  <a:ea typeface="+mn-ea"/>
                  <a:cs typeface="+mn-cs"/>
                </a:defRPr>
              </a:lvl8pPr>
              <a:lvl9pPr marL="7315200" algn="l" defTabSz="914400" rtl="0" eaLnBrk="1" latinLnBrk="0" hangingPunct="1">
                <a:defRPr sz="3600" kern="1200">
                  <a:solidFill>
                    <a:schemeClr val="lt1"/>
                  </a:solidFill>
                  <a:latin typeface="+mn-lt"/>
                  <a:ea typeface="+mn-ea"/>
                  <a:cs typeface="+mn-cs"/>
                </a:defRPr>
              </a:lvl9pPr>
            </a:lstStyle>
            <a:p>
              <a:pPr algn="ctr"/>
              <a:endParaRPr lang="en-US">
                <a:solidFill>
                  <a:schemeClr val="tx1"/>
                </a:solidFill>
              </a:endParaRPr>
            </a:p>
          </p:txBody>
        </p:sp>
      </p:grpSp>
    </p:spTree>
    <p:custDataLst>
      <p:tags r:id="rId1"/>
    </p:custDataLst>
    <p:extLst>
      <p:ext uri="{BB962C8B-B14F-4D97-AF65-F5344CB8AC3E}">
        <p14:creationId xmlns:p14="http://schemas.microsoft.com/office/powerpoint/2010/main" val="39792747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SAS - Title and Content - Right Spacer">
    <p:spTree>
      <p:nvGrpSpPr>
        <p:cNvPr id="1" name=""/>
        <p:cNvGrpSpPr/>
        <p:nvPr/>
      </p:nvGrpSpPr>
      <p:grpSpPr>
        <a:xfrm>
          <a:off x="0" y="0"/>
          <a:ext cx="0" cy="0"/>
          <a:chOff x="0" y="0"/>
          <a:chExt cx="0" cy="0"/>
        </a:xfrm>
      </p:grpSpPr>
      <p:sp>
        <p:nvSpPr>
          <p:cNvPr id="12" name="Title Placeholder 1">
            <a:extLst>
              <a:ext uri="{FF2B5EF4-FFF2-40B4-BE49-F238E27FC236}">
                <a16:creationId xmlns:a16="http://schemas.microsoft.com/office/drawing/2014/main" id="{6F060396-EEE3-A20F-EF3B-666AF65526C8}"/>
              </a:ext>
            </a:extLst>
          </p:cNvPr>
          <p:cNvSpPr>
            <a:spLocks noGrp="1"/>
          </p:cNvSpPr>
          <p:nvPr>
            <p:ph type="title" hasCustomPrompt="1"/>
          </p:nvPr>
        </p:nvSpPr>
        <p:spPr>
          <a:xfrm>
            <a:off x="1211581" y="975446"/>
            <a:ext cx="11609018" cy="1281782"/>
          </a:xfrm>
          <a:prstGeom prst="rect">
            <a:avLst/>
          </a:prstGeom>
        </p:spPr>
        <p:txBody>
          <a:bodyPr vert="horz" lIns="0" tIns="0" rIns="0" bIns="0" rtlCol="0" anchor="ctr">
            <a:normAutofit/>
          </a:bodyPr>
          <a:lstStyle>
            <a:lvl1pPr>
              <a:lnSpc>
                <a:spcPct val="100000"/>
              </a:lnSpc>
              <a:defRPr b="1">
                <a:latin typeface="+mj-lt"/>
              </a:defRPr>
            </a:lvl1pPr>
          </a:lstStyle>
          <a:p>
            <a:r>
              <a:rPr lang="en-US"/>
              <a:t>Click to add slide title</a:t>
            </a:r>
          </a:p>
        </p:txBody>
      </p:sp>
      <p:sp>
        <p:nvSpPr>
          <p:cNvPr id="17" name="Content Placeholder 16">
            <a:extLst>
              <a:ext uri="{FF2B5EF4-FFF2-40B4-BE49-F238E27FC236}">
                <a16:creationId xmlns:a16="http://schemas.microsoft.com/office/drawing/2014/main" id="{F3ADEBA6-E844-0269-AE08-7E77C1F270E2}"/>
              </a:ext>
            </a:extLst>
          </p:cNvPr>
          <p:cNvSpPr>
            <a:spLocks noGrp="1"/>
          </p:cNvSpPr>
          <p:nvPr>
            <p:ph sz="quarter" idx="10"/>
          </p:nvPr>
        </p:nvSpPr>
        <p:spPr>
          <a:xfrm>
            <a:off x="1211565" y="2768056"/>
            <a:ext cx="11609346" cy="6265545"/>
          </a:xfrm>
        </p:spPr>
        <p:txBody>
          <a:bodyPr>
            <a:normAutofit/>
          </a:bodyPr>
          <a:lstStyle>
            <a:lvl1pPr marL="0" indent="0">
              <a:lnSpc>
                <a:spcPct val="125000"/>
              </a:lnSpc>
              <a:spcBef>
                <a:spcPts val="0"/>
              </a:spcBef>
              <a:spcAft>
                <a:spcPts val="3000"/>
              </a:spcAft>
              <a:buNone/>
              <a:defRPr sz="3000">
                <a:solidFill>
                  <a:schemeClr val="accent5"/>
                </a:solidFill>
              </a:defRPr>
            </a:lvl1pPr>
            <a:lvl2pPr marL="365760" indent="0">
              <a:lnSpc>
                <a:spcPct val="125000"/>
              </a:lnSpc>
              <a:spcBef>
                <a:spcPts val="0"/>
              </a:spcBef>
              <a:spcAft>
                <a:spcPts val="3000"/>
              </a:spcAft>
              <a:buNone/>
              <a:defRPr sz="3000">
                <a:solidFill>
                  <a:schemeClr val="accent5"/>
                </a:solidFill>
              </a:defRPr>
            </a:lvl2pPr>
            <a:lvl3pPr marL="731520" indent="0">
              <a:lnSpc>
                <a:spcPct val="125000"/>
              </a:lnSpc>
              <a:spcBef>
                <a:spcPts val="0"/>
              </a:spcBef>
              <a:spcAft>
                <a:spcPts val="3000"/>
              </a:spcAft>
              <a:buNone/>
              <a:defRPr sz="3000">
                <a:solidFill>
                  <a:schemeClr val="accent5"/>
                </a:solidFill>
              </a:defRPr>
            </a:lvl3pPr>
            <a:lvl4pPr marL="2057400" indent="0">
              <a:lnSpc>
                <a:spcPct val="125000"/>
              </a:lnSpc>
              <a:spcBef>
                <a:spcPts val="0"/>
              </a:spcBef>
              <a:spcAft>
                <a:spcPts val="3000"/>
              </a:spcAft>
              <a:buNone/>
              <a:defRPr sz="3000">
                <a:solidFill>
                  <a:schemeClr val="accent5"/>
                </a:solidFill>
              </a:defRPr>
            </a:lvl4pPr>
            <a:lvl5pPr marL="2743200" indent="0">
              <a:lnSpc>
                <a:spcPct val="125000"/>
              </a:lnSpc>
              <a:spcBef>
                <a:spcPts val="0"/>
              </a:spcBef>
              <a:spcAft>
                <a:spcPts val="3000"/>
              </a:spcAft>
              <a:buNone/>
              <a:defRPr sz="3000">
                <a:solidFill>
                  <a:schemeClr val="accent5"/>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2" name="Group 1">
            <a:extLst>
              <a:ext uri="{FF2B5EF4-FFF2-40B4-BE49-F238E27FC236}">
                <a16:creationId xmlns:a16="http://schemas.microsoft.com/office/drawing/2014/main" id="{062A267C-8F12-234A-A580-89284171169B}"/>
              </a:ext>
            </a:extLst>
          </p:cNvPr>
          <p:cNvGrpSpPr/>
          <p:nvPr userDrawn="1"/>
        </p:nvGrpSpPr>
        <p:grpSpPr>
          <a:xfrm rot="5400000">
            <a:off x="10782568" y="2016811"/>
            <a:ext cx="10410422" cy="3697205"/>
            <a:chOff x="1699521" y="3863340"/>
            <a:chExt cx="12346222" cy="4384693"/>
          </a:xfrm>
        </p:grpSpPr>
        <p:sp>
          <p:nvSpPr>
            <p:cNvPr id="3" name="Rounded Rectangle 2">
              <a:extLst>
                <a:ext uri="{FF2B5EF4-FFF2-40B4-BE49-F238E27FC236}">
                  <a16:creationId xmlns:a16="http://schemas.microsoft.com/office/drawing/2014/main" id="{8558622C-45F7-18E3-417B-E6870B46CDAA}"/>
                </a:ext>
              </a:extLst>
            </p:cNvPr>
            <p:cNvSpPr>
              <a:spLocks noChangeAspect="1"/>
            </p:cNvSpPr>
            <p:nvPr/>
          </p:nvSpPr>
          <p:spPr>
            <a:xfrm>
              <a:off x="1816063" y="3881628"/>
              <a:ext cx="10860002" cy="1280160"/>
            </a:xfrm>
            <a:prstGeom prst="roundRect">
              <a:avLst>
                <a:gd name="adj" fmla="val 50000"/>
              </a:avLst>
            </a:prstGeom>
            <a:solidFill>
              <a:srgbClr val="C6DE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3600" kern="1200">
                  <a:solidFill>
                    <a:schemeClr val="lt1"/>
                  </a:solidFill>
                  <a:latin typeface="+mn-lt"/>
                  <a:ea typeface="+mn-ea"/>
                  <a:cs typeface="+mn-cs"/>
                </a:defRPr>
              </a:lvl1pPr>
              <a:lvl2pPr marL="914400" algn="l" defTabSz="914400" rtl="0" eaLnBrk="1" latinLnBrk="0" hangingPunct="1">
                <a:defRPr sz="3600" kern="1200">
                  <a:solidFill>
                    <a:schemeClr val="lt1"/>
                  </a:solidFill>
                  <a:latin typeface="+mn-lt"/>
                  <a:ea typeface="+mn-ea"/>
                  <a:cs typeface="+mn-cs"/>
                </a:defRPr>
              </a:lvl2pPr>
              <a:lvl3pPr marL="1828800" algn="l" defTabSz="914400" rtl="0" eaLnBrk="1" latinLnBrk="0" hangingPunct="1">
                <a:defRPr sz="3600" kern="1200">
                  <a:solidFill>
                    <a:schemeClr val="lt1"/>
                  </a:solidFill>
                  <a:latin typeface="+mn-lt"/>
                  <a:ea typeface="+mn-ea"/>
                  <a:cs typeface="+mn-cs"/>
                </a:defRPr>
              </a:lvl3pPr>
              <a:lvl4pPr marL="2743200" algn="l" defTabSz="914400" rtl="0" eaLnBrk="1" latinLnBrk="0" hangingPunct="1">
                <a:defRPr sz="3600" kern="1200">
                  <a:solidFill>
                    <a:schemeClr val="lt1"/>
                  </a:solidFill>
                  <a:latin typeface="+mn-lt"/>
                  <a:ea typeface="+mn-ea"/>
                  <a:cs typeface="+mn-cs"/>
                </a:defRPr>
              </a:lvl4pPr>
              <a:lvl5pPr marL="3657600" algn="l" defTabSz="914400" rtl="0" eaLnBrk="1" latinLnBrk="0" hangingPunct="1">
                <a:defRPr sz="3600" kern="1200">
                  <a:solidFill>
                    <a:schemeClr val="lt1"/>
                  </a:solidFill>
                  <a:latin typeface="+mn-lt"/>
                  <a:ea typeface="+mn-ea"/>
                  <a:cs typeface="+mn-cs"/>
                </a:defRPr>
              </a:lvl5pPr>
              <a:lvl6pPr marL="4572000" algn="l" defTabSz="914400" rtl="0" eaLnBrk="1" latinLnBrk="0" hangingPunct="1">
                <a:defRPr sz="3600" kern="1200">
                  <a:solidFill>
                    <a:schemeClr val="lt1"/>
                  </a:solidFill>
                  <a:latin typeface="+mn-lt"/>
                  <a:ea typeface="+mn-ea"/>
                  <a:cs typeface="+mn-cs"/>
                </a:defRPr>
              </a:lvl6pPr>
              <a:lvl7pPr marL="5486400" algn="l" defTabSz="914400" rtl="0" eaLnBrk="1" latinLnBrk="0" hangingPunct="1">
                <a:defRPr sz="3600" kern="1200">
                  <a:solidFill>
                    <a:schemeClr val="lt1"/>
                  </a:solidFill>
                  <a:latin typeface="+mn-lt"/>
                  <a:ea typeface="+mn-ea"/>
                  <a:cs typeface="+mn-cs"/>
                </a:defRPr>
              </a:lvl7pPr>
              <a:lvl8pPr marL="6400800" algn="l" defTabSz="914400" rtl="0" eaLnBrk="1" latinLnBrk="0" hangingPunct="1">
                <a:defRPr sz="3600" kern="1200">
                  <a:solidFill>
                    <a:schemeClr val="lt1"/>
                  </a:solidFill>
                  <a:latin typeface="+mn-lt"/>
                  <a:ea typeface="+mn-ea"/>
                  <a:cs typeface="+mn-cs"/>
                </a:defRPr>
              </a:lvl8pPr>
              <a:lvl9pPr marL="7315200" algn="l" defTabSz="914400" rtl="0" eaLnBrk="1" latinLnBrk="0" hangingPunct="1">
                <a:defRPr sz="3600" kern="1200">
                  <a:solidFill>
                    <a:schemeClr val="lt1"/>
                  </a:solidFill>
                  <a:latin typeface="+mn-lt"/>
                  <a:ea typeface="+mn-ea"/>
                  <a:cs typeface="+mn-cs"/>
                </a:defRPr>
              </a:lvl9pPr>
            </a:lstStyle>
            <a:p>
              <a:pPr algn="ctr"/>
              <a:endParaRPr lang="en-US" sz="1800"/>
            </a:p>
          </p:txBody>
        </p:sp>
        <p:sp>
          <p:nvSpPr>
            <p:cNvPr id="4" name="Rounded Rectangle 3">
              <a:extLst>
                <a:ext uri="{FF2B5EF4-FFF2-40B4-BE49-F238E27FC236}">
                  <a16:creationId xmlns:a16="http://schemas.microsoft.com/office/drawing/2014/main" id="{71C52C8A-277B-91D2-62C4-C706B9E9CA37}"/>
                </a:ext>
              </a:extLst>
            </p:cNvPr>
            <p:cNvSpPr>
              <a:spLocks noChangeAspect="1"/>
            </p:cNvSpPr>
            <p:nvPr/>
          </p:nvSpPr>
          <p:spPr>
            <a:xfrm>
              <a:off x="11217125" y="5418718"/>
              <a:ext cx="2740595" cy="1280160"/>
            </a:xfrm>
            <a:prstGeom prst="roundRect">
              <a:avLst>
                <a:gd name="adj"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3600" kern="1200">
                  <a:solidFill>
                    <a:schemeClr val="lt1"/>
                  </a:solidFill>
                  <a:latin typeface="+mn-lt"/>
                  <a:ea typeface="+mn-ea"/>
                  <a:cs typeface="+mn-cs"/>
                </a:defRPr>
              </a:lvl1pPr>
              <a:lvl2pPr marL="914400" algn="l" defTabSz="914400" rtl="0" eaLnBrk="1" latinLnBrk="0" hangingPunct="1">
                <a:defRPr sz="3600" kern="1200">
                  <a:solidFill>
                    <a:schemeClr val="lt1"/>
                  </a:solidFill>
                  <a:latin typeface="+mn-lt"/>
                  <a:ea typeface="+mn-ea"/>
                  <a:cs typeface="+mn-cs"/>
                </a:defRPr>
              </a:lvl2pPr>
              <a:lvl3pPr marL="1828800" algn="l" defTabSz="914400" rtl="0" eaLnBrk="1" latinLnBrk="0" hangingPunct="1">
                <a:defRPr sz="3600" kern="1200">
                  <a:solidFill>
                    <a:schemeClr val="lt1"/>
                  </a:solidFill>
                  <a:latin typeface="+mn-lt"/>
                  <a:ea typeface="+mn-ea"/>
                  <a:cs typeface="+mn-cs"/>
                </a:defRPr>
              </a:lvl3pPr>
              <a:lvl4pPr marL="2743200" algn="l" defTabSz="914400" rtl="0" eaLnBrk="1" latinLnBrk="0" hangingPunct="1">
                <a:defRPr sz="3600" kern="1200">
                  <a:solidFill>
                    <a:schemeClr val="lt1"/>
                  </a:solidFill>
                  <a:latin typeface="+mn-lt"/>
                  <a:ea typeface="+mn-ea"/>
                  <a:cs typeface="+mn-cs"/>
                </a:defRPr>
              </a:lvl4pPr>
              <a:lvl5pPr marL="3657600" algn="l" defTabSz="914400" rtl="0" eaLnBrk="1" latinLnBrk="0" hangingPunct="1">
                <a:defRPr sz="3600" kern="1200">
                  <a:solidFill>
                    <a:schemeClr val="lt1"/>
                  </a:solidFill>
                  <a:latin typeface="+mn-lt"/>
                  <a:ea typeface="+mn-ea"/>
                  <a:cs typeface="+mn-cs"/>
                </a:defRPr>
              </a:lvl5pPr>
              <a:lvl6pPr marL="4572000" algn="l" defTabSz="914400" rtl="0" eaLnBrk="1" latinLnBrk="0" hangingPunct="1">
                <a:defRPr sz="3600" kern="1200">
                  <a:solidFill>
                    <a:schemeClr val="lt1"/>
                  </a:solidFill>
                  <a:latin typeface="+mn-lt"/>
                  <a:ea typeface="+mn-ea"/>
                  <a:cs typeface="+mn-cs"/>
                </a:defRPr>
              </a:lvl6pPr>
              <a:lvl7pPr marL="5486400" algn="l" defTabSz="914400" rtl="0" eaLnBrk="1" latinLnBrk="0" hangingPunct="1">
                <a:defRPr sz="3600" kern="1200">
                  <a:solidFill>
                    <a:schemeClr val="lt1"/>
                  </a:solidFill>
                  <a:latin typeface="+mn-lt"/>
                  <a:ea typeface="+mn-ea"/>
                  <a:cs typeface="+mn-cs"/>
                </a:defRPr>
              </a:lvl7pPr>
              <a:lvl8pPr marL="6400800" algn="l" defTabSz="914400" rtl="0" eaLnBrk="1" latinLnBrk="0" hangingPunct="1">
                <a:defRPr sz="3600" kern="1200">
                  <a:solidFill>
                    <a:schemeClr val="lt1"/>
                  </a:solidFill>
                  <a:latin typeface="+mn-lt"/>
                  <a:ea typeface="+mn-ea"/>
                  <a:cs typeface="+mn-cs"/>
                </a:defRPr>
              </a:lvl8pPr>
              <a:lvl9pPr marL="7315200" algn="l" defTabSz="914400" rtl="0" eaLnBrk="1" latinLnBrk="0" hangingPunct="1">
                <a:defRPr sz="3600" kern="1200">
                  <a:solidFill>
                    <a:schemeClr val="lt1"/>
                  </a:solidFill>
                  <a:latin typeface="+mn-lt"/>
                  <a:ea typeface="+mn-ea"/>
                  <a:cs typeface="+mn-cs"/>
                </a:defRPr>
              </a:lvl9pPr>
            </a:lstStyle>
            <a:p>
              <a:pPr algn="ctr"/>
              <a:endParaRPr lang="en-US" sz="1800"/>
            </a:p>
          </p:txBody>
        </p:sp>
        <p:sp>
          <p:nvSpPr>
            <p:cNvPr id="5" name="Oval 4">
              <a:extLst>
                <a:ext uri="{FF2B5EF4-FFF2-40B4-BE49-F238E27FC236}">
                  <a16:creationId xmlns:a16="http://schemas.microsoft.com/office/drawing/2014/main" id="{DD2CA8A8-69A3-A9D9-8AE0-1FD2799EE2A9}"/>
                </a:ext>
              </a:extLst>
            </p:cNvPr>
            <p:cNvSpPr>
              <a:spLocks noChangeAspect="1"/>
            </p:cNvSpPr>
            <p:nvPr/>
          </p:nvSpPr>
          <p:spPr>
            <a:xfrm>
              <a:off x="11423316" y="5418718"/>
              <a:ext cx="1280160" cy="1280160"/>
            </a:xfrm>
            <a:prstGeom prst="ellipse">
              <a:avLst/>
            </a:prstGeom>
            <a:solidFill>
              <a:srgbClr val="4398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3600" kern="1200">
                  <a:solidFill>
                    <a:schemeClr val="lt1"/>
                  </a:solidFill>
                  <a:latin typeface="+mn-lt"/>
                  <a:ea typeface="+mn-ea"/>
                  <a:cs typeface="+mn-cs"/>
                </a:defRPr>
              </a:lvl1pPr>
              <a:lvl2pPr marL="914400" algn="l" defTabSz="914400" rtl="0" eaLnBrk="1" latinLnBrk="0" hangingPunct="1">
                <a:defRPr sz="3600" kern="1200">
                  <a:solidFill>
                    <a:schemeClr val="lt1"/>
                  </a:solidFill>
                  <a:latin typeface="+mn-lt"/>
                  <a:ea typeface="+mn-ea"/>
                  <a:cs typeface="+mn-cs"/>
                </a:defRPr>
              </a:lvl2pPr>
              <a:lvl3pPr marL="1828800" algn="l" defTabSz="914400" rtl="0" eaLnBrk="1" latinLnBrk="0" hangingPunct="1">
                <a:defRPr sz="3600" kern="1200">
                  <a:solidFill>
                    <a:schemeClr val="lt1"/>
                  </a:solidFill>
                  <a:latin typeface="+mn-lt"/>
                  <a:ea typeface="+mn-ea"/>
                  <a:cs typeface="+mn-cs"/>
                </a:defRPr>
              </a:lvl3pPr>
              <a:lvl4pPr marL="2743200" algn="l" defTabSz="914400" rtl="0" eaLnBrk="1" latinLnBrk="0" hangingPunct="1">
                <a:defRPr sz="3600" kern="1200">
                  <a:solidFill>
                    <a:schemeClr val="lt1"/>
                  </a:solidFill>
                  <a:latin typeface="+mn-lt"/>
                  <a:ea typeface="+mn-ea"/>
                  <a:cs typeface="+mn-cs"/>
                </a:defRPr>
              </a:lvl4pPr>
              <a:lvl5pPr marL="3657600" algn="l" defTabSz="914400" rtl="0" eaLnBrk="1" latinLnBrk="0" hangingPunct="1">
                <a:defRPr sz="3600" kern="1200">
                  <a:solidFill>
                    <a:schemeClr val="lt1"/>
                  </a:solidFill>
                  <a:latin typeface="+mn-lt"/>
                  <a:ea typeface="+mn-ea"/>
                  <a:cs typeface="+mn-cs"/>
                </a:defRPr>
              </a:lvl5pPr>
              <a:lvl6pPr marL="4572000" algn="l" defTabSz="914400" rtl="0" eaLnBrk="1" latinLnBrk="0" hangingPunct="1">
                <a:defRPr sz="3600" kern="1200">
                  <a:solidFill>
                    <a:schemeClr val="lt1"/>
                  </a:solidFill>
                  <a:latin typeface="+mn-lt"/>
                  <a:ea typeface="+mn-ea"/>
                  <a:cs typeface="+mn-cs"/>
                </a:defRPr>
              </a:lvl6pPr>
              <a:lvl7pPr marL="5486400" algn="l" defTabSz="914400" rtl="0" eaLnBrk="1" latinLnBrk="0" hangingPunct="1">
                <a:defRPr sz="3600" kern="1200">
                  <a:solidFill>
                    <a:schemeClr val="lt1"/>
                  </a:solidFill>
                  <a:latin typeface="+mn-lt"/>
                  <a:ea typeface="+mn-ea"/>
                  <a:cs typeface="+mn-cs"/>
                </a:defRPr>
              </a:lvl7pPr>
              <a:lvl8pPr marL="6400800" algn="l" defTabSz="914400" rtl="0" eaLnBrk="1" latinLnBrk="0" hangingPunct="1">
                <a:defRPr sz="3600" kern="1200">
                  <a:solidFill>
                    <a:schemeClr val="lt1"/>
                  </a:solidFill>
                  <a:latin typeface="+mn-lt"/>
                  <a:ea typeface="+mn-ea"/>
                  <a:cs typeface="+mn-cs"/>
                </a:defRPr>
              </a:lvl8pPr>
              <a:lvl9pPr marL="7315200" algn="l" defTabSz="914400" rtl="0" eaLnBrk="1" latinLnBrk="0" hangingPunct="1">
                <a:defRPr sz="3600" kern="1200">
                  <a:solidFill>
                    <a:schemeClr val="lt1"/>
                  </a:solidFill>
                  <a:latin typeface="+mn-lt"/>
                  <a:ea typeface="+mn-ea"/>
                  <a:cs typeface="+mn-cs"/>
                </a:defRPr>
              </a:lvl9pPr>
            </a:lstStyle>
            <a:p>
              <a:pPr algn="ctr"/>
              <a:endParaRPr lang="en-US" sz="1800"/>
            </a:p>
          </p:txBody>
        </p:sp>
        <p:sp>
          <p:nvSpPr>
            <p:cNvPr id="7" name="Oval 6">
              <a:extLst>
                <a:ext uri="{FF2B5EF4-FFF2-40B4-BE49-F238E27FC236}">
                  <a16:creationId xmlns:a16="http://schemas.microsoft.com/office/drawing/2014/main" id="{DF4433C2-D736-6ED1-589F-48A6A637766D}"/>
                </a:ext>
              </a:extLst>
            </p:cNvPr>
            <p:cNvSpPr>
              <a:spLocks noChangeAspect="1"/>
            </p:cNvSpPr>
            <p:nvPr/>
          </p:nvSpPr>
          <p:spPr>
            <a:xfrm>
              <a:off x="9862099" y="5418718"/>
              <a:ext cx="1280160" cy="1280160"/>
            </a:xfrm>
            <a:prstGeom prst="ellipse">
              <a:avLst/>
            </a:prstGeom>
            <a:solidFill>
              <a:srgbClr val="C6DE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3600" kern="1200">
                  <a:solidFill>
                    <a:schemeClr val="lt1"/>
                  </a:solidFill>
                  <a:latin typeface="+mn-lt"/>
                  <a:ea typeface="+mn-ea"/>
                  <a:cs typeface="+mn-cs"/>
                </a:defRPr>
              </a:lvl1pPr>
              <a:lvl2pPr marL="914400" algn="l" defTabSz="914400" rtl="0" eaLnBrk="1" latinLnBrk="0" hangingPunct="1">
                <a:defRPr sz="3600" kern="1200">
                  <a:solidFill>
                    <a:schemeClr val="lt1"/>
                  </a:solidFill>
                  <a:latin typeface="+mn-lt"/>
                  <a:ea typeface="+mn-ea"/>
                  <a:cs typeface="+mn-cs"/>
                </a:defRPr>
              </a:lvl2pPr>
              <a:lvl3pPr marL="1828800" algn="l" defTabSz="914400" rtl="0" eaLnBrk="1" latinLnBrk="0" hangingPunct="1">
                <a:defRPr sz="3600" kern="1200">
                  <a:solidFill>
                    <a:schemeClr val="lt1"/>
                  </a:solidFill>
                  <a:latin typeface="+mn-lt"/>
                  <a:ea typeface="+mn-ea"/>
                  <a:cs typeface="+mn-cs"/>
                </a:defRPr>
              </a:lvl3pPr>
              <a:lvl4pPr marL="2743200" algn="l" defTabSz="914400" rtl="0" eaLnBrk="1" latinLnBrk="0" hangingPunct="1">
                <a:defRPr sz="3600" kern="1200">
                  <a:solidFill>
                    <a:schemeClr val="lt1"/>
                  </a:solidFill>
                  <a:latin typeface="+mn-lt"/>
                  <a:ea typeface="+mn-ea"/>
                  <a:cs typeface="+mn-cs"/>
                </a:defRPr>
              </a:lvl4pPr>
              <a:lvl5pPr marL="3657600" algn="l" defTabSz="914400" rtl="0" eaLnBrk="1" latinLnBrk="0" hangingPunct="1">
                <a:defRPr sz="3600" kern="1200">
                  <a:solidFill>
                    <a:schemeClr val="lt1"/>
                  </a:solidFill>
                  <a:latin typeface="+mn-lt"/>
                  <a:ea typeface="+mn-ea"/>
                  <a:cs typeface="+mn-cs"/>
                </a:defRPr>
              </a:lvl5pPr>
              <a:lvl6pPr marL="4572000" algn="l" defTabSz="914400" rtl="0" eaLnBrk="1" latinLnBrk="0" hangingPunct="1">
                <a:defRPr sz="3600" kern="1200">
                  <a:solidFill>
                    <a:schemeClr val="lt1"/>
                  </a:solidFill>
                  <a:latin typeface="+mn-lt"/>
                  <a:ea typeface="+mn-ea"/>
                  <a:cs typeface="+mn-cs"/>
                </a:defRPr>
              </a:lvl6pPr>
              <a:lvl7pPr marL="5486400" algn="l" defTabSz="914400" rtl="0" eaLnBrk="1" latinLnBrk="0" hangingPunct="1">
                <a:defRPr sz="3600" kern="1200">
                  <a:solidFill>
                    <a:schemeClr val="lt1"/>
                  </a:solidFill>
                  <a:latin typeface="+mn-lt"/>
                  <a:ea typeface="+mn-ea"/>
                  <a:cs typeface="+mn-cs"/>
                </a:defRPr>
              </a:lvl7pPr>
              <a:lvl8pPr marL="6400800" algn="l" defTabSz="914400" rtl="0" eaLnBrk="1" latinLnBrk="0" hangingPunct="1">
                <a:defRPr sz="3600" kern="1200">
                  <a:solidFill>
                    <a:schemeClr val="lt1"/>
                  </a:solidFill>
                  <a:latin typeface="+mn-lt"/>
                  <a:ea typeface="+mn-ea"/>
                  <a:cs typeface="+mn-cs"/>
                </a:defRPr>
              </a:lvl8pPr>
              <a:lvl9pPr marL="7315200" algn="l" defTabSz="914400" rtl="0" eaLnBrk="1" latinLnBrk="0" hangingPunct="1">
                <a:defRPr sz="3600" kern="1200">
                  <a:solidFill>
                    <a:schemeClr val="lt1"/>
                  </a:solidFill>
                  <a:latin typeface="+mn-lt"/>
                  <a:ea typeface="+mn-ea"/>
                  <a:cs typeface="+mn-cs"/>
                </a:defRPr>
              </a:lvl9pPr>
            </a:lstStyle>
            <a:p>
              <a:pPr algn="ctr"/>
              <a:endParaRPr lang="en-US" sz="1800"/>
            </a:p>
          </p:txBody>
        </p:sp>
        <p:sp>
          <p:nvSpPr>
            <p:cNvPr id="10" name="Oval 9">
              <a:extLst>
                <a:ext uri="{FF2B5EF4-FFF2-40B4-BE49-F238E27FC236}">
                  <a16:creationId xmlns:a16="http://schemas.microsoft.com/office/drawing/2014/main" id="{9E538C75-08FB-98B4-B027-4D095341899C}"/>
                </a:ext>
              </a:extLst>
            </p:cNvPr>
            <p:cNvSpPr>
              <a:spLocks noChangeAspect="1"/>
            </p:cNvSpPr>
            <p:nvPr/>
          </p:nvSpPr>
          <p:spPr>
            <a:xfrm>
              <a:off x="8950657" y="3889881"/>
              <a:ext cx="1280160" cy="1280160"/>
            </a:xfrm>
            <a:prstGeom prst="ellipse">
              <a:avLst/>
            </a:prstGeom>
            <a:solidFill>
              <a:srgbClr val="4398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3600" kern="1200">
                  <a:solidFill>
                    <a:schemeClr val="lt1"/>
                  </a:solidFill>
                  <a:latin typeface="+mn-lt"/>
                  <a:ea typeface="+mn-ea"/>
                  <a:cs typeface="+mn-cs"/>
                </a:defRPr>
              </a:lvl1pPr>
              <a:lvl2pPr marL="914400" algn="l" defTabSz="914400" rtl="0" eaLnBrk="1" latinLnBrk="0" hangingPunct="1">
                <a:defRPr sz="3600" kern="1200">
                  <a:solidFill>
                    <a:schemeClr val="lt1"/>
                  </a:solidFill>
                  <a:latin typeface="+mn-lt"/>
                  <a:ea typeface="+mn-ea"/>
                  <a:cs typeface="+mn-cs"/>
                </a:defRPr>
              </a:lvl2pPr>
              <a:lvl3pPr marL="1828800" algn="l" defTabSz="914400" rtl="0" eaLnBrk="1" latinLnBrk="0" hangingPunct="1">
                <a:defRPr sz="3600" kern="1200">
                  <a:solidFill>
                    <a:schemeClr val="lt1"/>
                  </a:solidFill>
                  <a:latin typeface="+mn-lt"/>
                  <a:ea typeface="+mn-ea"/>
                  <a:cs typeface="+mn-cs"/>
                </a:defRPr>
              </a:lvl3pPr>
              <a:lvl4pPr marL="2743200" algn="l" defTabSz="914400" rtl="0" eaLnBrk="1" latinLnBrk="0" hangingPunct="1">
                <a:defRPr sz="3600" kern="1200">
                  <a:solidFill>
                    <a:schemeClr val="lt1"/>
                  </a:solidFill>
                  <a:latin typeface="+mn-lt"/>
                  <a:ea typeface="+mn-ea"/>
                  <a:cs typeface="+mn-cs"/>
                </a:defRPr>
              </a:lvl4pPr>
              <a:lvl5pPr marL="3657600" algn="l" defTabSz="914400" rtl="0" eaLnBrk="1" latinLnBrk="0" hangingPunct="1">
                <a:defRPr sz="3600" kern="1200">
                  <a:solidFill>
                    <a:schemeClr val="lt1"/>
                  </a:solidFill>
                  <a:latin typeface="+mn-lt"/>
                  <a:ea typeface="+mn-ea"/>
                  <a:cs typeface="+mn-cs"/>
                </a:defRPr>
              </a:lvl5pPr>
              <a:lvl6pPr marL="4572000" algn="l" defTabSz="914400" rtl="0" eaLnBrk="1" latinLnBrk="0" hangingPunct="1">
                <a:defRPr sz="3600" kern="1200">
                  <a:solidFill>
                    <a:schemeClr val="lt1"/>
                  </a:solidFill>
                  <a:latin typeface="+mn-lt"/>
                  <a:ea typeface="+mn-ea"/>
                  <a:cs typeface="+mn-cs"/>
                </a:defRPr>
              </a:lvl6pPr>
              <a:lvl7pPr marL="5486400" algn="l" defTabSz="914400" rtl="0" eaLnBrk="1" latinLnBrk="0" hangingPunct="1">
                <a:defRPr sz="3600" kern="1200">
                  <a:solidFill>
                    <a:schemeClr val="lt1"/>
                  </a:solidFill>
                  <a:latin typeface="+mn-lt"/>
                  <a:ea typeface="+mn-ea"/>
                  <a:cs typeface="+mn-cs"/>
                </a:defRPr>
              </a:lvl7pPr>
              <a:lvl8pPr marL="6400800" algn="l" defTabSz="914400" rtl="0" eaLnBrk="1" latinLnBrk="0" hangingPunct="1">
                <a:defRPr sz="3600" kern="1200">
                  <a:solidFill>
                    <a:schemeClr val="lt1"/>
                  </a:solidFill>
                  <a:latin typeface="+mn-lt"/>
                  <a:ea typeface="+mn-ea"/>
                  <a:cs typeface="+mn-cs"/>
                </a:defRPr>
              </a:lvl8pPr>
              <a:lvl9pPr marL="7315200" algn="l" defTabSz="914400" rtl="0" eaLnBrk="1" latinLnBrk="0" hangingPunct="1">
                <a:defRPr sz="3600" kern="1200">
                  <a:solidFill>
                    <a:schemeClr val="lt1"/>
                  </a:solidFill>
                  <a:latin typeface="+mn-lt"/>
                  <a:ea typeface="+mn-ea"/>
                  <a:cs typeface="+mn-cs"/>
                </a:defRPr>
              </a:lvl9pPr>
            </a:lstStyle>
            <a:p>
              <a:pPr algn="ctr"/>
              <a:endParaRPr lang="en-US" sz="1800"/>
            </a:p>
          </p:txBody>
        </p:sp>
        <p:sp>
          <p:nvSpPr>
            <p:cNvPr id="11" name="Oval 10">
              <a:extLst>
                <a:ext uri="{FF2B5EF4-FFF2-40B4-BE49-F238E27FC236}">
                  <a16:creationId xmlns:a16="http://schemas.microsoft.com/office/drawing/2014/main" id="{4E3D9A54-8469-E8F2-8525-716B8C334134}"/>
                </a:ext>
              </a:extLst>
            </p:cNvPr>
            <p:cNvSpPr>
              <a:spLocks noChangeAspect="1"/>
            </p:cNvSpPr>
            <p:nvPr/>
          </p:nvSpPr>
          <p:spPr>
            <a:xfrm>
              <a:off x="4147935" y="6967873"/>
              <a:ext cx="1280160" cy="128016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3600" kern="1200">
                  <a:solidFill>
                    <a:schemeClr val="lt1"/>
                  </a:solidFill>
                  <a:latin typeface="+mn-lt"/>
                  <a:ea typeface="+mn-ea"/>
                  <a:cs typeface="+mn-cs"/>
                </a:defRPr>
              </a:lvl1pPr>
              <a:lvl2pPr marL="914400" algn="l" defTabSz="914400" rtl="0" eaLnBrk="1" latinLnBrk="0" hangingPunct="1">
                <a:defRPr sz="3600" kern="1200">
                  <a:solidFill>
                    <a:schemeClr val="lt1"/>
                  </a:solidFill>
                  <a:latin typeface="+mn-lt"/>
                  <a:ea typeface="+mn-ea"/>
                  <a:cs typeface="+mn-cs"/>
                </a:defRPr>
              </a:lvl2pPr>
              <a:lvl3pPr marL="1828800" algn="l" defTabSz="914400" rtl="0" eaLnBrk="1" latinLnBrk="0" hangingPunct="1">
                <a:defRPr sz="3600" kern="1200">
                  <a:solidFill>
                    <a:schemeClr val="lt1"/>
                  </a:solidFill>
                  <a:latin typeface="+mn-lt"/>
                  <a:ea typeface="+mn-ea"/>
                  <a:cs typeface="+mn-cs"/>
                </a:defRPr>
              </a:lvl3pPr>
              <a:lvl4pPr marL="2743200" algn="l" defTabSz="914400" rtl="0" eaLnBrk="1" latinLnBrk="0" hangingPunct="1">
                <a:defRPr sz="3600" kern="1200">
                  <a:solidFill>
                    <a:schemeClr val="lt1"/>
                  </a:solidFill>
                  <a:latin typeface="+mn-lt"/>
                  <a:ea typeface="+mn-ea"/>
                  <a:cs typeface="+mn-cs"/>
                </a:defRPr>
              </a:lvl4pPr>
              <a:lvl5pPr marL="3657600" algn="l" defTabSz="914400" rtl="0" eaLnBrk="1" latinLnBrk="0" hangingPunct="1">
                <a:defRPr sz="3600" kern="1200">
                  <a:solidFill>
                    <a:schemeClr val="lt1"/>
                  </a:solidFill>
                  <a:latin typeface="+mn-lt"/>
                  <a:ea typeface="+mn-ea"/>
                  <a:cs typeface="+mn-cs"/>
                </a:defRPr>
              </a:lvl5pPr>
              <a:lvl6pPr marL="4572000" algn="l" defTabSz="914400" rtl="0" eaLnBrk="1" latinLnBrk="0" hangingPunct="1">
                <a:defRPr sz="3600" kern="1200">
                  <a:solidFill>
                    <a:schemeClr val="lt1"/>
                  </a:solidFill>
                  <a:latin typeface="+mn-lt"/>
                  <a:ea typeface="+mn-ea"/>
                  <a:cs typeface="+mn-cs"/>
                </a:defRPr>
              </a:lvl6pPr>
              <a:lvl7pPr marL="5486400" algn="l" defTabSz="914400" rtl="0" eaLnBrk="1" latinLnBrk="0" hangingPunct="1">
                <a:defRPr sz="3600" kern="1200">
                  <a:solidFill>
                    <a:schemeClr val="lt1"/>
                  </a:solidFill>
                  <a:latin typeface="+mn-lt"/>
                  <a:ea typeface="+mn-ea"/>
                  <a:cs typeface="+mn-cs"/>
                </a:defRPr>
              </a:lvl7pPr>
              <a:lvl8pPr marL="6400800" algn="l" defTabSz="914400" rtl="0" eaLnBrk="1" latinLnBrk="0" hangingPunct="1">
                <a:defRPr sz="3600" kern="1200">
                  <a:solidFill>
                    <a:schemeClr val="lt1"/>
                  </a:solidFill>
                  <a:latin typeface="+mn-lt"/>
                  <a:ea typeface="+mn-ea"/>
                  <a:cs typeface="+mn-cs"/>
                </a:defRPr>
              </a:lvl8pPr>
              <a:lvl9pPr marL="7315200" algn="l" defTabSz="914400" rtl="0" eaLnBrk="1" latinLnBrk="0" hangingPunct="1">
                <a:defRPr sz="3600" kern="1200">
                  <a:solidFill>
                    <a:schemeClr val="lt1"/>
                  </a:solidFill>
                  <a:latin typeface="+mn-lt"/>
                  <a:ea typeface="+mn-ea"/>
                  <a:cs typeface="+mn-cs"/>
                </a:defRPr>
              </a:lvl9pPr>
            </a:lstStyle>
            <a:p>
              <a:pPr algn="ctr"/>
              <a:endParaRPr lang="en-US" sz="1800"/>
            </a:p>
          </p:txBody>
        </p:sp>
        <p:sp>
          <p:nvSpPr>
            <p:cNvPr id="13" name="Rounded Rectangle 12">
              <a:extLst>
                <a:ext uri="{FF2B5EF4-FFF2-40B4-BE49-F238E27FC236}">
                  <a16:creationId xmlns:a16="http://schemas.microsoft.com/office/drawing/2014/main" id="{5927A17C-12A4-273B-27C4-0BF04E202B86}"/>
                </a:ext>
              </a:extLst>
            </p:cNvPr>
            <p:cNvSpPr>
              <a:spLocks noChangeAspect="1"/>
            </p:cNvSpPr>
            <p:nvPr/>
          </p:nvSpPr>
          <p:spPr>
            <a:xfrm>
              <a:off x="4057798" y="5661606"/>
              <a:ext cx="3239834" cy="1280161"/>
            </a:xfrm>
            <a:prstGeom prst="roundRect">
              <a:avLst>
                <a:gd name="adj"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3600" kern="1200">
                  <a:solidFill>
                    <a:schemeClr val="lt1"/>
                  </a:solidFill>
                  <a:latin typeface="+mn-lt"/>
                  <a:ea typeface="+mn-ea"/>
                  <a:cs typeface="+mn-cs"/>
                </a:defRPr>
              </a:lvl1pPr>
              <a:lvl2pPr marL="914400" algn="l" defTabSz="914400" rtl="0" eaLnBrk="1" latinLnBrk="0" hangingPunct="1">
                <a:defRPr sz="3600" kern="1200">
                  <a:solidFill>
                    <a:schemeClr val="lt1"/>
                  </a:solidFill>
                  <a:latin typeface="+mn-lt"/>
                  <a:ea typeface="+mn-ea"/>
                  <a:cs typeface="+mn-cs"/>
                </a:defRPr>
              </a:lvl2pPr>
              <a:lvl3pPr marL="1828800" algn="l" defTabSz="914400" rtl="0" eaLnBrk="1" latinLnBrk="0" hangingPunct="1">
                <a:defRPr sz="3600" kern="1200">
                  <a:solidFill>
                    <a:schemeClr val="lt1"/>
                  </a:solidFill>
                  <a:latin typeface="+mn-lt"/>
                  <a:ea typeface="+mn-ea"/>
                  <a:cs typeface="+mn-cs"/>
                </a:defRPr>
              </a:lvl3pPr>
              <a:lvl4pPr marL="2743200" algn="l" defTabSz="914400" rtl="0" eaLnBrk="1" latinLnBrk="0" hangingPunct="1">
                <a:defRPr sz="3600" kern="1200">
                  <a:solidFill>
                    <a:schemeClr val="lt1"/>
                  </a:solidFill>
                  <a:latin typeface="+mn-lt"/>
                  <a:ea typeface="+mn-ea"/>
                  <a:cs typeface="+mn-cs"/>
                </a:defRPr>
              </a:lvl4pPr>
              <a:lvl5pPr marL="3657600" algn="l" defTabSz="914400" rtl="0" eaLnBrk="1" latinLnBrk="0" hangingPunct="1">
                <a:defRPr sz="3600" kern="1200">
                  <a:solidFill>
                    <a:schemeClr val="lt1"/>
                  </a:solidFill>
                  <a:latin typeface="+mn-lt"/>
                  <a:ea typeface="+mn-ea"/>
                  <a:cs typeface="+mn-cs"/>
                </a:defRPr>
              </a:lvl5pPr>
              <a:lvl6pPr marL="4572000" algn="l" defTabSz="914400" rtl="0" eaLnBrk="1" latinLnBrk="0" hangingPunct="1">
                <a:defRPr sz="3600" kern="1200">
                  <a:solidFill>
                    <a:schemeClr val="lt1"/>
                  </a:solidFill>
                  <a:latin typeface="+mn-lt"/>
                  <a:ea typeface="+mn-ea"/>
                  <a:cs typeface="+mn-cs"/>
                </a:defRPr>
              </a:lvl6pPr>
              <a:lvl7pPr marL="5486400" algn="l" defTabSz="914400" rtl="0" eaLnBrk="1" latinLnBrk="0" hangingPunct="1">
                <a:defRPr sz="3600" kern="1200">
                  <a:solidFill>
                    <a:schemeClr val="lt1"/>
                  </a:solidFill>
                  <a:latin typeface="+mn-lt"/>
                  <a:ea typeface="+mn-ea"/>
                  <a:cs typeface="+mn-cs"/>
                </a:defRPr>
              </a:lvl7pPr>
              <a:lvl8pPr marL="6400800" algn="l" defTabSz="914400" rtl="0" eaLnBrk="1" latinLnBrk="0" hangingPunct="1">
                <a:defRPr sz="3600" kern="1200">
                  <a:solidFill>
                    <a:schemeClr val="lt1"/>
                  </a:solidFill>
                  <a:latin typeface="+mn-lt"/>
                  <a:ea typeface="+mn-ea"/>
                  <a:cs typeface="+mn-cs"/>
                </a:defRPr>
              </a:lvl8pPr>
              <a:lvl9pPr marL="7315200" algn="l" defTabSz="914400" rtl="0" eaLnBrk="1" latinLnBrk="0" hangingPunct="1">
                <a:defRPr sz="3600" kern="1200">
                  <a:solidFill>
                    <a:schemeClr val="lt1"/>
                  </a:solidFill>
                  <a:latin typeface="+mn-lt"/>
                  <a:ea typeface="+mn-ea"/>
                  <a:cs typeface="+mn-cs"/>
                </a:defRPr>
              </a:lvl9pPr>
            </a:lstStyle>
            <a:p>
              <a:pPr algn="ctr"/>
              <a:endParaRPr lang="en-US" sz="1800"/>
            </a:p>
          </p:txBody>
        </p:sp>
        <p:sp>
          <p:nvSpPr>
            <p:cNvPr id="14" name="Oval 13">
              <a:extLst>
                <a:ext uri="{FF2B5EF4-FFF2-40B4-BE49-F238E27FC236}">
                  <a16:creationId xmlns:a16="http://schemas.microsoft.com/office/drawing/2014/main" id="{F8142AFE-0FE6-63B5-7551-6C896B64E8C6}"/>
                </a:ext>
              </a:extLst>
            </p:cNvPr>
            <p:cNvSpPr>
              <a:spLocks noChangeAspect="1"/>
            </p:cNvSpPr>
            <p:nvPr/>
          </p:nvSpPr>
          <p:spPr>
            <a:xfrm>
              <a:off x="4767977" y="5661606"/>
              <a:ext cx="1280159" cy="1280161"/>
            </a:xfrm>
            <a:prstGeom prst="ellipse">
              <a:avLst/>
            </a:prstGeom>
            <a:solidFill>
              <a:srgbClr val="4398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3600" kern="1200">
                  <a:solidFill>
                    <a:schemeClr val="lt1"/>
                  </a:solidFill>
                  <a:latin typeface="+mn-lt"/>
                  <a:ea typeface="+mn-ea"/>
                  <a:cs typeface="+mn-cs"/>
                </a:defRPr>
              </a:lvl1pPr>
              <a:lvl2pPr marL="914400" algn="l" defTabSz="914400" rtl="0" eaLnBrk="1" latinLnBrk="0" hangingPunct="1">
                <a:defRPr sz="3600" kern="1200">
                  <a:solidFill>
                    <a:schemeClr val="lt1"/>
                  </a:solidFill>
                  <a:latin typeface="+mn-lt"/>
                  <a:ea typeface="+mn-ea"/>
                  <a:cs typeface="+mn-cs"/>
                </a:defRPr>
              </a:lvl2pPr>
              <a:lvl3pPr marL="1828800" algn="l" defTabSz="914400" rtl="0" eaLnBrk="1" latinLnBrk="0" hangingPunct="1">
                <a:defRPr sz="3600" kern="1200">
                  <a:solidFill>
                    <a:schemeClr val="lt1"/>
                  </a:solidFill>
                  <a:latin typeface="+mn-lt"/>
                  <a:ea typeface="+mn-ea"/>
                  <a:cs typeface="+mn-cs"/>
                </a:defRPr>
              </a:lvl3pPr>
              <a:lvl4pPr marL="2743200" algn="l" defTabSz="914400" rtl="0" eaLnBrk="1" latinLnBrk="0" hangingPunct="1">
                <a:defRPr sz="3600" kern="1200">
                  <a:solidFill>
                    <a:schemeClr val="lt1"/>
                  </a:solidFill>
                  <a:latin typeface="+mn-lt"/>
                  <a:ea typeface="+mn-ea"/>
                  <a:cs typeface="+mn-cs"/>
                </a:defRPr>
              </a:lvl4pPr>
              <a:lvl5pPr marL="3657600" algn="l" defTabSz="914400" rtl="0" eaLnBrk="1" latinLnBrk="0" hangingPunct="1">
                <a:defRPr sz="3600" kern="1200">
                  <a:solidFill>
                    <a:schemeClr val="lt1"/>
                  </a:solidFill>
                  <a:latin typeface="+mn-lt"/>
                  <a:ea typeface="+mn-ea"/>
                  <a:cs typeface="+mn-cs"/>
                </a:defRPr>
              </a:lvl5pPr>
              <a:lvl6pPr marL="4572000" algn="l" defTabSz="914400" rtl="0" eaLnBrk="1" latinLnBrk="0" hangingPunct="1">
                <a:defRPr sz="3600" kern="1200">
                  <a:solidFill>
                    <a:schemeClr val="lt1"/>
                  </a:solidFill>
                  <a:latin typeface="+mn-lt"/>
                  <a:ea typeface="+mn-ea"/>
                  <a:cs typeface="+mn-cs"/>
                </a:defRPr>
              </a:lvl6pPr>
              <a:lvl7pPr marL="5486400" algn="l" defTabSz="914400" rtl="0" eaLnBrk="1" latinLnBrk="0" hangingPunct="1">
                <a:defRPr sz="3600" kern="1200">
                  <a:solidFill>
                    <a:schemeClr val="lt1"/>
                  </a:solidFill>
                  <a:latin typeface="+mn-lt"/>
                  <a:ea typeface="+mn-ea"/>
                  <a:cs typeface="+mn-cs"/>
                </a:defRPr>
              </a:lvl7pPr>
              <a:lvl8pPr marL="6400800" algn="l" defTabSz="914400" rtl="0" eaLnBrk="1" latinLnBrk="0" hangingPunct="1">
                <a:defRPr sz="3600" kern="1200">
                  <a:solidFill>
                    <a:schemeClr val="lt1"/>
                  </a:solidFill>
                  <a:latin typeface="+mn-lt"/>
                  <a:ea typeface="+mn-ea"/>
                  <a:cs typeface="+mn-cs"/>
                </a:defRPr>
              </a:lvl8pPr>
              <a:lvl9pPr marL="7315200" algn="l" defTabSz="914400" rtl="0" eaLnBrk="1" latinLnBrk="0" hangingPunct="1">
                <a:defRPr sz="3600" kern="1200">
                  <a:solidFill>
                    <a:schemeClr val="lt1"/>
                  </a:solidFill>
                  <a:latin typeface="+mn-lt"/>
                  <a:ea typeface="+mn-ea"/>
                  <a:cs typeface="+mn-cs"/>
                </a:defRPr>
              </a:lvl9pPr>
            </a:lstStyle>
            <a:p>
              <a:pPr algn="ctr"/>
              <a:endParaRPr lang="en-US" sz="1800"/>
            </a:p>
          </p:txBody>
        </p:sp>
        <p:sp>
          <p:nvSpPr>
            <p:cNvPr id="15" name="Oval 14">
              <a:extLst>
                <a:ext uri="{FF2B5EF4-FFF2-40B4-BE49-F238E27FC236}">
                  <a16:creationId xmlns:a16="http://schemas.microsoft.com/office/drawing/2014/main" id="{4C0A4DFE-808C-E2D8-3D11-81EBD2DC8EC2}"/>
                </a:ext>
              </a:extLst>
            </p:cNvPr>
            <p:cNvSpPr>
              <a:spLocks noChangeAspect="1"/>
            </p:cNvSpPr>
            <p:nvPr/>
          </p:nvSpPr>
          <p:spPr>
            <a:xfrm>
              <a:off x="2435076" y="5661606"/>
              <a:ext cx="1280160" cy="1280160"/>
            </a:xfrm>
            <a:prstGeom prst="ellipse">
              <a:avLst/>
            </a:prstGeom>
            <a:solidFill>
              <a:srgbClr val="C6DE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3600" kern="1200">
                  <a:solidFill>
                    <a:schemeClr val="lt1"/>
                  </a:solidFill>
                  <a:latin typeface="+mn-lt"/>
                  <a:ea typeface="+mn-ea"/>
                  <a:cs typeface="+mn-cs"/>
                </a:defRPr>
              </a:lvl1pPr>
              <a:lvl2pPr marL="914400" algn="l" defTabSz="914400" rtl="0" eaLnBrk="1" latinLnBrk="0" hangingPunct="1">
                <a:defRPr sz="3600" kern="1200">
                  <a:solidFill>
                    <a:schemeClr val="lt1"/>
                  </a:solidFill>
                  <a:latin typeface="+mn-lt"/>
                  <a:ea typeface="+mn-ea"/>
                  <a:cs typeface="+mn-cs"/>
                </a:defRPr>
              </a:lvl2pPr>
              <a:lvl3pPr marL="1828800" algn="l" defTabSz="914400" rtl="0" eaLnBrk="1" latinLnBrk="0" hangingPunct="1">
                <a:defRPr sz="3600" kern="1200">
                  <a:solidFill>
                    <a:schemeClr val="lt1"/>
                  </a:solidFill>
                  <a:latin typeface="+mn-lt"/>
                  <a:ea typeface="+mn-ea"/>
                  <a:cs typeface="+mn-cs"/>
                </a:defRPr>
              </a:lvl3pPr>
              <a:lvl4pPr marL="2743200" algn="l" defTabSz="914400" rtl="0" eaLnBrk="1" latinLnBrk="0" hangingPunct="1">
                <a:defRPr sz="3600" kern="1200">
                  <a:solidFill>
                    <a:schemeClr val="lt1"/>
                  </a:solidFill>
                  <a:latin typeface="+mn-lt"/>
                  <a:ea typeface="+mn-ea"/>
                  <a:cs typeface="+mn-cs"/>
                </a:defRPr>
              </a:lvl4pPr>
              <a:lvl5pPr marL="3657600" algn="l" defTabSz="914400" rtl="0" eaLnBrk="1" latinLnBrk="0" hangingPunct="1">
                <a:defRPr sz="3600" kern="1200">
                  <a:solidFill>
                    <a:schemeClr val="lt1"/>
                  </a:solidFill>
                  <a:latin typeface="+mn-lt"/>
                  <a:ea typeface="+mn-ea"/>
                  <a:cs typeface="+mn-cs"/>
                </a:defRPr>
              </a:lvl5pPr>
              <a:lvl6pPr marL="4572000" algn="l" defTabSz="914400" rtl="0" eaLnBrk="1" latinLnBrk="0" hangingPunct="1">
                <a:defRPr sz="3600" kern="1200">
                  <a:solidFill>
                    <a:schemeClr val="lt1"/>
                  </a:solidFill>
                  <a:latin typeface="+mn-lt"/>
                  <a:ea typeface="+mn-ea"/>
                  <a:cs typeface="+mn-cs"/>
                </a:defRPr>
              </a:lvl6pPr>
              <a:lvl7pPr marL="5486400" algn="l" defTabSz="914400" rtl="0" eaLnBrk="1" latinLnBrk="0" hangingPunct="1">
                <a:defRPr sz="3600" kern="1200">
                  <a:solidFill>
                    <a:schemeClr val="lt1"/>
                  </a:solidFill>
                  <a:latin typeface="+mn-lt"/>
                  <a:ea typeface="+mn-ea"/>
                  <a:cs typeface="+mn-cs"/>
                </a:defRPr>
              </a:lvl7pPr>
              <a:lvl8pPr marL="6400800" algn="l" defTabSz="914400" rtl="0" eaLnBrk="1" latinLnBrk="0" hangingPunct="1">
                <a:defRPr sz="3600" kern="1200">
                  <a:solidFill>
                    <a:schemeClr val="lt1"/>
                  </a:solidFill>
                  <a:latin typeface="+mn-lt"/>
                  <a:ea typeface="+mn-ea"/>
                  <a:cs typeface="+mn-cs"/>
                </a:defRPr>
              </a:lvl8pPr>
              <a:lvl9pPr marL="7315200" algn="l" defTabSz="914400" rtl="0" eaLnBrk="1" latinLnBrk="0" hangingPunct="1">
                <a:defRPr sz="3600" kern="1200">
                  <a:solidFill>
                    <a:schemeClr val="lt1"/>
                  </a:solidFill>
                  <a:latin typeface="+mn-lt"/>
                  <a:ea typeface="+mn-ea"/>
                  <a:cs typeface="+mn-cs"/>
                </a:defRPr>
              </a:lvl9pPr>
            </a:lstStyle>
            <a:p>
              <a:pPr algn="ctr"/>
              <a:endParaRPr lang="en-US" sz="1800"/>
            </a:p>
          </p:txBody>
        </p:sp>
        <p:sp>
          <p:nvSpPr>
            <p:cNvPr id="16" name="Oval 15">
              <a:extLst>
                <a:ext uri="{FF2B5EF4-FFF2-40B4-BE49-F238E27FC236}">
                  <a16:creationId xmlns:a16="http://schemas.microsoft.com/office/drawing/2014/main" id="{77041E83-DAEC-F727-D0DD-222A52B5556E}"/>
                </a:ext>
              </a:extLst>
            </p:cNvPr>
            <p:cNvSpPr>
              <a:spLocks noChangeAspect="1"/>
            </p:cNvSpPr>
            <p:nvPr/>
          </p:nvSpPr>
          <p:spPr>
            <a:xfrm>
              <a:off x="1699521" y="5661606"/>
              <a:ext cx="1280160" cy="1280160"/>
            </a:xfrm>
            <a:prstGeom prst="ellipse">
              <a:avLst/>
            </a:pr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3600" kern="1200">
                  <a:solidFill>
                    <a:schemeClr val="lt1"/>
                  </a:solidFill>
                  <a:latin typeface="+mn-lt"/>
                  <a:ea typeface="+mn-ea"/>
                  <a:cs typeface="+mn-cs"/>
                </a:defRPr>
              </a:lvl1pPr>
              <a:lvl2pPr marL="914400" algn="l" defTabSz="914400" rtl="0" eaLnBrk="1" latinLnBrk="0" hangingPunct="1">
                <a:defRPr sz="3600" kern="1200">
                  <a:solidFill>
                    <a:schemeClr val="lt1"/>
                  </a:solidFill>
                  <a:latin typeface="+mn-lt"/>
                  <a:ea typeface="+mn-ea"/>
                  <a:cs typeface="+mn-cs"/>
                </a:defRPr>
              </a:lvl2pPr>
              <a:lvl3pPr marL="1828800" algn="l" defTabSz="914400" rtl="0" eaLnBrk="1" latinLnBrk="0" hangingPunct="1">
                <a:defRPr sz="3600" kern="1200">
                  <a:solidFill>
                    <a:schemeClr val="lt1"/>
                  </a:solidFill>
                  <a:latin typeface="+mn-lt"/>
                  <a:ea typeface="+mn-ea"/>
                  <a:cs typeface="+mn-cs"/>
                </a:defRPr>
              </a:lvl3pPr>
              <a:lvl4pPr marL="2743200" algn="l" defTabSz="914400" rtl="0" eaLnBrk="1" latinLnBrk="0" hangingPunct="1">
                <a:defRPr sz="3600" kern="1200">
                  <a:solidFill>
                    <a:schemeClr val="lt1"/>
                  </a:solidFill>
                  <a:latin typeface="+mn-lt"/>
                  <a:ea typeface="+mn-ea"/>
                  <a:cs typeface="+mn-cs"/>
                </a:defRPr>
              </a:lvl4pPr>
              <a:lvl5pPr marL="3657600" algn="l" defTabSz="914400" rtl="0" eaLnBrk="1" latinLnBrk="0" hangingPunct="1">
                <a:defRPr sz="3600" kern="1200">
                  <a:solidFill>
                    <a:schemeClr val="lt1"/>
                  </a:solidFill>
                  <a:latin typeface="+mn-lt"/>
                  <a:ea typeface="+mn-ea"/>
                  <a:cs typeface="+mn-cs"/>
                </a:defRPr>
              </a:lvl5pPr>
              <a:lvl6pPr marL="4572000" algn="l" defTabSz="914400" rtl="0" eaLnBrk="1" latinLnBrk="0" hangingPunct="1">
                <a:defRPr sz="3600" kern="1200">
                  <a:solidFill>
                    <a:schemeClr val="lt1"/>
                  </a:solidFill>
                  <a:latin typeface="+mn-lt"/>
                  <a:ea typeface="+mn-ea"/>
                  <a:cs typeface="+mn-cs"/>
                </a:defRPr>
              </a:lvl6pPr>
              <a:lvl7pPr marL="5486400" algn="l" defTabSz="914400" rtl="0" eaLnBrk="1" latinLnBrk="0" hangingPunct="1">
                <a:defRPr sz="3600" kern="1200">
                  <a:solidFill>
                    <a:schemeClr val="lt1"/>
                  </a:solidFill>
                  <a:latin typeface="+mn-lt"/>
                  <a:ea typeface="+mn-ea"/>
                  <a:cs typeface="+mn-cs"/>
                </a:defRPr>
              </a:lvl7pPr>
              <a:lvl8pPr marL="6400800" algn="l" defTabSz="914400" rtl="0" eaLnBrk="1" latinLnBrk="0" hangingPunct="1">
                <a:defRPr sz="3600" kern="1200">
                  <a:solidFill>
                    <a:schemeClr val="lt1"/>
                  </a:solidFill>
                  <a:latin typeface="+mn-lt"/>
                  <a:ea typeface="+mn-ea"/>
                  <a:cs typeface="+mn-cs"/>
                </a:defRPr>
              </a:lvl8pPr>
              <a:lvl9pPr marL="7315200" algn="l" defTabSz="914400" rtl="0" eaLnBrk="1" latinLnBrk="0" hangingPunct="1">
                <a:defRPr sz="3600" kern="1200">
                  <a:solidFill>
                    <a:schemeClr val="lt1"/>
                  </a:solidFill>
                  <a:latin typeface="+mn-lt"/>
                  <a:ea typeface="+mn-ea"/>
                  <a:cs typeface="+mn-cs"/>
                </a:defRPr>
              </a:lvl9pPr>
            </a:lstStyle>
            <a:p>
              <a:pPr algn="ctr"/>
              <a:endParaRPr lang="en-US" sz="1800"/>
            </a:p>
          </p:txBody>
        </p:sp>
        <p:sp>
          <p:nvSpPr>
            <p:cNvPr id="27" name="Oval 26">
              <a:extLst>
                <a:ext uri="{FF2B5EF4-FFF2-40B4-BE49-F238E27FC236}">
                  <a16:creationId xmlns:a16="http://schemas.microsoft.com/office/drawing/2014/main" id="{26378AB4-7F7F-3349-7A55-4745D8E15C27}"/>
                </a:ext>
              </a:extLst>
            </p:cNvPr>
            <p:cNvSpPr>
              <a:spLocks noChangeAspect="1"/>
            </p:cNvSpPr>
            <p:nvPr/>
          </p:nvSpPr>
          <p:spPr>
            <a:xfrm>
              <a:off x="8234478" y="6959619"/>
              <a:ext cx="1280160" cy="1280160"/>
            </a:xfrm>
            <a:prstGeom prst="ellipse">
              <a:avLst/>
            </a:prstGeom>
            <a:solidFill>
              <a:srgbClr val="4398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3600" kern="1200">
                  <a:solidFill>
                    <a:schemeClr val="lt1"/>
                  </a:solidFill>
                  <a:latin typeface="+mn-lt"/>
                  <a:ea typeface="+mn-ea"/>
                  <a:cs typeface="+mn-cs"/>
                </a:defRPr>
              </a:lvl1pPr>
              <a:lvl2pPr marL="914400" algn="l" defTabSz="914400" rtl="0" eaLnBrk="1" latinLnBrk="0" hangingPunct="1">
                <a:defRPr sz="3600" kern="1200">
                  <a:solidFill>
                    <a:schemeClr val="lt1"/>
                  </a:solidFill>
                  <a:latin typeface="+mn-lt"/>
                  <a:ea typeface="+mn-ea"/>
                  <a:cs typeface="+mn-cs"/>
                </a:defRPr>
              </a:lvl2pPr>
              <a:lvl3pPr marL="1828800" algn="l" defTabSz="914400" rtl="0" eaLnBrk="1" latinLnBrk="0" hangingPunct="1">
                <a:defRPr sz="3600" kern="1200">
                  <a:solidFill>
                    <a:schemeClr val="lt1"/>
                  </a:solidFill>
                  <a:latin typeface="+mn-lt"/>
                  <a:ea typeface="+mn-ea"/>
                  <a:cs typeface="+mn-cs"/>
                </a:defRPr>
              </a:lvl3pPr>
              <a:lvl4pPr marL="2743200" algn="l" defTabSz="914400" rtl="0" eaLnBrk="1" latinLnBrk="0" hangingPunct="1">
                <a:defRPr sz="3600" kern="1200">
                  <a:solidFill>
                    <a:schemeClr val="lt1"/>
                  </a:solidFill>
                  <a:latin typeface="+mn-lt"/>
                  <a:ea typeface="+mn-ea"/>
                  <a:cs typeface="+mn-cs"/>
                </a:defRPr>
              </a:lvl4pPr>
              <a:lvl5pPr marL="3657600" algn="l" defTabSz="914400" rtl="0" eaLnBrk="1" latinLnBrk="0" hangingPunct="1">
                <a:defRPr sz="3600" kern="1200">
                  <a:solidFill>
                    <a:schemeClr val="lt1"/>
                  </a:solidFill>
                  <a:latin typeface="+mn-lt"/>
                  <a:ea typeface="+mn-ea"/>
                  <a:cs typeface="+mn-cs"/>
                </a:defRPr>
              </a:lvl5pPr>
              <a:lvl6pPr marL="4572000" algn="l" defTabSz="914400" rtl="0" eaLnBrk="1" latinLnBrk="0" hangingPunct="1">
                <a:defRPr sz="3600" kern="1200">
                  <a:solidFill>
                    <a:schemeClr val="lt1"/>
                  </a:solidFill>
                  <a:latin typeface="+mn-lt"/>
                  <a:ea typeface="+mn-ea"/>
                  <a:cs typeface="+mn-cs"/>
                </a:defRPr>
              </a:lvl6pPr>
              <a:lvl7pPr marL="5486400" algn="l" defTabSz="914400" rtl="0" eaLnBrk="1" latinLnBrk="0" hangingPunct="1">
                <a:defRPr sz="3600" kern="1200">
                  <a:solidFill>
                    <a:schemeClr val="lt1"/>
                  </a:solidFill>
                  <a:latin typeface="+mn-lt"/>
                  <a:ea typeface="+mn-ea"/>
                  <a:cs typeface="+mn-cs"/>
                </a:defRPr>
              </a:lvl7pPr>
              <a:lvl8pPr marL="6400800" algn="l" defTabSz="914400" rtl="0" eaLnBrk="1" latinLnBrk="0" hangingPunct="1">
                <a:defRPr sz="3600" kern="1200">
                  <a:solidFill>
                    <a:schemeClr val="lt1"/>
                  </a:solidFill>
                  <a:latin typeface="+mn-lt"/>
                  <a:ea typeface="+mn-ea"/>
                  <a:cs typeface="+mn-cs"/>
                </a:defRPr>
              </a:lvl8pPr>
              <a:lvl9pPr marL="7315200" algn="l" defTabSz="914400" rtl="0" eaLnBrk="1" latinLnBrk="0" hangingPunct="1">
                <a:defRPr sz="3600" kern="1200">
                  <a:solidFill>
                    <a:schemeClr val="lt1"/>
                  </a:solidFill>
                  <a:latin typeface="+mn-lt"/>
                  <a:ea typeface="+mn-ea"/>
                  <a:cs typeface="+mn-cs"/>
                </a:defRPr>
              </a:lvl9pPr>
            </a:lstStyle>
            <a:p>
              <a:pPr algn="ctr"/>
              <a:endParaRPr lang="en-US" sz="1800"/>
            </a:p>
          </p:txBody>
        </p:sp>
        <p:sp>
          <p:nvSpPr>
            <p:cNvPr id="28" name="Rounded Rectangle 27">
              <a:extLst>
                <a:ext uri="{FF2B5EF4-FFF2-40B4-BE49-F238E27FC236}">
                  <a16:creationId xmlns:a16="http://schemas.microsoft.com/office/drawing/2014/main" id="{FE7ABBCB-A0EF-66A1-B57A-77791F149248}"/>
                </a:ext>
              </a:extLst>
            </p:cNvPr>
            <p:cNvSpPr>
              <a:spLocks noChangeAspect="1"/>
            </p:cNvSpPr>
            <p:nvPr/>
          </p:nvSpPr>
          <p:spPr>
            <a:xfrm>
              <a:off x="11305148" y="6955809"/>
              <a:ext cx="2740595" cy="1280160"/>
            </a:xfrm>
            <a:prstGeom prst="roundRect">
              <a:avLst>
                <a:gd name="adj" fmla="val 50000"/>
              </a:avLst>
            </a:prstGeom>
            <a:solidFill>
              <a:srgbClr val="C6DE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3600" kern="1200">
                  <a:solidFill>
                    <a:schemeClr val="lt1"/>
                  </a:solidFill>
                  <a:latin typeface="+mn-lt"/>
                  <a:ea typeface="+mn-ea"/>
                  <a:cs typeface="+mn-cs"/>
                </a:defRPr>
              </a:lvl1pPr>
              <a:lvl2pPr marL="914400" algn="l" defTabSz="914400" rtl="0" eaLnBrk="1" latinLnBrk="0" hangingPunct="1">
                <a:defRPr sz="3600" kern="1200">
                  <a:solidFill>
                    <a:schemeClr val="lt1"/>
                  </a:solidFill>
                  <a:latin typeface="+mn-lt"/>
                  <a:ea typeface="+mn-ea"/>
                  <a:cs typeface="+mn-cs"/>
                </a:defRPr>
              </a:lvl2pPr>
              <a:lvl3pPr marL="1828800" algn="l" defTabSz="914400" rtl="0" eaLnBrk="1" latinLnBrk="0" hangingPunct="1">
                <a:defRPr sz="3600" kern="1200">
                  <a:solidFill>
                    <a:schemeClr val="lt1"/>
                  </a:solidFill>
                  <a:latin typeface="+mn-lt"/>
                  <a:ea typeface="+mn-ea"/>
                  <a:cs typeface="+mn-cs"/>
                </a:defRPr>
              </a:lvl3pPr>
              <a:lvl4pPr marL="2743200" algn="l" defTabSz="914400" rtl="0" eaLnBrk="1" latinLnBrk="0" hangingPunct="1">
                <a:defRPr sz="3600" kern="1200">
                  <a:solidFill>
                    <a:schemeClr val="lt1"/>
                  </a:solidFill>
                  <a:latin typeface="+mn-lt"/>
                  <a:ea typeface="+mn-ea"/>
                  <a:cs typeface="+mn-cs"/>
                </a:defRPr>
              </a:lvl4pPr>
              <a:lvl5pPr marL="3657600" algn="l" defTabSz="914400" rtl="0" eaLnBrk="1" latinLnBrk="0" hangingPunct="1">
                <a:defRPr sz="3600" kern="1200">
                  <a:solidFill>
                    <a:schemeClr val="lt1"/>
                  </a:solidFill>
                  <a:latin typeface="+mn-lt"/>
                  <a:ea typeface="+mn-ea"/>
                  <a:cs typeface="+mn-cs"/>
                </a:defRPr>
              </a:lvl5pPr>
              <a:lvl6pPr marL="4572000" algn="l" defTabSz="914400" rtl="0" eaLnBrk="1" latinLnBrk="0" hangingPunct="1">
                <a:defRPr sz="3600" kern="1200">
                  <a:solidFill>
                    <a:schemeClr val="lt1"/>
                  </a:solidFill>
                  <a:latin typeface="+mn-lt"/>
                  <a:ea typeface="+mn-ea"/>
                  <a:cs typeface="+mn-cs"/>
                </a:defRPr>
              </a:lvl6pPr>
              <a:lvl7pPr marL="5486400" algn="l" defTabSz="914400" rtl="0" eaLnBrk="1" latinLnBrk="0" hangingPunct="1">
                <a:defRPr sz="3600" kern="1200">
                  <a:solidFill>
                    <a:schemeClr val="lt1"/>
                  </a:solidFill>
                  <a:latin typeface="+mn-lt"/>
                  <a:ea typeface="+mn-ea"/>
                  <a:cs typeface="+mn-cs"/>
                </a:defRPr>
              </a:lvl7pPr>
              <a:lvl8pPr marL="6400800" algn="l" defTabSz="914400" rtl="0" eaLnBrk="1" latinLnBrk="0" hangingPunct="1">
                <a:defRPr sz="3600" kern="1200">
                  <a:solidFill>
                    <a:schemeClr val="lt1"/>
                  </a:solidFill>
                  <a:latin typeface="+mn-lt"/>
                  <a:ea typeface="+mn-ea"/>
                  <a:cs typeface="+mn-cs"/>
                </a:defRPr>
              </a:lvl8pPr>
              <a:lvl9pPr marL="7315200" algn="l" defTabSz="914400" rtl="0" eaLnBrk="1" latinLnBrk="0" hangingPunct="1">
                <a:defRPr sz="3600" kern="1200">
                  <a:solidFill>
                    <a:schemeClr val="lt1"/>
                  </a:solidFill>
                  <a:latin typeface="+mn-lt"/>
                  <a:ea typeface="+mn-ea"/>
                  <a:cs typeface="+mn-cs"/>
                </a:defRPr>
              </a:lvl9pPr>
            </a:lstStyle>
            <a:p>
              <a:pPr algn="ctr"/>
              <a:endParaRPr lang="en-US" sz="1800"/>
            </a:p>
          </p:txBody>
        </p:sp>
        <p:sp>
          <p:nvSpPr>
            <p:cNvPr id="29" name="Oval 28">
              <a:extLst>
                <a:ext uri="{FF2B5EF4-FFF2-40B4-BE49-F238E27FC236}">
                  <a16:creationId xmlns:a16="http://schemas.microsoft.com/office/drawing/2014/main" id="{8FDF85C5-4F04-4408-596E-FB9E949E494B}"/>
                </a:ext>
              </a:extLst>
            </p:cNvPr>
            <p:cNvSpPr>
              <a:spLocks noChangeAspect="1"/>
            </p:cNvSpPr>
            <p:nvPr/>
          </p:nvSpPr>
          <p:spPr>
            <a:xfrm>
              <a:off x="12428971" y="6955809"/>
              <a:ext cx="1280160" cy="1280160"/>
            </a:xfrm>
            <a:prstGeom prst="ellipse">
              <a:avLst/>
            </a:prstGeom>
            <a:solidFill>
              <a:srgbClr val="4398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3600" kern="1200">
                  <a:solidFill>
                    <a:schemeClr val="lt1"/>
                  </a:solidFill>
                  <a:latin typeface="+mn-lt"/>
                  <a:ea typeface="+mn-ea"/>
                  <a:cs typeface="+mn-cs"/>
                </a:defRPr>
              </a:lvl1pPr>
              <a:lvl2pPr marL="914400" algn="l" defTabSz="914400" rtl="0" eaLnBrk="1" latinLnBrk="0" hangingPunct="1">
                <a:defRPr sz="3600" kern="1200">
                  <a:solidFill>
                    <a:schemeClr val="lt1"/>
                  </a:solidFill>
                  <a:latin typeface="+mn-lt"/>
                  <a:ea typeface="+mn-ea"/>
                  <a:cs typeface="+mn-cs"/>
                </a:defRPr>
              </a:lvl2pPr>
              <a:lvl3pPr marL="1828800" algn="l" defTabSz="914400" rtl="0" eaLnBrk="1" latinLnBrk="0" hangingPunct="1">
                <a:defRPr sz="3600" kern="1200">
                  <a:solidFill>
                    <a:schemeClr val="lt1"/>
                  </a:solidFill>
                  <a:latin typeface="+mn-lt"/>
                  <a:ea typeface="+mn-ea"/>
                  <a:cs typeface="+mn-cs"/>
                </a:defRPr>
              </a:lvl3pPr>
              <a:lvl4pPr marL="2743200" algn="l" defTabSz="914400" rtl="0" eaLnBrk="1" latinLnBrk="0" hangingPunct="1">
                <a:defRPr sz="3600" kern="1200">
                  <a:solidFill>
                    <a:schemeClr val="lt1"/>
                  </a:solidFill>
                  <a:latin typeface="+mn-lt"/>
                  <a:ea typeface="+mn-ea"/>
                  <a:cs typeface="+mn-cs"/>
                </a:defRPr>
              </a:lvl4pPr>
              <a:lvl5pPr marL="3657600" algn="l" defTabSz="914400" rtl="0" eaLnBrk="1" latinLnBrk="0" hangingPunct="1">
                <a:defRPr sz="3600" kern="1200">
                  <a:solidFill>
                    <a:schemeClr val="lt1"/>
                  </a:solidFill>
                  <a:latin typeface="+mn-lt"/>
                  <a:ea typeface="+mn-ea"/>
                  <a:cs typeface="+mn-cs"/>
                </a:defRPr>
              </a:lvl5pPr>
              <a:lvl6pPr marL="4572000" algn="l" defTabSz="914400" rtl="0" eaLnBrk="1" latinLnBrk="0" hangingPunct="1">
                <a:defRPr sz="3600" kern="1200">
                  <a:solidFill>
                    <a:schemeClr val="lt1"/>
                  </a:solidFill>
                  <a:latin typeface="+mn-lt"/>
                  <a:ea typeface="+mn-ea"/>
                  <a:cs typeface="+mn-cs"/>
                </a:defRPr>
              </a:lvl6pPr>
              <a:lvl7pPr marL="5486400" algn="l" defTabSz="914400" rtl="0" eaLnBrk="1" latinLnBrk="0" hangingPunct="1">
                <a:defRPr sz="3600" kern="1200">
                  <a:solidFill>
                    <a:schemeClr val="lt1"/>
                  </a:solidFill>
                  <a:latin typeface="+mn-lt"/>
                  <a:ea typeface="+mn-ea"/>
                  <a:cs typeface="+mn-cs"/>
                </a:defRPr>
              </a:lvl7pPr>
              <a:lvl8pPr marL="6400800" algn="l" defTabSz="914400" rtl="0" eaLnBrk="1" latinLnBrk="0" hangingPunct="1">
                <a:defRPr sz="3600" kern="1200">
                  <a:solidFill>
                    <a:schemeClr val="lt1"/>
                  </a:solidFill>
                  <a:latin typeface="+mn-lt"/>
                  <a:ea typeface="+mn-ea"/>
                  <a:cs typeface="+mn-cs"/>
                </a:defRPr>
              </a:lvl8pPr>
              <a:lvl9pPr marL="7315200" algn="l" defTabSz="914400" rtl="0" eaLnBrk="1" latinLnBrk="0" hangingPunct="1">
                <a:defRPr sz="3600" kern="1200">
                  <a:solidFill>
                    <a:schemeClr val="lt1"/>
                  </a:solidFill>
                  <a:latin typeface="+mn-lt"/>
                  <a:ea typeface="+mn-ea"/>
                  <a:cs typeface="+mn-cs"/>
                </a:defRPr>
              </a:lvl9pPr>
            </a:lstStyle>
            <a:p>
              <a:pPr algn="ctr"/>
              <a:endParaRPr lang="en-US" sz="1800"/>
            </a:p>
          </p:txBody>
        </p:sp>
        <p:sp>
          <p:nvSpPr>
            <p:cNvPr id="30" name="Oval 29">
              <a:extLst>
                <a:ext uri="{FF2B5EF4-FFF2-40B4-BE49-F238E27FC236}">
                  <a16:creationId xmlns:a16="http://schemas.microsoft.com/office/drawing/2014/main" id="{A1E9551A-67B2-5E38-4CD3-E502976BCC39}"/>
                </a:ext>
              </a:extLst>
            </p:cNvPr>
            <p:cNvSpPr>
              <a:spLocks noChangeAspect="1"/>
            </p:cNvSpPr>
            <p:nvPr/>
          </p:nvSpPr>
          <p:spPr>
            <a:xfrm>
              <a:off x="5879985" y="6967873"/>
              <a:ext cx="1280160" cy="128016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3600" kern="1200">
                  <a:solidFill>
                    <a:schemeClr val="lt1"/>
                  </a:solidFill>
                  <a:latin typeface="+mn-lt"/>
                  <a:ea typeface="+mn-ea"/>
                  <a:cs typeface="+mn-cs"/>
                </a:defRPr>
              </a:lvl1pPr>
              <a:lvl2pPr marL="914400" algn="l" defTabSz="914400" rtl="0" eaLnBrk="1" latinLnBrk="0" hangingPunct="1">
                <a:defRPr sz="3600" kern="1200">
                  <a:solidFill>
                    <a:schemeClr val="lt1"/>
                  </a:solidFill>
                  <a:latin typeface="+mn-lt"/>
                  <a:ea typeface="+mn-ea"/>
                  <a:cs typeface="+mn-cs"/>
                </a:defRPr>
              </a:lvl2pPr>
              <a:lvl3pPr marL="1828800" algn="l" defTabSz="914400" rtl="0" eaLnBrk="1" latinLnBrk="0" hangingPunct="1">
                <a:defRPr sz="3600" kern="1200">
                  <a:solidFill>
                    <a:schemeClr val="lt1"/>
                  </a:solidFill>
                  <a:latin typeface="+mn-lt"/>
                  <a:ea typeface="+mn-ea"/>
                  <a:cs typeface="+mn-cs"/>
                </a:defRPr>
              </a:lvl3pPr>
              <a:lvl4pPr marL="2743200" algn="l" defTabSz="914400" rtl="0" eaLnBrk="1" latinLnBrk="0" hangingPunct="1">
                <a:defRPr sz="3600" kern="1200">
                  <a:solidFill>
                    <a:schemeClr val="lt1"/>
                  </a:solidFill>
                  <a:latin typeface="+mn-lt"/>
                  <a:ea typeface="+mn-ea"/>
                  <a:cs typeface="+mn-cs"/>
                </a:defRPr>
              </a:lvl4pPr>
              <a:lvl5pPr marL="3657600" algn="l" defTabSz="914400" rtl="0" eaLnBrk="1" latinLnBrk="0" hangingPunct="1">
                <a:defRPr sz="3600" kern="1200">
                  <a:solidFill>
                    <a:schemeClr val="lt1"/>
                  </a:solidFill>
                  <a:latin typeface="+mn-lt"/>
                  <a:ea typeface="+mn-ea"/>
                  <a:cs typeface="+mn-cs"/>
                </a:defRPr>
              </a:lvl5pPr>
              <a:lvl6pPr marL="4572000" algn="l" defTabSz="914400" rtl="0" eaLnBrk="1" latinLnBrk="0" hangingPunct="1">
                <a:defRPr sz="3600" kern="1200">
                  <a:solidFill>
                    <a:schemeClr val="lt1"/>
                  </a:solidFill>
                  <a:latin typeface="+mn-lt"/>
                  <a:ea typeface="+mn-ea"/>
                  <a:cs typeface="+mn-cs"/>
                </a:defRPr>
              </a:lvl6pPr>
              <a:lvl7pPr marL="5486400" algn="l" defTabSz="914400" rtl="0" eaLnBrk="1" latinLnBrk="0" hangingPunct="1">
                <a:defRPr sz="3600" kern="1200">
                  <a:solidFill>
                    <a:schemeClr val="lt1"/>
                  </a:solidFill>
                  <a:latin typeface="+mn-lt"/>
                  <a:ea typeface="+mn-ea"/>
                  <a:cs typeface="+mn-cs"/>
                </a:defRPr>
              </a:lvl7pPr>
              <a:lvl8pPr marL="6400800" algn="l" defTabSz="914400" rtl="0" eaLnBrk="1" latinLnBrk="0" hangingPunct="1">
                <a:defRPr sz="3600" kern="1200">
                  <a:solidFill>
                    <a:schemeClr val="lt1"/>
                  </a:solidFill>
                  <a:latin typeface="+mn-lt"/>
                  <a:ea typeface="+mn-ea"/>
                  <a:cs typeface="+mn-cs"/>
                </a:defRPr>
              </a:lvl8pPr>
              <a:lvl9pPr marL="7315200" algn="l" defTabSz="914400" rtl="0" eaLnBrk="1" latinLnBrk="0" hangingPunct="1">
                <a:defRPr sz="3600" kern="1200">
                  <a:solidFill>
                    <a:schemeClr val="lt1"/>
                  </a:solidFill>
                  <a:latin typeface="+mn-lt"/>
                  <a:ea typeface="+mn-ea"/>
                  <a:cs typeface="+mn-cs"/>
                </a:defRPr>
              </a:lvl9pPr>
            </a:lstStyle>
            <a:p>
              <a:pPr algn="ctr"/>
              <a:endParaRPr lang="en-US" sz="1800"/>
            </a:p>
          </p:txBody>
        </p:sp>
        <p:sp>
          <p:nvSpPr>
            <p:cNvPr id="31" name="Oval 30">
              <a:extLst>
                <a:ext uri="{FF2B5EF4-FFF2-40B4-BE49-F238E27FC236}">
                  <a16:creationId xmlns:a16="http://schemas.microsoft.com/office/drawing/2014/main" id="{BE4EB6D0-7899-DB4F-9D90-71BCE25AE59E}"/>
                </a:ext>
              </a:extLst>
            </p:cNvPr>
            <p:cNvSpPr>
              <a:spLocks noChangeAspect="1"/>
            </p:cNvSpPr>
            <p:nvPr/>
          </p:nvSpPr>
          <p:spPr>
            <a:xfrm>
              <a:off x="9857848" y="6959619"/>
              <a:ext cx="1280160" cy="1280160"/>
            </a:xfrm>
            <a:prstGeom prst="ellipse">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3600" kern="1200">
                  <a:solidFill>
                    <a:schemeClr val="lt1"/>
                  </a:solidFill>
                  <a:latin typeface="+mn-lt"/>
                  <a:ea typeface="+mn-ea"/>
                  <a:cs typeface="+mn-cs"/>
                </a:defRPr>
              </a:lvl1pPr>
              <a:lvl2pPr marL="914400" algn="l" defTabSz="914400" rtl="0" eaLnBrk="1" latinLnBrk="0" hangingPunct="1">
                <a:defRPr sz="3600" kern="1200">
                  <a:solidFill>
                    <a:schemeClr val="lt1"/>
                  </a:solidFill>
                  <a:latin typeface="+mn-lt"/>
                  <a:ea typeface="+mn-ea"/>
                  <a:cs typeface="+mn-cs"/>
                </a:defRPr>
              </a:lvl2pPr>
              <a:lvl3pPr marL="1828800" algn="l" defTabSz="914400" rtl="0" eaLnBrk="1" latinLnBrk="0" hangingPunct="1">
                <a:defRPr sz="3600" kern="1200">
                  <a:solidFill>
                    <a:schemeClr val="lt1"/>
                  </a:solidFill>
                  <a:latin typeface="+mn-lt"/>
                  <a:ea typeface="+mn-ea"/>
                  <a:cs typeface="+mn-cs"/>
                </a:defRPr>
              </a:lvl3pPr>
              <a:lvl4pPr marL="2743200" algn="l" defTabSz="914400" rtl="0" eaLnBrk="1" latinLnBrk="0" hangingPunct="1">
                <a:defRPr sz="3600" kern="1200">
                  <a:solidFill>
                    <a:schemeClr val="lt1"/>
                  </a:solidFill>
                  <a:latin typeface="+mn-lt"/>
                  <a:ea typeface="+mn-ea"/>
                  <a:cs typeface="+mn-cs"/>
                </a:defRPr>
              </a:lvl4pPr>
              <a:lvl5pPr marL="3657600" algn="l" defTabSz="914400" rtl="0" eaLnBrk="1" latinLnBrk="0" hangingPunct="1">
                <a:defRPr sz="3600" kern="1200">
                  <a:solidFill>
                    <a:schemeClr val="lt1"/>
                  </a:solidFill>
                  <a:latin typeface="+mn-lt"/>
                  <a:ea typeface="+mn-ea"/>
                  <a:cs typeface="+mn-cs"/>
                </a:defRPr>
              </a:lvl5pPr>
              <a:lvl6pPr marL="4572000" algn="l" defTabSz="914400" rtl="0" eaLnBrk="1" latinLnBrk="0" hangingPunct="1">
                <a:defRPr sz="3600" kern="1200">
                  <a:solidFill>
                    <a:schemeClr val="lt1"/>
                  </a:solidFill>
                  <a:latin typeface="+mn-lt"/>
                  <a:ea typeface="+mn-ea"/>
                  <a:cs typeface="+mn-cs"/>
                </a:defRPr>
              </a:lvl6pPr>
              <a:lvl7pPr marL="5486400" algn="l" defTabSz="914400" rtl="0" eaLnBrk="1" latinLnBrk="0" hangingPunct="1">
                <a:defRPr sz="3600" kern="1200">
                  <a:solidFill>
                    <a:schemeClr val="lt1"/>
                  </a:solidFill>
                  <a:latin typeface="+mn-lt"/>
                  <a:ea typeface="+mn-ea"/>
                  <a:cs typeface="+mn-cs"/>
                </a:defRPr>
              </a:lvl7pPr>
              <a:lvl8pPr marL="6400800" algn="l" defTabSz="914400" rtl="0" eaLnBrk="1" latinLnBrk="0" hangingPunct="1">
                <a:defRPr sz="3600" kern="1200">
                  <a:solidFill>
                    <a:schemeClr val="lt1"/>
                  </a:solidFill>
                  <a:latin typeface="+mn-lt"/>
                  <a:ea typeface="+mn-ea"/>
                  <a:cs typeface="+mn-cs"/>
                </a:defRPr>
              </a:lvl8pPr>
              <a:lvl9pPr marL="7315200" algn="l" defTabSz="914400" rtl="0" eaLnBrk="1" latinLnBrk="0" hangingPunct="1">
                <a:defRPr sz="3600" kern="1200">
                  <a:solidFill>
                    <a:schemeClr val="lt1"/>
                  </a:solidFill>
                  <a:latin typeface="+mn-lt"/>
                  <a:ea typeface="+mn-ea"/>
                  <a:cs typeface="+mn-cs"/>
                </a:defRPr>
              </a:lvl9pPr>
            </a:lstStyle>
            <a:p>
              <a:pPr algn="ctr"/>
              <a:endParaRPr lang="en-US" sz="1800"/>
            </a:p>
          </p:txBody>
        </p:sp>
        <p:sp>
          <p:nvSpPr>
            <p:cNvPr id="32" name="Oval 31">
              <a:extLst>
                <a:ext uri="{FF2B5EF4-FFF2-40B4-BE49-F238E27FC236}">
                  <a16:creationId xmlns:a16="http://schemas.microsoft.com/office/drawing/2014/main" id="{FF4BA7D3-9CA7-4859-C854-7D9D8CFC5B3F}"/>
                </a:ext>
              </a:extLst>
            </p:cNvPr>
            <p:cNvSpPr>
              <a:spLocks noChangeAspect="1"/>
            </p:cNvSpPr>
            <p:nvPr/>
          </p:nvSpPr>
          <p:spPr>
            <a:xfrm>
              <a:off x="4147935" y="3863340"/>
              <a:ext cx="1280160" cy="128016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3600" kern="1200">
                  <a:solidFill>
                    <a:schemeClr val="lt1"/>
                  </a:solidFill>
                  <a:latin typeface="+mn-lt"/>
                  <a:ea typeface="+mn-ea"/>
                  <a:cs typeface="+mn-cs"/>
                </a:defRPr>
              </a:lvl1pPr>
              <a:lvl2pPr marL="914400" algn="l" defTabSz="914400" rtl="0" eaLnBrk="1" latinLnBrk="0" hangingPunct="1">
                <a:defRPr sz="3600" kern="1200">
                  <a:solidFill>
                    <a:schemeClr val="lt1"/>
                  </a:solidFill>
                  <a:latin typeface="+mn-lt"/>
                  <a:ea typeface="+mn-ea"/>
                  <a:cs typeface="+mn-cs"/>
                </a:defRPr>
              </a:lvl2pPr>
              <a:lvl3pPr marL="1828800" algn="l" defTabSz="914400" rtl="0" eaLnBrk="1" latinLnBrk="0" hangingPunct="1">
                <a:defRPr sz="3600" kern="1200">
                  <a:solidFill>
                    <a:schemeClr val="lt1"/>
                  </a:solidFill>
                  <a:latin typeface="+mn-lt"/>
                  <a:ea typeface="+mn-ea"/>
                  <a:cs typeface="+mn-cs"/>
                </a:defRPr>
              </a:lvl3pPr>
              <a:lvl4pPr marL="2743200" algn="l" defTabSz="914400" rtl="0" eaLnBrk="1" latinLnBrk="0" hangingPunct="1">
                <a:defRPr sz="3600" kern="1200">
                  <a:solidFill>
                    <a:schemeClr val="lt1"/>
                  </a:solidFill>
                  <a:latin typeface="+mn-lt"/>
                  <a:ea typeface="+mn-ea"/>
                  <a:cs typeface="+mn-cs"/>
                </a:defRPr>
              </a:lvl4pPr>
              <a:lvl5pPr marL="3657600" algn="l" defTabSz="914400" rtl="0" eaLnBrk="1" latinLnBrk="0" hangingPunct="1">
                <a:defRPr sz="3600" kern="1200">
                  <a:solidFill>
                    <a:schemeClr val="lt1"/>
                  </a:solidFill>
                  <a:latin typeface="+mn-lt"/>
                  <a:ea typeface="+mn-ea"/>
                  <a:cs typeface="+mn-cs"/>
                </a:defRPr>
              </a:lvl5pPr>
              <a:lvl6pPr marL="4572000" algn="l" defTabSz="914400" rtl="0" eaLnBrk="1" latinLnBrk="0" hangingPunct="1">
                <a:defRPr sz="3600" kern="1200">
                  <a:solidFill>
                    <a:schemeClr val="lt1"/>
                  </a:solidFill>
                  <a:latin typeface="+mn-lt"/>
                  <a:ea typeface="+mn-ea"/>
                  <a:cs typeface="+mn-cs"/>
                </a:defRPr>
              </a:lvl6pPr>
              <a:lvl7pPr marL="5486400" algn="l" defTabSz="914400" rtl="0" eaLnBrk="1" latinLnBrk="0" hangingPunct="1">
                <a:defRPr sz="3600" kern="1200">
                  <a:solidFill>
                    <a:schemeClr val="lt1"/>
                  </a:solidFill>
                  <a:latin typeface="+mn-lt"/>
                  <a:ea typeface="+mn-ea"/>
                  <a:cs typeface="+mn-cs"/>
                </a:defRPr>
              </a:lvl7pPr>
              <a:lvl8pPr marL="6400800" algn="l" defTabSz="914400" rtl="0" eaLnBrk="1" latinLnBrk="0" hangingPunct="1">
                <a:defRPr sz="3600" kern="1200">
                  <a:solidFill>
                    <a:schemeClr val="lt1"/>
                  </a:solidFill>
                  <a:latin typeface="+mn-lt"/>
                  <a:ea typeface="+mn-ea"/>
                  <a:cs typeface="+mn-cs"/>
                </a:defRPr>
              </a:lvl8pPr>
              <a:lvl9pPr marL="7315200" algn="l" defTabSz="914400" rtl="0" eaLnBrk="1" latinLnBrk="0" hangingPunct="1">
                <a:defRPr sz="3600" kern="1200">
                  <a:solidFill>
                    <a:schemeClr val="lt1"/>
                  </a:solidFill>
                  <a:latin typeface="+mn-lt"/>
                  <a:ea typeface="+mn-ea"/>
                  <a:cs typeface="+mn-cs"/>
                </a:defRPr>
              </a:lvl9pPr>
            </a:lstStyle>
            <a:p>
              <a:pPr algn="ctr"/>
              <a:endParaRPr lang="en-US" sz="1800"/>
            </a:p>
          </p:txBody>
        </p:sp>
      </p:grpSp>
    </p:spTree>
    <p:custDataLst>
      <p:tags r:id="rId1"/>
    </p:custDataLst>
    <p:extLst>
      <p:ext uri="{BB962C8B-B14F-4D97-AF65-F5344CB8AC3E}">
        <p14:creationId xmlns:p14="http://schemas.microsoft.com/office/powerpoint/2010/main" val="804478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SAS - Title with Carrot - Blue">
    <p:bg>
      <p:bgPr>
        <a:solidFill>
          <a:schemeClr val="bg2"/>
        </a:solidFill>
        <a:effectLst/>
      </p:bgPr>
    </p:bg>
    <p:spTree>
      <p:nvGrpSpPr>
        <p:cNvPr id="1" name=""/>
        <p:cNvGrpSpPr/>
        <p:nvPr/>
      </p:nvGrpSpPr>
      <p:grpSpPr>
        <a:xfrm>
          <a:off x="0" y="0"/>
          <a:ext cx="0" cy="0"/>
          <a:chOff x="0" y="0"/>
          <a:chExt cx="0" cy="0"/>
        </a:xfrm>
      </p:grpSpPr>
      <p:sp>
        <p:nvSpPr>
          <p:cNvPr id="3" name="TextBox 4">
            <a:extLst>
              <a:ext uri="{FF2B5EF4-FFF2-40B4-BE49-F238E27FC236}">
                <a16:creationId xmlns:a16="http://schemas.microsoft.com/office/drawing/2014/main" id="{50615BBA-3709-50D7-A61C-9CF9B79E7B6F}"/>
              </a:ext>
            </a:extLst>
          </p:cNvPr>
          <p:cNvSpPr txBox="1"/>
          <p:nvPr userDrawn="1"/>
        </p:nvSpPr>
        <p:spPr>
          <a:xfrm>
            <a:off x="1252432" y="9855354"/>
            <a:ext cx="5029200" cy="246221"/>
          </a:xfrm>
          <a:prstGeom prst="rect">
            <a:avLst/>
          </a:prstGeom>
          <a:noFill/>
        </p:spPr>
        <p:txBody>
          <a:bodyPr wrap="square" lIns="0" anchor="b" anchorCtr="0">
            <a:spAutoFit/>
          </a:bodyPr>
          <a:lstStyle/>
          <a:p>
            <a:pPr marL="0" marR="0" lvl="0" indent="0" algn="l" defTabSz="548626" rtl="0" eaLnBrk="0" fontAlgn="auto" latinLnBrk="0" hangingPunct="0">
              <a:lnSpc>
                <a:spcPct val="100000"/>
              </a:lnSpc>
              <a:spcBef>
                <a:spcPts val="0"/>
              </a:spcBef>
              <a:spcAft>
                <a:spcPts val="0"/>
              </a:spcAft>
              <a:buClrTx/>
              <a:buSzTx/>
              <a:buFontTx/>
              <a:buNone/>
              <a:tabLst/>
              <a:defRPr/>
            </a:pPr>
            <a:r>
              <a:rPr kumimoji="0" lang="en-US" sz="1000" b="0" i="0" u="none" strike="noStrike" kern="300" cap="none" spc="100" normalizeH="0" baseline="0" noProof="0">
                <a:ln>
                  <a:noFill/>
                </a:ln>
                <a:solidFill>
                  <a:schemeClr val="accent3"/>
                </a:solidFill>
                <a:effectLst/>
                <a:uLnTx/>
                <a:uFillTx/>
                <a:latin typeface="+mn-lt"/>
                <a:ea typeface="Anova Bold" panose="020B0703020203020204" pitchFamily="34" charset="0"/>
                <a:cs typeface="Anova Light" panose="020B0403020203020204" pitchFamily="34" charset="0"/>
              </a:rPr>
              <a:t>Copyright © SAS Institute Inc. All rights reserved.</a:t>
            </a:r>
          </a:p>
        </p:txBody>
      </p:sp>
      <p:sp>
        <p:nvSpPr>
          <p:cNvPr id="4" name="Title Placeholder 1">
            <a:extLst>
              <a:ext uri="{FF2B5EF4-FFF2-40B4-BE49-F238E27FC236}">
                <a16:creationId xmlns:a16="http://schemas.microsoft.com/office/drawing/2014/main" id="{3D1707FA-6C9E-4417-A24E-445ECFC41BF3}"/>
              </a:ext>
            </a:extLst>
          </p:cNvPr>
          <p:cNvSpPr>
            <a:spLocks noGrp="1"/>
          </p:cNvSpPr>
          <p:nvPr>
            <p:ph type="title" hasCustomPrompt="1"/>
          </p:nvPr>
        </p:nvSpPr>
        <p:spPr>
          <a:xfrm>
            <a:off x="1779586" y="1484688"/>
            <a:ext cx="15684506" cy="1208146"/>
          </a:xfrm>
          <a:prstGeom prst="rect">
            <a:avLst/>
          </a:prstGeom>
        </p:spPr>
        <p:txBody>
          <a:bodyPr vert="horz" lIns="0" tIns="0" rIns="0" bIns="0" rtlCol="0" anchor="ctr">
            <a:normAutofit/>
          </a:bodyPr>
          <a:lstStyle>
            <a:lvl1pPr>
              <a:lnSpc>
                <a:spcPct val="100000"/>
              </a:lnSpc>
              <a:defRPr>
                <a:solidFill>
                  <a:schemeClr val="bg1"/>
                </a:solidFill>
              </a:defRPr>
            </a:lvl1pPr>
          </a:lstStyle>
          <a:p>
            <a:r>
              <a:rPr lang="en-US"/>
              <a:t>Click to add slide title</a:t>
            </a:r>
          </a:p>
        </p:txBody>
      </p:sp>
      <p:sp>
        <p:nvSpPr>
          <p:cNvPr id="5" name="Triangle 4">
            <a:extLst>
              <a:ext uri="{FF2B5EF4-FFF2-40B4-BE49-F238E27FC236}">
                <a16:creationId xmlns:a16="http://schemas.microsoft.com/office/drawing/2014/main" id="{99CFC3E2-C976-5553-C059-DF227F26D290}"/>
              </a:ext>
            </a:extLst>
          </p:cNvPr>
          <p:cNvSpPr/>
          <p:nvPr userDrawn="1"/>
        </p:nvSpPr>
        <p:spPr>
          <a:xfrm rot="5400000">
            <a:off x="-342817" y="1827505"/>
            <a:ext cx="1208148" cy="522514"/>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ontent Placeholder 7">
            <a:extLst>
              <a:ext uri="{FF2B5EF4-FFF2-40B4-BE49-F238E27FC236}">
                <a16:creationId xmlns:a16="http://schemas.microsoft.com/office/drawing/2014/main" id="{74A75303-90EE-A9F4-D2AC-1BCD84C108E1}"/>
              </a:ext>
            </a:extLst>
          </p:cNvPr>
          <p:cNvSpPr>
            <a:spLocks noGrp="1"/>
          </p:cNvSpPr>
          <p:nvPr>
            <p:ph sz="quarter" idx="10"/>
          </p:nvPr>
        </p:nvSpPr>
        <p:spPr>
          <a:xfrm>
            <a:off x="1779587" y="3300413"/>
            <a:ext cx="15684505" cy="5621337"/>
          </a:xfrm>
        </p:spPr>
        <p:txBody>
          <a:bodyPr>
            <a:normAutofit/>
          </a:bodyPr>
          <a:lstStyle>
            <a:lvl1pPr>
              <a:buClr>
                <a:schemeClr val="bg1"/>
              </a:buClr>
              <a:defRPr sz="2800">
                <a:solidFill>
                  <a:schemeClr val="bg1"/>
                </a:solidFill>
              </a:defRPr>
            </a:lvl1pPr>
            <a:lvl2pPr>
              <a:buClr>
                <a:schemeClr val="bg1"/>
              </a:buClr>
              <a:defRPr sz="2800">
                <a:solidFill>
                  <a:schemeClr val="bg1"/>
                </a:solidFill>
              </a:defRPr>
            </a:lvl2pPr>
            <a:lvl3pPr>
              <a:buClr>
                <a:schemeClr val="bg1"/>
              </a:buClr>
              <a:defRPr sz="2800">
                <a:solidFill>
                  <a:schemeClr val="bg1"/>
                </a:solidFill>
              </a:defRPr>
            </a:lvl3pPr>
            <a:lvl4pPr>
              <a:buClr>
                <a:schemeClr val="bg1"/>
              </a:buClr>
              <a:defRPr sz="2800">
                <a:solidFill>
                  <a:schemeClr val="bg1"/>
                </a:solidFill>
              </a:defRPr>
            </a:lvl4pPr>
            <a:lvl5pPr>
              <a:buClr>
                <a:schemeClr val="bg1"/>
              </a:buClr>
              <a:defRPr sz="2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ustDataLst>
      <p:tags r:id="rId1"/>
    </p:custDataLst>
    <p:extLst>
      <p:ext uri="{BB962C8B-B14F-4D97-AF65-F5344CB8AC3E}">
        <p14:creationId xmlns:p14="http://schemas.microsoft.com/office/powerpoint/2010/main" val="7807357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SAS - Thirds - Blue">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4D85B4D-2A68-694C-A8C8-437AF971543D}"/>
              </a:ext>
            </a:extLst>
          </p:cNvPr>
          <p:cNvSpPr/>
          <p:nvPr userDrawn="1"/>
        </p:nvSpPr>
        <p:spPr>
          <a:xfrm>
            <a:off x="0" y="0"/>
            <a:ext cx="6680200" cy="10287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4">
            <a:extLst>
              <a:ext uri="{FF2B5EF4-FFF2-40B4-BE49-F238E27FC236}">
                <a16:creationId xmlns:a16="http://schemas.microsoft.com/office/drawing/2014/main" id="{7F487846-7C90-09E0-AF50-CA2DB82BFEFD}"/>
              </a:ext>
            </a:extLst>
          </p:cNvPr>
          <p:cNvSpPr txBox="1"/>
          <p:nvPr userDrawn="1"/>
        </p:nvSpPr>
        <p:spPr>
          <a:xfrm>
            <a:off x="1252432" y="9855354"/>
            <a:ext cx="5029200" cy="246221"/>
          </a:xfrm>
          <a:prstGeom prst="rect">
            <a:avLst/>
          </a:prstGeom>
          <a:noFill/>
        </p:spPr>
        <p:txBody>
          <a:bodyPr wrap="square" lIns="0" anchor="b" anchorCtr="0">
            <a:spAutoFit/>
          </a:bodyPr>
          <a:lstStyle/>
          <a:p>
            <a:pPr marL="0" marR="0" lvl="0" indent="0" algn="l" defTabSz="548626" rtl="0" eaLnBrk="0" fontAlgn="auto" latinLnBrk="0" hangingPunct="0">
              <a:lnSpc>
                <a:spcPct val="100000"/>
              </a:lnSpc>
              <a:spcBef>
                <a:spcPts val="0"/>
              </a:spcBef>
              <a:spcAft>
                <a:spcPts val="0"/>
              </a:spcAft>
              <a:buClrTx/>
              <a:buSzTx/>
              <a:buFontTx/>
              <a:buNone/>
              <a:tabLst/>
              <a:defRPr/>
            </a:pPr>
            <a:r>
              <a:rPr kumimoji="0" lang="en-US" sz="1000" b="0" i="0" u="none" strike="noStrike" kern="300" cap="none" spc="100" normalizeH="0" baseline="0" noProof="0">
                <a:ln>
                  <a:noFill/>
                </a:ln>
                <a:solidFill>
                  <a:schemeClr val="accent3"/>
                </a:solidFill>
                <a:effectLst/>
                <a:uLnTx/>
                <a:uFillTx/>
                <a:latin typeface="+mn-lt"/>
                <a:ea typeface="Anova Bold" panose="020B0703020203020204" pitchFamily="34" charset="0"/>
                <a:cs typeface="Anova Light" panose="020B0403020203020204" pitchFamily="34" charset="0"/>
              </a:rPr>
              <a:t>Copyright © SAS Institute Inc. All rights reserved.</a:t>
            </a:r>
          </a:p>
        </p:txBody>
      </p:sp>
      <p:sp>
        <p:nvSpPr>
          <p:cNvPr id="10" name="Content Placeholder 9">
            <a:extLst>
              <a:ext uri="{FF2B5EF4-FFF2-40B4-BE49-F238E27FC236}">
                <a16:creationId xmlns:a16="http://schemas.microsoft.com/office/drawing/2014/main" id="{24CBE668-AB51-C874-E0F3-EA42699F0025}"/>
              </a:ext>
            </a:extLst>
          </p:cNvPr>
          <p:cNvSpPr>
            <a:spLocks noGrp="1"/>
          </p:cNvSpPr>
          <p:nvPr>
            <p:ph sz="quarter" idx="11" hasCustomPrompt="1"/>
          </p:nvPr>
        </p:nvSpPr>
        <p:spPr>
          <a:xfrm>
            <a:off x="8262938" y="1003611"/>
            <a:ext cx="8577262" cy="8173728"/>
          </a:xfrm>
          <a:prstGeom prst="rect">
            <a:avLst/>
          </a:prstGeom>
        </p:spPr>
        <p:txBody>
          <a:bodyPr anchor="ctr">
            <a:normAutofit/>
          </a:bodyPr>
          <a:lstStyle>
            <a:lvl1pPr>
              <a:lnSpc>
                <a:spcPct val="114000"/>
              </a:lnSpc>
              <a:spcBef>
                <a:spcPts val="0"/>
              </a:spcBef>
              <a:spcAft>
                <a:spcPts val="4000"/>
              </a:spcAft>
              <a:defRPr sz="2800">
                <a:solidFill>
                  <a:schemeClr val="tx2"/>
                </a:solidFill>
              </a:defRPr>
            </a:lvl1pPr>
            <a:lvl2pPr>
              <a:lnSpc>
                <a:spcPct val="114000"/>
              </a:lnSpc>
              <a:spcBef>
                <a:spcPts val="0"/>
              </a:spcBef>
              <a:spcAft>
                <a:spcPts val="4000"/>
              </a:spcAft>
              <a:defRPr sz="2800">
                <a:solidFill>
                  <a:schemeClr val="tx2"/>
                </a:solidFill>
              </a:defRPr>
            </a:lvl2pPr>
            <a:lvl3pPr>
              <a:lnSpc>
                <a:spcPct val="114000"/>
              </a:lnSpc>
              <a:spcBef>
                <a:spcPts val="0"/>
              </a:spcBef>
              <a:spcAft>
                <a:spcPts val="4000"/>
              </a:spcAft>
              <a:defRPr sz="2800">
                <a:solidFill>
                  <a:schemeClr val="tx2"/>
                </a:solidFill>
              </a:defRPr>
            </a:lvl3pPr>
            <a:lvl4pPr marL="2057400" indent="0">
              <a:lnSpc>
                <a:spcPct val="110000"/>
              </a:lnSpc>
              <a:spcAft>
                <a:spcPts val="2600"/>
              </a:spcAft>
              <a:buNone/>
              <a:defRPr/>
            </a:lvl4pPr>
            <a:lvl5pPr marL="2743200" indent="0">
              <a:lnSpc>
                <a:spcPct val="110000"/>
              </a:lnSpc>
              <a:spcAft>
                <a:spcPts val="2600"/>
              </a:spcAft>
              <a:buNone/>
              <a:defRPr/>
            </a:lvl5pPr>
          </a:lstStyle>
          <a:p>
            <a:pPr lvl="0"/>
            <a:r>
              <a:rPr lang="en-US"/>
              <a:t>Click to edit master text styles</a:t>
            </a:r>
          </a:p>
          <a:p>
            <a:pPr lvl="1"/>
            <a:r>
              <a:rPr lang="en-US"/>
              <a:t>Second level text</a:t>
            </a:r>
          </a:p>
          <a:p>
            <a:pPr lvl="2"/>
            <a:r>
              <a:rPr lang="en-US"/>
              <a:t>Third level text</a:t>
            </a:r>
          </a:p>
        </p:txBody>
      </p:sp>
      <p:sp>
        <p:nvSpPr>
          <p:cNvPr id="4" name="Title Placeholder 1">
            <a:extLst>
              <a:ext uri="{FF2B5EF4-FFF2-40B4-BE49-F238E27FC236}">
                <a16:creationId xmlns:a16="http://schemas.microsoft.com/office/drawing/2014/main" id="{73118069-584B-0367-F952-386C707057CB}"/>
              </a:ext>
            </a:extLst>
          </p:cNvPr>
          <p:cNvSpPr>
            <a:spLocks noGrp="1"/>
          </p:cNvSpPr>
          <p:nvPr>
            <p:ph type="title" hasCustomPrompt="1"/>
          </p:nvPr>
        </p:nvSpPr>
        <p:spPr>
          <a:xfrm>
            <a:off x="1087554" y="4364045"/>
            <a:ext cx="4505091" cy="1558909"/>
          </a:xfrm>
          <a:prstGeom prst="rect">
            <a:avLst/>
          </a:prstGeom>
        </p:spPr>
        <p:txBody>
          <a:bodyPr vert="horz" wrap="square" lIns="0" tIns="0" rIns="0" bIns="0" rtlCol="0" anchor="ctr">
            <a:normAutofit/>
          </a:bodyPr>
          <a:lstStyle>
            <a:lvl1pPr algn="ctr">
              <a:defRPr sz="5400" baseline="0">
                <a:solidFill>
                  <a:schemeClr val="bg1"/>
                </a:solidFill>
              </a:defRPr>
            </a:lvl1pPr>
          </a:lstStyle>
          <a:p>
            <a:r>
              <a:rPr lang="en-US"/>
              <a:t>Click to add slide title</a:t>
            </a:r>
          </a:p>
        </p:txBody>
      </p:sp>
    </p:spTree>
    <p:custDataLst>
      <p:tags r:id="rId1"/>
    </p:custDataLst>
    <p:extLst>
      <p:ext uri="{BB962C8B-B14F-4D97-AF65-F5344CB8AC3E}">
        <p14:creationId xmlns:p14="http://schemas.microsoft.com/office/powerpoint/2010/main" val="26872527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3240" userDrawn="1">
          <p15:clr>
            <a:srgbClr val="FBAE40"/>
          </p15:clr>
        </p15:guide>
        <p15:guide id="2" pos="5760" userDrawn="1">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SAS - Thirds - Grey">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4D85B4D-2A68-694C-A8C8-437AF971543D}"/>
              </a:ext>
            </a:extLst>
          </p:cNvPr>
          <p:cNvSpPr/>
          <p:nvPr userDrawn="1"/>
        </p:nvSpPr>
        <p:spPr>
          <a:xfrm>
            <a:off x="0" y="0"/>
            <a:ext cx="6680200" cy="10287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4">
            <a:extLst>
              <a:ext uri="{FF2B5EF4-FFF2-40B4-BE49-F238E27FC236}">
                <a16:creationId xmlns:a16="http://schemas.microsoft.com/office/drawing/2014/main" id="{7F487846-7C90-09E0-AF50-CA2DB82BFEFD}"/>
              </a:ext>
            </a:extLst>
          </p:cNvPr>
          <p:cNvSpPr txBox="1"/>
          <p:nvPr userDrawn="1"/>
        </p:nvSpPr>
        <p:spPr>
          <a:xfrm>
            <a:off x="1252432" y="9855354"/>
            <a:ext cx="5029200" cy="246221"/>
          </a:xfrm>
          <a:prstGeom prst="rect">
            <a:avLst/>
          </a:prstGeom>
          <a:noFill/>
        </p:spPr>
        <p:txBody>
          <a:bodyPr wrap="square" lIns="0" anchor="b" anchorCtr="0">
            <a:spAutoFit/>
          </a:bodyPr>
          <a:lstStyle/>
          <a:p>
            <a:pPr marL="0" marR="0" lvl="0" indent="0" algn="l" defTabSz="548626" rtl="0" eaLnBrk="0" fontAlgn="auto" latinLnBrk="0" hangingPunct="0">
              <a:lnSpc>
                <a:spcPct val="100000"/>
              </a:lnSpc>
              <a:spcBef>
                <a:spcPts val="0"/>
              </a:spcBef>
              <a:spcAft>
                <a:spcPts val="0"/>
              </a:spcAft>
              <a:buClrTx/>
              <a:buSzTx/>
              <a:buFontTx/>
              <a:buNone/>
              <a:tabLst/>
              <a:defRPr/>
            </a:pPr>
            <a:r>
              <a:rPr kumimoji="0" lang="en-US" sz="1000" b="0" i="0" u="none" strike="noStrike" kern="300" cap="none" spc="100" normalizeH="0" baseline="0" noProof="0">
                <a:ln>
                  <a:noFill/>
                </a:ln>
                <a:solidFill>
                  <a:schemeClr val="bg1"/>
                </a:solidFill>
                <a:effectLst/>
                <a:uLnTx/>
                <a:uFillTx/>
                <a:latin typeface="+mn-lt"/>
                <a:ea typeface="Anova Bold" panose="020B0703020203020204" pitchFamily="34" charset="0"/>
                <a:cs typeface="Anova Light" panose="020B0403020203020204" pitchFamily="34" charset="0"/>
              </a:rPr>
              <a:t>Copyright © SAS Institute Inc. All rights reserved.</a:t>
            </a:r>
          </a:p>
        </p:txBody>
      </p:sp>
      <p:sp>
        <p:nvSpPr>
          <p:cNvPr id="7" name="Title Placeholder 1">
            <a:extLst>
              <a:ext uri="{FF2B5EF4-FFF2-40B4-BE49-F238E27FC236}">
                <a16:creationId xmlns:a16="http://schemas.microsoft.com/office/drawing/2014/main" id="{A80BE74E-6B94-4875-1004-4903D7BE1665}"/>
              </a:ext>
            </a:extLst>
          </p:cNvPr>
          <p:cNvSpPr>
            <a:spLocks noGrp="1"/>
          </p:cNvSpPr>
          <p:nvPr>
            <p:ph type="title" hasCustomPrompt="1"/>
          </p:nvPr>
        </p:nvSpPr>
        <p:spPr>
          <a:xfrm>
            <a:off x="1087554" y="4364045"/>
            <a:ext cx="4505091" cy="1558909"/>
          </a:xfrm>
          <a:prstGeom prst="rect">
            <a:avLst/>
          </a:prstGeom>
        </p:spPr>
        <p:txBody>
          <a:bodyPr vert="horz" wrap="square" lIns="0" tIns="0" rIns="0" bIns="0" rtlCol="0" anchor="ctr">
            <a:normAutofit/>
          </a:bodyPr>
          <a:lstStyle>
            <a:lvl1pPr algn="ctr">
              <a:defRPr sz="5400" baseline="0">
                <a:solidFill>
                  <a:schemeClr val="bg1"/>
                </a:solidFill>
              </a:defRPr>
            </a:lvl1pPr>
          </a:lstStyle>
          <a:p>
            <a:r>
              <a:rPr lang="en-US"/>
              <a:t>Click to add slide title</a:t>
            </a:r>
          </a:p>
        </p:txBody>
      </p:sp>
      <p:sp>
        <p:nvSpPr>
          <p:cNvPr id="4" name="Content Placeholder 9">
            <a:extLst>
              <a:ext uri="{FF2B5EF4-FFF2-40B4-BE49-F238E27FC236}">
                <a16:creationId xmlns:a16="http://schemas.microsoft.com/office/drawing/2014/main" id="{21B1FDD4-4768-4521-F668-ABFB88E70B8F}"/>
              </a:ext>
            </a:extLst>
          </p:cNvPr>
          <p:cNvSpPr>
            <a:spLocks noGrp="1"/>
          </p:cNvSpPr>
          <p:nvPr>
            <p:ph sz="quarter" idx="11" hasCustomPrompt="1"/>
          </p:nvPr>
        </p:nvSpPr>
        <p:spPr>
          <a:xfrm>
            <a:off x="8262938" y="1003611"/>
            <a:ext cx="8577262" cy="8173728"/>
          </a:xfrm>
          <a:prstGeom prst="rect">
            <a:avLst/>
          </a:prstGeom>
        </p:spPr>
        <p:txBody>
          <a:bodyPr anchor="ctr">
            <a:normAutofit/>
          </a:bodyPr>
          <a:lstStyle>
            <a:lvl1pPr>
              <a:lnSpc>
                <a:spcPct val="114000"/>
              </a:lnSpc>
              <a:spcBef>
                <a:spcPts val="0"/>
              </a:spcBef>
              <a:spcAft>
                <a:spcPts val="4000"/>
              </a:spcAft>
              <a:defRPr sz="2800">
                <a:solidFill>
                  <a:schemeClr val="accent5"/>
                </a:solidFill>
              </a:defRPr>
            </a:lvl1pPr>
            <a:lvl2pPr>
              <a:lnSpc>
                <a:spcPct val="114000"/>
              </a:lnSpc>
              <a:spcBef>
                <a:spcPts val="0"/>
              </a:spcBef>
              <a:spcAft>
                <a:spcPts val="4000"/>
              </a:spcAft>
              <a:defRPr sz="2800">
                <a:solidFill>
                  <a:schemeClr val="accent5"/>
                </a:solidFill>
              </a:defRPr>
            </a:lvl2pPr>
            <a:lvl3pPr>
              <a:lnSpc>
                <a:spcPct val="114000"/>
              </a:lnSpc>
              <a:spcBef>
                <a:spcPts val="0"/>
              </a:spcBef>
              <a:spcAft>
                <a:spcPts val="4000"/>
              </a:spcAft>
              <a:defRPr sz="2800">
                <a:solidFill>
                  <a:schemeClr val="accent5"/>
                </a:solidFill>
              </a:defRPr>
            </a:lvl3pPr>
            <a:lvl4pPr marL="2057400" indent="0">
              <a:lnSpc>
                <a:spcPct val="110000"/>
              </a:lnSpc>
              <a:spcAft>
                <a:spcPts val="2600"/>
              </a:spcAft>
              <a:buNone/>
              <a:defRPr/>
            </a:lvl4pPr>
            <a:lvl5pPr marL="2743200" indent="0">
              <a:lnSpc>
                <a:spcPct val="110000"/>
              </a:lnSpc>
              <a:spcAft>
                <a:spcPts val="2600"/>
              </a:spcAft>
              <a:buNone/>
              <a:defRPr/>
            </a:lvl5pPr>
          </a:lstStyle>
          <a:p>
            <a:pPr lvl="0"/>
            <a:r>
              <a:rPr lang="en-US"/>
              <a:t>Click to edit master text styles</a:t>
            </a:r>
          </a:p>
          <a:p>
            <a:pPr lvl="1"/>
            <a:r>
              <a:rPr lang="en-US"/>
              <a:t>Second level text</a:t>
            </a:r>
          </a:p>
          <a:p>
            <a:pPr lvl="2"/>
            <a:r>
              <a:rPr lang="en-US"/>
              <a:t>Third level text</a:t>
            </a:r>
          </a:p>
        </p:txBody>
      </p:sp>
    </p:spTree>
    <p:custDataLst>
      <p:tags r:id="rId1"/>
    </p:custDataLst>
    <p:extLst>
      <p:ext uri="{BB962C8B-B14F-4D97-AF65-F5344CB8AC3E}">
        <p14:creationId xmlns:p14="http://schemas.microsoft.com/office/powerpoint/2010/main" val="32103441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3240" userDrawn="1">
          <p15:clr>
            <a:srgbClr val="FBAE40"/>
          </p15:clr>
        </p15:guide>
        <p15:guide id="2" pos="5760" userDrawn="1">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SAS - Thirds - Dark">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4D85B4D-2A68-694C-A8C8-437AF971543D}"/>
              </a:ext>
            </a:extLst>
          </p:cNvPr>
          <p:cNvSpPr/>
          <p:nvPr userDrawn="1"/>
        </p:nvSpPr>
        <p:spPr>
          <a:xfrm>
            <a:off x="0" y="0"/>
            <a:ext cx="6680200" cy="10287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4">
            <a:extLst>
              <a:ext uri="{FF2B5EF4-FFF2-40B4-BE49-F238E27FC236}">
                <a16:creationId xmlns:a16="http://schemas.microsoft.com/office/drawing/2014/main" id="{7F487846-7C90-09E0-AF50-CA2DB82BFEFD}"/>
              </a:ext>
            </a:extLst>
          </p:cNvPr>
          <p:cNvSpPr txBox="1"/>
          <p:nvPr userDrawn="1"/>
        </p:nvSpPr>
        <p:spPr>
          <a:xfrm>
            <a:off x="1252432" y="9855354"/>
            <a:ext cx="5029200" cy="246221"/>
          </a:xfrm>
          <a:prstGeom prst="rect">
            <a:avLst/>
          </a:prstGeom>
          <a:noFill/>
        </p:spPr>
        <p:txBody>
          <a:bodyPr wrap="square" lIns="0" anchor="b" anchorCtr="0">
            <a:spAutoFit/>
          </a:bodyPr>
          <a:lstStyle/>
          <a:p>
            <a:pPr marL="0" marR="0" lvl="0" indent="0" algn="l" defTabSz="548626" rtl="0" eaLnBrk="0" fontAlgn="auto" latinLnBrk="0" hangingPunct="0">
              <a:lnSpc>
                <a:spcPct val="100000"/>
              </a:lnSpc>
              <a:spcBef>
                <a:spcPts val="0"/>
              </a:spcBef>
              <a:spcAft>
                <a:spcPts val="0"/>
              </a:spcAft>
              <a:buClrTx/>
              <a:buSzTx/>
              <a:buFontTx/>
              <a:buNone/>
              <a:tabLst/>
              <a:defRPr/>
            </a:pPr>
            <a:r>
              <a:rPr kumimoji="0" lang="en-US" sz="1000" b="0" i="0" u="none" strike="noStrike" kern="300" cap="none" spc="100" normalizeH="0" baseline="0" noProof="0">
                <a:ln>
                  <a:noFill/>
                </a:ln>
                <a:solidFill>
                  <a:schemeClr val="bg1"/>
                </a:solidFill>
                <a:effectLst/>
                <a:uLnTx/>
                <a:uFillTx/>
                <a:latin typeface="+mn-lt"/>
                <a:ea typeface="Anova Bold" panose="020B0703020203020204" pitchFamily="34" charset="0"/>
                <a:cs typeface="Anova Light" panose="020B0403020203020204" pitchFamily="34" charset="0"/>
              </a:rPr>
              <a:t>Copyright © SAS Institute Inc. All rights reserved.</a:t>
            </a:r>
          </a:p>
        </p:txBody>
      </p:sp>
      <p:sp>
        <p:nvSpPr>
          <p:cNvPr id="7" name="Title Placeholder 1">
            <a:extLst>
              <a:ext uri="{FF2B5EF4-FFF2-40B4-BE49-F238E27FC236}">
                <a16:creationId xmlns:a16="http://schemas.microsoft.com/office/drawing/2014/main" id="{A80BE74E-6B94-4875-1004-4903D7BE1665}"/>
              </a:ext>
            </a:extLst>
          </p:cNvPr>
          <p:cNvSpPr>
            <a:spLocks noGrp="1"/>
          </p:cNvSpPr>
          <p:nvPr>
            <p:ph type="title" hasCustomPrompt="1"/>
          </p:nvPr>
        </p:nvSpPr>
        <p:spPr>
          <a:xfrm>
            <a:off x="1087554" y="4364045"/>
            <a:ext cx="4505091" cy="1558909"/>
          </a:xfrm>
          <a:prstGeom prst="rect">
            <a:avLst/>
          </a:prstGeom>
        </p:spPr>
        <p:txBody>
          <a:bodyPr vert="horz" wrap="square" lIns="0" tIns="0" rIns="0" bIns="0" rtlCol="0" anchor="ctr">
            <a:normAutofit/>
          </a:bodyPr>
          <a:lstStyle>
            <a:lvl1pPr algn="ctr">
              <a:defRPr sz="5400" baseline="0">
                <a:solidFill>
                  <a:schemeClr val="bg1"/>
                </a:solidFill>
              </a:defRPr>
            </a:lvl1pPr>
          </a:lstStyle>
          <a:p>
            <a:r>
              <a:rPr lang="en-US"/>
              <a:t>Click to add slide title</a:t>
            </a:r>
          </a:p>
        </p:txBody>
      </p:sp>
      <p:sp>
        <p:nvSpPr>
          <p:cNvPr id="4" name="Content Placeholder 9">
            <a:extLst>
              <a:ext uri="{FF2B5EF4-FFF2-40B4-BE49-F238E27FC236}">
                <a16:creationId xmlns:a16="http://schemas.microsoft.com/office/drawing/2014/main" id="{892B3F2B-3D12-8B61-37FE-A8CDFFD2E7C3}"/>
              </a:ext>
            </a:extLst>
          </p:cNvPr>
          <p:cNvSpPr>
            <a:spLocks noGrp="1"/>
          </p:cNvSpPr>
          <p:nvPr>
            <p:ph sz="quarter" idx="11" hasCustomPrompt="1"/>
          </p:nvPr>
        </p:nvSpPr>
        <p:spPr>
          <a:xfrm>
            <a:off x="8262938" y="1003611"/>
            <a:ext cx="8577262" cy="8173728"/>
          </a:xfrm>
          <a:prstGeom prst="rect">
            <a:avLst/>
          </a:prstGeom>
        </p:spPr>
        <p:txBody>
          <a:bodyPr anchor="ctr">
            <a:normAutofit/>
          </a:bodyPr>
          <a:lstStyle>
            <a:lvl1pPr>
              <a:lnSpc>
                <a:spcPct val="114000"/>
              </a:lnSpc>
              <a:spcBef>
                <a:spcPts val="0"/>
              </a:spcBef>
              <a:spcAft>
                <a:spcPts val="4000"/>
              </a:spcAft>
              <a:defRPr sz="2800">
                <a:solidFill>
                  <a:schemeClr val="tx2"/>
                </a:solidFill>
              </a:defRPr>
            </a:lvl1pPr>
            <a:lvl2pPr>
              <a:lnSpc>
                <a:spcPct val="114000"/>
              </a:lnSpc>
              <a:spcBef>
                <a:spcPts val="0"/>
              </a:spcBef>
              <a:spcAft>
                <a:spcPts val="4000"/>
              </a:spcAft>
              <a:defRPr sz="2800">
                <a:solidFill>
                  <a:schemeClr val="tx2"/>
                </a:solidFill>
              </a:defRPr>
            </a:lvl2pPr>
            <a:lvl3pPr>
              <a:lnSpc>
                <a:spcPct val="114000"/>
              </a:lnSpc>
              <a:spcBef>
                <a:spcPts val="0"/>
              </a:spcBef>
              <a:spcAft>
                <a:spcPts val="4000"/>
              </a:spcAft>
              <a:defRPr sz="2800">
                <a:solidFill>
                  <a:schemeClr val="tx2"/>
                </a:solidFill>
              </a:defRPr>
            </a:lvl3pPr>
            <a:lvl4pPr marL="2057400" indent="0">
              <a:lnSpc>
                <a:spcPct val="110000"/>
              </a:lnSpc>
              <a:spcAft>
                <a:spcPts val="2600"/>
              </a:spcAft>
              <a:buNone/>
              <a:defRPr/>
            </a:lvl4pPr>
            <a:lvl5pPr marL="2743200" indent="0">
              <a:lnSpc>
                <a:spcPct val="110000"/>
              </a:lnSpc>
              <a:spcAft>
                <a:spcPts val="2600"/>
              </a:spcAft>
              <a:buNone/>
              <a:defRPr/>
            </a:lvl5pPr>
          </a:lstStyle>
          <a:p>
            <a:pPr lvl="0"/>
            <a:r>
              <a:rPr lang="en-US"/>
              <a:t>Click to edit master text styles</a:t>
            </a:r>
          </a:p>
          <a:p>
            <a:pPr lvl="1"/>
            <a:r>
              <a:rPr lang="en-US"/>
              <a:t>Second level text</a:t>
            </a:r>
          </a:p>
          <a:p>
            <a:pPr lvl="2"/>
            <a:r>
              <a:rPr lang="en-US"/>
              <a:t>Third level text</a:t>
            </a:r>
          </a:p>
        </p:txBody>
      </p:sp>
    </p:spTree>
    <p:custDataLst>
      <p:tags r:id="rId1"/>
    </p:custDataLst>
    <p:extLst>
      <p:ext uri="{BB962C8B-B14F-4D97-AF65-F5344CB8AC3E}">
        <p14:creationId xmlns:p14="http://schemas.microsoft.com/office/powerpoint/2010/main" val="20591911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3240" userDrawn="1">
          <p15:clr>
            <a:srgbClr val="FBAE40"/>
          </p15:clr>
        </p15:guide>
        <p15:guide id="2" pos="5760" userDrawn="1">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SAS - Double Pane">
    <p:bg>
      <p:bgRef idx="1001">
        <a:schemeClr val="bg1"/>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578996B-A406-A43C-6F62-2F1D47BDD333}"/>
              </a:ext>
            </a:extLst>
          </p:cNvPr>
          <p:cNvSpPr/>
          <p:nvPr userDrawn="1"/>
        </p:nvSpPr>
        <p:spPr>
          <a:xfrm>
            <a:off x="8745415" y="0"/>
            <a:ext cx="9542585" cy="10287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4">
            <a:extLst>
              <a:ext uri="{FF2B5EF4-FFF2-40B4-BE49-F238E27FC236}">
                <a16:creationId xmlns:a16="http://schemas.microsoft.com/office/drawing/2014/main" id="{50615BBA-3709-50D7-A61C-9CF9B79E7B6F}"/>
              </a:ext>
            </a:extLst>
          </p:cNvPr>
          <p:cNvSpPr txBox="1"/>
          <p:nvPr userDrawn="1"/>
        </p:nvSpPr>
        <p:spPr>
          <a:xfrm>
            <a:off x="1252432" y="9855354"/>
            <a:ext cx="5029200" cy="246221"/>
          </a:xfrm>
          <a:prstGeom prst="rect">
            <a:avLst/>
          </a:prstGeom>
          <a:noFill/>
        </p:spPr>
        <p:txBody>
          <a:bodyPr wrap="square" lIns="0" anchor="b" anchorCtr="0">
            <a:spAutoFit/>
          </a:bodyPr>
          <a:lstStyle/>
          <a:p>
            <a:pPr marL="0" marR="0" lvl="0" indent="0" algn="l" defTabSz="548626" rtl="0" eaLnBrk="0" fontAlgn="auto" latinLnBrk="0" hangingPunct="0">
              <a:lnSpc>
                <a:spcPct val="100000"/>
              </a:lnSpc>
              <a:spcBef>
                <a:spcPts val="0"/>
              </a:spcBef>
              <a:spcAft>
                <a:spcPts val="0"/>
              </a:spcAft>
              <a:buClrTx/>
              <a:buSzTx/>
              <a:buFontTx/>
              <a:buNone/>
              <a:tabLst/>
              <a:defRPr/>
            </a:pPr>
            <a:r>
              <a:rPr kumimoji="0" lang="en-US" sz="1000" b="0" i="0" u="none" strike="noStrike" kern="300" cap="none" spc="100" normalizeH="0" baseline="0" noProof="0">
                <a:ln>
                  <a:noFill/>
                </a:ln>
                <a:solidFill>
                  <a:schemeClr val="accent5"/>
                </a:solidFill>
                <a:effectLst/>
                <a:uLnTx/>
                <a:uFillTx/>
                <a:latin typeface="+mn-lt"/>
                <a:ea typeface="Anova Bold" panose="020B0703020203020204" pitchFamily="34" charset="0"/>
                <a:cs typeface="Anova Light" panose="020B0403020203020204" pitchFamily="34" charset="0"/>
              </a:rPr>
              <a:t>Copyright © SAS Institute Inc. All rights reserved.</a:t>
            </a:r>
          </a:p>
        </p:txBody>
      </p:sp>
      <p:pic>
        <p:nvPicPr>
          <p:cNvPr id="6" name="Picture 6">
            <a:extLst>
              <a:ext uri="{FF2B5EF4-FFF2-40B4-BE49-F238E27FC236}">
                <a16:creationId xmlns:a16="http://schemas.microsoft.com/office/drawing/2014/main" id="{2CABA933-0C0D-36E2-5A78-BCB317DCA51B}"/>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6826158" y="9516543"/>
            <a:ext cx="1112812" cy="461922"/>
          </a:xfrm>
          <a:prstGeom prst="rect">
            <a:avLst/>
          </a:prstGeom>
        </p:spPr>
      </p:pic>
      <p:sp>
        <p:nvSpPr>
          <p:cNvPr id="11" name="Content Placeholder 10">
            <a:extLst>
              <a:ext uri="{FF2B5EF4-FFF2-40B4-BE49-F238E27FC236}">
                <a16:creationId xmlns:a16="http://schemas.microsoft.com/office/drawing/2014/main" id="{0ED87B69-804E-52E0-BD0D-8F8840A2244A}"/>
              </a:ext>
            </a:extLst>
          </p:cNvPr>
          <p:cNvSpPr>
            <a:spLocks noGrp="1"/>
          </p:cNvSpPr>
          <p:nvPr>
            <p:ph sz="quarter" idx="12" hasCustomPrompt="1"/>
          </p:nvPr>
        </p:nvSpPr>
        <p:spPr>
          <a:xfrm>
            <a:off x="796925" y="2765502"/>
            <a:ext cx="7151688" cy="6442506"/>
          </a:xfrm>
          <a:prstGeom prst="rect">
            <a:avLst/>
          </a:prstGeom>
        </p:spPr>
        <p:txBody>
          <a:bodyPr/>
          <a:lstStyle>
            <a:lvl1pPr marL="0" indent="0">
              <a:lnSpc>
                <a:spcPct val="110000"/>
              </a:lnSpc>
              <a:spcAft>
                <a:spcPts val="2000"/>
              </a:spcAft>
              <a:buClr>
                <a:schemeClr val="accent5"/>
              </a:buClr>
              <a:buNone/>
              <a:defRPr>
                <a:solidFill>
                  <a:schemeClr val="tx2"/>
                </a:solidFill>
              </a:defRPr>
            </a:lvl1pPr>
            <a:lvl2pPr marL="365760" indent="0">
              <a:lnSpc>
                <a:spcPct val="110000"/>
              </a:lnSpc>
              <a:spcAft>
                <a:spcPts val="2000"/>
              </a:spcAft>
              <a:buClr>
                <a:schemeClr val="accent5"/>
              </a:buClr>
              <a:buNone/>
              <a:defRPr>
                <a:solidFill>
                  <a:schemeClr val="tx2"/>
                </a:solidFill>
              </a:defRPr>
            </a:lvl2pPr>
            <a:lvl3pPr marL="731520" indent="0">
              <a:lnSpc>
                <a:spcPct val="110000"/>
              </a:lnSpc>
              <a:spcAft>
                <a:spcPts val="2000"/>
              </a:spcAft>
              <a:buClr>
                <a:schemeClr val="accent5"/>
              </a:buClr>
              <a:buNone/>
              <a:defRPr>
                <a:solidFill>
                  <a:schemeClr val="tx2"/>
                </a:solidFill>
              </a:defRPr>
            </a:lvl3pPr>
            <a:lvl4pPr>
              <a:lnSpc>
                <a:spcPct val="110000"/>
              </a:lnSpc>
              <a:spcAft>
                <a:spcPts val="2000"/>
              </a:spcAft>
              <a:buClr>
                <a:schemeClr val="accent5"/>
              </a:buClr>
              <a:defRPr>
                <a:solidFill>
                  <a:schemeClr val="tx1"/>
                </a:solidFill>
                <a:latin typeface="+mn-lt"/>
              </a:defRPr>
            </a:lvl4pPr>
            <a:lvl5pPr>
              <a:lnSpc>
                <a:spcPct val="110000"/>
              </a:lnSpc>
              <a:spcAft>
                <a:spcPts val="2000"/>
              </a:spcAft>
              <a:buClr>
                <a:schemeClr val="accent5"/>
              </a:buClr>
              <a:defRPr>
                <a:solidFill>
                  <a:schemeClr val="tx1"/>
                </a:solidFill>
                <a:latin typeface="+mn-lt"/>
              </a:defRPr>
            </a:lvl5pPr>
          </a:lstStyle>
          <a:p>
            <a:pPr lvl="0"/>
            <a:r>
              <a:rPr lang="en-US"/>
              <a:t>Click to edit master text styles</a:t>
            </a:r>
          </a:p>
          <a:p>
            <a:pPr lvl="1"/>
            <a:r>
              <a:rPr lang="en-US"/>
              <a:t>Second level text</a:t>
            </a:r>
          </a:p>
          <a:p>
            <a:pPr lvl="2"/>
            <a:r>
              <a:rPr lang="en-US"/>
              <a:t>Third level text</a:t>
            </a:r>
          </a:p>
        </p:txBody>
      </p:sp>
      <p:sp>
        <p:nvSpPr>
          <p:cNvPr id="12" name="Content Placeholder 10">
            <a:extLst>
              <a:ext uri="{FF2B5EF4-FFF2-40B4-BE49-F238E27FC236}">
                <a16:creationId xmlns:a16="http://schemas.microsoft.com/office/drawing/2014/main" id="{56CFE141-1273-39FC-BABE-5F38500D564C}"/>
              </a:ext>
            </a:extLst>
          </p:cNvPr>
          <p:cNvSpPr>
            <a:spLocks noGrp="1"/>
          </p:cNvSpPr>
          <p:nvPr>
            <p:ph sz="quarter" idx="13" hasCustomPrompt="1"/>
          </p:nvPr>
        </p:nvSpPr>
        <p:spPr>
          <a:xfrm>
            <a:off x="9940863" y="2765502"/>
            <a:ext cx="7151688" cy="6442506"/>
          </a:xfrm>
          <a:prstGeom prst="rect">
            <a:avLst/>
          </a:prstGeom>
        </p:spPr>
        <p:txBody>
          <a:bodyPr/>
          <a:lstStyle>
            <a:lvl1pPr marL="0" indent="0">
              <a:lnSpc>
                <a:spcPct val="110000"/>
              </a:lnSpc>
              <a:spcAft>
                <a:spcPts val="2000"/>
              </a:spcAft>
              <a:buClr>
                <a:schemeClr val="bg1"/>
              </a:buClr>
              <a:buNone/>
              <a:defRPr>
                <a:solidFill>
                  <a:schemeClr val="bg1"/>
                </a:solidFill>
              </a:defRPr>
            </a:lvl1pPr>
            <a:lvl2pPr marL="365760" indent="0">
              <a:lnSpc>
                <a:spcPct val="110000"/>
              </a:lnSpc>
              <a:spcAft>
                <a:spcPts val="2000"/>
              </a:spcAft>
              <a:buClr>
                <a:schemeClr val="bg1"/>
              </a:buClr>
              <a:buNone/>
              <a:defRPr>
                <a:solidFill>
                  <a:schemeClr val="bg1"/>
                </a:solidFill>
              </a:defRPr>
            </a:lvl2pPr>
            <a:lvl3pPr marL="731520" indent="0">
              <a:lnSpc>
                <a:spcPct val="110000"/>
              </a:lnSpc>
              <a:spcAft>
                <a:spcPts val="2000"/>
              </a:spcAft>
              <a:buClr>
                <a:schemeClr val="bg1"/>
              </a:buClr>
              <a:buNone/>
              <a:defRPr>
                <a:solidFill>
                  <a:schemeClr val="bg1"/>
                </a:solidFill>
              </a:defRPr>
            </a:lvl3pPr>
            <a:lvl4pPr>
              <a:lnSpc>
                <a:spcPct val="110000"/>
              </a:lnSpc>
              <a:spcAft>
                <a:spcPts val="2000"/>
              </a:spcAft>
              <a:buClr>
                <a:schemeClr val="bg1"/>
              </a:buClr>
              <a:defRPr>
                <a:solidFill>
                  <a:schemeClr val="bg1"/>
                </a:solidFill>
                <a:latin typeface="+mn-lt"/>
              </a:defRPr>
            </a:lvl4pPr>
            <a:lvl5pPr>
              <a:lnSpc>
                <a:spcPct val="110000"/>
              </a:lnSpc>
              <a:spcAft>
                <a:spcPts val="2000"/>
              </a:spcAft>
              <a:buClr>
                <a:schemeClr val="bg1"/>
              </a:buClr>
              <a:defRPr>
                <a:solidFill>
                  <a:schemeClr val="bg1"/>
                </a:solidFill>
                <a:latin typeface="+mn-lt"/>
              </a:defRPr>
            </a:lvl5pPr>
          </a:lstStyle>
          <a:p>
            <a:pPr lvl="0"/>
            <a:r>
              <a:rPr lang="en-US"/>
              <a:t>Click to edit master text styles</a:t>
            </a:r>
          </a:p>
          <a:p>
            <a:pPr lvl="1"/>
            <a:r>
              <a:rPr lang="en-US"/>
              <a:t>Second level text</a:t>
            </a:r>
          </a:p>
          <a:p>
            <a:pPr lvl="2"/>
            <a:r>
              <a:rPr lang="en-US"/>
              <a:t>Third level text</a:t>
            </a:r>
          </a:p>
        </p:txBody>
      </p:sp>
      <p:sp>
        <p:nvSpPr>
          <p:cNvPr id="16" name="Content Placeholder 15">
            <a:extLst>
              <a:ext uri="{FF2B5EF4-FFF2-40B4-BE49-F238E27FC236}">
                <a16:creationId xmlns:a16="http://schemas.microsoft.com/office/drawing/2014/main" id="{9F0C846B-557C-23D0-F38D-6AEFFDEE5007}"/>
              </a:ext>
            </a:extLst>
          </p:cNvPr>
          <p:cNvSpPr>
            <a:spLocks noGrp="1"/>
          </p:cNvSpPr>
          <p:nvPr>
            <p:ph sz="quarter" idx="14" hasCustomPrompt="1"/>
          </p:nvPr>
        </p:nvSpPr>
        <p:spPr>
          <a:xfrm>
            <a:off x="9940863" y="536858"/>
            <a:ext cx="7151688" cy="1490099"/>
          </a:xfrm>
        </p:spPr>
        <p:txBody>
          <a:bodyPr anchor="ctr">
            <a:normAutofit/>
          </a:bodyPr>
          <a:lstStyle>
            <a:lvl1pPr marL="0" indent="0" algn="ctr">
              <a:buFont typeface="Arial" panose="020B0604020202020204" pitchFamily="34" charset="0"/>
              <a:buNone/>
              <a:defRPr sz="4800">
                <a:solidFill>
                  <a:schemeClr val="bg1"/>
                </a:solidFill>
                <a:latin typeface="+mj-lt"/>
              </a:defRPr>
            </a:lvl1pPr>
            <a:lvl2pPr marL="365760" indent="0" algn="ctr">
              <a:buFont typeface="Arial" panose="020B0604020202020204" pitchFamily="34" charset="0"/>
              <a:buNone/>
              <a:defRPr sz="4800">
                <a:solidFill>
                  <a:schemeClr val="bg1"/>
                </a:solidFill>
                <a:latin typeface="+mj-lt"/>
              </a:defRPr>
            </a:lvl2pPr>
            <a:lvl3pPr marL="731520" indent="0" algn="ctr">
              <a:buFont typeface="Arial" panose="020B0604020202020204" pitchFamily="34" charset="0"/>
              <a:buNone/>
              <a:defRPr sz="4800">
                <a:solidFill>
                  <a:schemeClr val="bg1"/>
                </a:solidFill>
                <a:latin typeface="+mj-lt"/>
              </a:defRPr>
            </a:lvl3pPr>
          </a:lstStyle>
          <a:p>
            <a:pPr lvl="0"/>
            <a:r>
              <a:rPr lang="en-US"/>
              <a:t>Click to edit master text styles</a:t>
            </a:r>
          </a:p>
          <a:p>
            <a:pPr lvl="1"/>
            <a:r>
              <a:rPr lang="en-US"/>
              <a:t>Second level text</a:t>
            </a:r>
          </a:p>
          <a:p>
            <a:pPr lvl="2"/>
            <a:r>
              <a:rPr lang="en-US"/>
              <a:t>Third level text</a:t>
            </a:r>
          </a:p>
        </p:txBody>
      </p:sp>
      <p:sp>
        <p:nvSpPr>
          <p:cNvPr id="7" name="Content Placeholder 15">
            <a:extLst>
              <a:ext uri="{FF2B5EF4-FFF2-40B4-BE49-F238E27FC236}">
                <a16:creationId xmlns:a16="http://schemas.microsoft.com/office/drawing/2014/main" id="{C2D245E7-9209-17AF-95B7-8DF39BD5B002}"/>
              </a:ext>
            </a:extLst>
          </p:cNvPr>
          <p:cNvSpPr>
            <a:spLocks noGrp="1"/>
          </p:cNvSpPr>
          <p:nvPr>
            <p:ph sz="quarter" idx="15" hasCustomPrompt="1"/>
          </p:nvPr>
        </p:nvSpPr>
        <p:spPr>
          <a:xfrm>
            <a:off x="796925" y="583099"/>
            <a:ext cx="7151688" cy="1490099"/>
          </a:xfrm>
        </p:spPr>
        <p:txBody>
          <a:bodyPr anchor="ctr">
            <a:normAutofit/>
          </a:bodyPr>
          <a:lstStyle>
            <a:lvl1pPr marL="0" indent="0" algn="ctr">
              <a:buFont typeface="Arial" panose="020B0604020202020204" pitchFamily="34" charset="0"/>
              <a:buNone/>
              <a:defRPr sz="4800">
                <a:solidFill>
                  <a:schemeClr val="accent5"/>
                </a:solidFill>
                <a:latin typeface="+mj-lt"/>
              </a:defRPr>
            </a:lvl1pPr>
            <a:lvl2pPr marL="365760" indent="0" algn="ctr">
              <a:buFont typeface="Arial" panose="020B0604020202020204" pitchFamily="34" charset="0"/>
              <a:buNone/>
              <a:defRPr sz="4800">
                <a:solidFill>
                  <a:schemeClr val="accent5"/>
                </a:solidFill>
                <a:latin typeface="+mj-lt"/>
              </a:defRPr>
            </a:lvl2pPr>
            <a:lvl3pPr marL="731520" indent="0" algn="ctr">
              <a:buFont typeface="Arial" panose="020B0604020202020204" pitchFamily="34" charset="0"/>
              <a:buNone/>
              <a:defRPr sz="4800">
                <a:solidFill>
                  <a:schemeClr val="accent5"/>
                </a:solidFill>
                <a:latin typeface="+mj-lt"/>
              </a:defRPr>
            </a:lvl3pPr>
          </a:lstStyle>
          <a:p>
            <a:pPr lvl="0"/>
            <a:r>
              <a:rPr lang="en-US"/>
              <a:t>Click to edit master text styles</a:t>
            </a:r>
          </a:p>
          <a:p>
            <a:pPr lvl="1"/>
            <a:r>
              <a:rPr lang="en-US"/>
              <a:t>Second level text</a:t>
            </a:r>
          </a:p>
          <a:p>
            <a:pPr lvl="2"/>
            <a:r>
              <a:rPr lang="en-US"/>
              <a:t>Third level text</a:t>
            </a:r>
          </a:p>
        </p:txBody>
      </p:sp>
      <p:sp>
        <p:nvSpPr>
          <p:cNvPr id="5" name="Title Placeholder 1">
            <a:extLst>
              <a:ext uri="{FF2B5EF4-FFF2-40B4-BE49-F238E27FC236}">
                <a16:creationId xmlns:a16="http://schemas.microsoft.com/office/drawing/2014/main" id="{EBFB5F73-1A70-E3E2-F2C6-03D2A2195A51}"/>
              </a:ext>
            </a:extLst>
          </p:cNvPr>
          <p:cNvSpPr txBox="1">
            <a:spLocks noGrp="1"/>
          </p:cNvSpPr>
          <p:nvPr>
            <p:ph type="title" idx="4294967295"/>
          </p:nvPr>
        </p:nvSpPr>
        <p:spPr>
          <a:xfrm>
            <a:off x="0" y="-1500020"/>
            <a:ext cx="18288000" cy="1216494"/>
          </a:xfrm>
          <a:prstGeom prst="rect">
            <a:avLst/>
          </a:prstGeom>
          <a:noFill/>
          <a:ln>
            <a:noFill/>
            <a:prstDash/>
          </a:ln>
          <a:effectLst/>
        </p:spPr>
        <p:txBody>
          <a:bodyPr rot="0" spcFirstLastPara="0" vertOverflow="overflow" horzOverflow="overflow" vert="horz" wrap="square" lIns="0" tIns="0" rIns="0" bIns="0" numCol="1" spcCol="0" rtlCol="0" fromWordArt="0" anchor="ctr" anchorCtr="0" forceAA="0" compatLnSpc="1">
            <a:prstTxWarp prst="textNoShape">
              <a:avLst/>
            </a:prstTxWarp>
            <a:normAutofit/>
          </a:bodyPr>
          <a:lstStyle>
            <a:lvl1pPr algn="l" defTabSz="1371600" rtl="0" eaLnBrk="1" latinLnBrk="0" hangingPunct="1">
              <a:lnSpc>
                <a:spcPct val="90000"/>
              </a:lnSpc>
              <a:spcBef>
                <a:spcPct val="0"/>
              </a:spcBef>
              <a:buNone/>
              <a:defRPr sz="6000" b="1" i="0" kern="1200">
                <a:solidFill>
                  <a:schemeClr val="accent5"/>
                </a:solidFill>
                <a:latin typeface="+mj-lt"/>
                <a:ea typeface="+mj-ea"/>
                <a:cs typeface="+mj-cs"/>
              </a:defRPr>
            </a:lvl1pPr>
          </a:lstStyle>
          <a:p>
            <a:pPr marL="0" marR="0" lvl="0" indent="0" algn="l" defTabSz="1371600" rtl="0" eaLnBrk="1" fontAlgn="auto" latinLnBrk="0" hangingPunct="1">
              <a:lnSpc>
                <a:spcPct val="90000"/>
              </a:lnSpc>
              <a:spcBef>
                <a:spcPct val="0"/>
              </a:spcBef>
              <a:spcAft>
                <a:spcPts val="0"/>
              </a:spcAft>
              <a:buClrTx/>
              <a:buSzTx/>
              <a:buFontTx/>
              <a:buNone/>
              <a:tabLst/>
              <a:defRPr/>
            </a:pPr>
            <a:r>
              <a:rPr kumimoji="0" lang="en-US" sz="5600" b="1" i="0" u="none" strike="noStrike" kern="1200" cap="none" spc="0" normalizeH="0" baseline="0" noProof="0">
                <a:ln>
                  <a:noFill/>
                </a:ln>
                <a:solidFill>
                  <a:schemeClr val="accent5"/>
                </a:solidFill>
                <a:effectLst/>
                <a:uLnTx/>
                <a:uFillTx/>
                <a:latin typeface="+mj-lt"/>
                <a:ea typeface="+mj-ea"/>
                <a:cs typeface="+mj-cs"/>
              </a:rPr>
              <a:t>Click to add slide title</a:t>
            </a:r>
          </a:p>
        </p:txBody>
      </p:sp>
    </p:spTree>
    <p:custDataLst>
      <p:tags r:id="rId1"/>
    </p:custDataLst>
    <p:extLst>
      <p:ext uri="{BB962C8B-B14F-4D97-AF65-F5344CB8AC3E}">
        <p14:creationId xmlns:p14="http://schemas.microsoft.com/office/powerpoint/2010/main" val="330953319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SAS - Triple Pane">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ADB7673-89E1-8770-CFA5-581B3A633761}"/>
              </a:ext>
            </a:extLst>
          </p:cNvPr>
          <p:cNvSpPr/>
          <p:nvPr userDrawn="1"/>
        </p:nvSpPr>
        <p:spPr>
          <a:xfrm>
            <a:off x="12303291" y="0"/>
            <a:ext cx="5984709" cy="10287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1380CB6-E0C2-8A39-C334-F1F28BAB6D9A}"/>
              </a:ext>
            </a:extLst>
          </p:cNvPr>
          <p:cNvSpPr/>
          <p:nvPr userDrawn="1"/>
        </p:nvSpPr>
        <p:spPr>
          <a:xfrm>
            <a:off x="-57200" y="0"/>
            <a:ext cx="6180246" cy="10287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4">
            <a:extLst>
              <a:ext uri="{FF2B5EF4-FFF2-40B4-BE49-F238E27FC236}">
                <a16:creationId xmlns:a16="http://schemas.microsoft.com/office/drawing/2014/main" id="{50615BBA-3709-50D7-A61C-9CF9B79E7B6F}"/>
              </a:ext>
            </a:extLst>
          </p:cNvPr>
          <p:cNvSpPr txBox="1"/>
          <p:nvPr userDrawn="1"/>
        </p:nvSpPr>
        <p:spPr>
          <a:xfrm>
            <a:off x="1252432" y="9855354"/>
            <a:ext cx="5029200" cy="246221"/>
          </a:xfrm>
          <a:prstGeom prst="rect">
            <a:avLst/>
          </a:prstGeom>
          <a:noFill/>
        </p:spPr>
        <p:txBody>
          <a:bodyPr wrap="square" lIns="0" anchor="b" anchorCtr="0">
            <a:spAutoFit/>
          </a:bodyPr>
          <a:lstStyle/>
          <a:p>
            <a:pPr marL="0" marR="0" lvl="0" indent="0" algn="l" defTabSz="548626" rtl="0" eaLnBrk="0" fontAlgn="auto" latinLnBrk="0" hangingPunct="0">
              <a:lnSpc>
                <a:spcPct val="100000"/>
              </a:lnSpc>
              <a:spcBef>
                <a:spcPts val="0"/>
              </a:spcBef>
              <a:spcAft>
                <a:spcPts val="0"/>
              </a:spcAft>
              <a:buClrTx/>
              <a:buSzTx/>
              <a:buFontTx/>
              <a:buNone/>
              <a:tabLst/>
              <a:defRPr/>
            </a:pPr>
            <a:r>
              <a:rPr kumimoji="0" lang="en-US" sz="1000" b="0" i="0" u="none" strike="noStrike" kern="300" cap="none" spc="100" normalizeH="0" baseline="0" noProof="0">
                <a:ln>
                  <a:noFill/>
                </a:ln>
                <a:solidFill>
                  <a:schemeClr val="bg1"/>
                </a:solidFill>
                <a:effectLst/>
                <a:uLnTx/>
                <a:uFillTx/>
                <a:latin typeface="+mn-lt"/>
                <a:ea typeface="Anova Bold" panose="020B0703020203020204" pitchFamily="34" charset="0"/>
                <a:cs typeface="Anova Light" panose="020B0403020203020204" pitchFamily="34" charset="0"/>
              </a:rPr>
              <a:t>Copyright © SAS Institute Inc. All rights reserved.</a:t>
            </a:r>
          </a:p>
        </p:txBody>
      </p:sp>
      <p:pic>
        <p:nvPicPr>
          <p:cNvPr id="6" name="Picture 6">
            <a:extLst>
              <a:ext uri="{FF2B5EF4-FFF2-40B4-BE49-F238E27FC236}">
                <a16:creationId xmlns:a16="http://schemas.microsoft.com/office/drawing/2014/main" id="{2CABA933-0C0D-36E2-5A78-BCB317DCA51B}"/>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6826158" y="9516543"/>
            <a:ext cx="1112812" cy="461922"/>
          </a:xfrm>
          <a:prstGeom prst="rect">
            <a:avLst/>
          </a:prstGeom>
        </p:spPr>
      </p:pic>
      <p:sp>
        <p:nvSpPr>
          <p:cNvPr id="4" name="Rectangle 3">
            <a:extLst>
              <a:ext uri="{FF2B5EF4-FFF2-40B4-BE49-F238E27FC236}">
                <a16:creationId xmlns:a16="http://schemas.microsoft.com/office/drawing/2014/main" id="{B5933032-5866-3210-0796-3A1B5D44D2C6}"/>
              </a:ext>
            </a:extLst>
          </p:cNvPr>
          <p:cNvSpPr/>
          <p:nvPr userDrawn="1"/>
        </p:nvSpPr>
        <p:spPr>
          <a:xfrm>
            <a:off x="6123047" y="0"/>
            <a:ext cx="6180246" cy="10287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4">
            <a:extLst>
              <a:ext uri="{FF2B5EF4-FFF2-40B4-BE49-F238E27FC236}">
                <a16:creationId xmlns:a16="http://schemas.microsoft.com/office/drawing/2014/main" id="{AFE505B0-67B7-34DE-15D1-B9ABE698F660}"/>
              </a:ext>
            </a:extLst>
          </p:cNvPr>
          <p:cNvSpPr>
            <a:spLocks noGrp="1"/>
          </p:cNvSpPr>
          <p:nvPr>
            <p:ph type="body" sz="quarter" idx="15"/>
          </p:nvPr>
        </p:nvSpPr>
        <p:spPr>
          <a:xfrm>
            <a:off x="12799523" y="990354"/>
            <a:ext cx="5029200" cy="1219200"/>
          </a:xfrm>
          <a:prstGeom prst="rect">
            <a:avLst/>
          </a:prstGeom>
          <a:ln>
            <a:noFill/>
          </a:ln>
        </p:spPr>
        <p:txBody>
          <a:bodyPr wrap="square" anchor="ctr">
            <a:noAutofit/>
          </a:bodyPr>
          <a:lstStyle>
            <a:lvl1pPr marL="0" indent="0" algn="ctr">
              <a:buFont typeface="Arial" panose="020B0604020202020204" pitchFamily="34" charset="0"/>
              <a:buNone/>
              <a:defRPr sz="4800">
                <a:solidFill>
                  <a:schemeClr val="bg1"/>
                </a:solidFill>
                <a:latin typeface="+mj-lt"/>
              </a:defRPr>
            </a:lvl1pPr>
            <a:lvl2pPr marL="365760" indent="0" algn="ctr">
              <a:buFont typeface="Arial" panose="020B0604020202020204" pitchFamily="34" charset="0"/>
              <a:buNone/>
              <a:defRPr sz="4800">
                <a:solidFill>
                  <a:schemeClr val="bg1"/>
                </a:solidFill>
                <a:latin typeface="+mj-lt"/>
              </a:defRPr>
            </a:lvl2pPr>
            <a:lvl3pPr marL="731520" indent="0" algn="ctr">
              <a:buFont typeface="Arial" panose="020B0604020202020204" pitchFamily="34" charset="0"/>
              <a:buNone/>
              <a:defRPr sz="4800">
                <a:solidFill>
                  <a:schemeClr val="bg1"/>
                </a:solidFill>
                <a:latin typeface="+mj-lt"/>
              </a:defRPr>
            </a:lvl3pPr>
            <a:lvl4pPr marL="2057400" indent="0" algn="ctr">
              <a:buFont typeface="Arial" panose="020B0604020202020204" pitchFamily="34" charset="0"/>
              <a:buNone/>
              <a:defRPr sz="4800">
                <a:solidFill>
                  <a:schemeClr val="bg1"/>
                </a:solidFill>
                <a:latin typeface="+mj-lt"/>
              </a:defRPr>
            </a:lvl4pPr>
            <a:lvl5pPr marL="2743200" indent="0" algn="ctr">
              <a:buFont typeface="Arial" panose="020B0604020202020204" pitchFamily="34" charset="0"/>
              <a:buNone/>
              <a:defRPr sz="4800">
                <a:solidFill>
                  <a:schemeClr val="bg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ontent Placeholder 10">
            <a:extLst>
              <a:ext uri="{FF2B5EF4-FFF2-40B4-BE49-F238E27FC236}">
                <a16:creationId xmlns:a16="http://schemas.microsoft.com/office/drawing/2014/main" id="{2027EB01-3F70-3FC5-7F0B-C68240B47D94}"/>
              </a:ext>
            </a:extLst>
          </p:cNvPr>
          <p:cNvSpPr>
            <a:spLocks noGrp="1"/>
          </p:cNvSpPr>
          <p:nvPr>
            <p:ph sz="quarter" idx="16"/>
          </p:nvPr>
        </p:nvSpPr>
        <p:spPr>
          <a:xfrm>
            <a:off x="12799523" y="2660073"/>
            <a:ext cx="5029200" cy="6566808"/>
          </a:xfrm>
          <a:prstGeom prst="rect">
            <a:avLst/>
          </a:prstGeom>
          <a:ln>
            <a:noFill/>
          </a:ln>
        </p:spPr>
        <p:txBody>
          <a:bodyPr/>
          <a:lstStyle>
            <a:lvl1pPr marL="342900" indent="-342900">
              <a:lnSpc>
                <a:spcPct val="110000"/>
              </a:lnSpc>
              <a:spcAft>
                <a:spcPts val="2000"/>
              </a:spcAft>
              <a:buClr>
                <a:schemeClr val="bg1"/>
              </a:buClr>
              <a:buFont typeface="Arial" panose="020B0604020202020204" pitchFamily="34" charset="0"/>
              <a:buChar char="•"/>
              <a:defRPr>
                <a:solidFill>
                  <a:schemeClr val="bg1"/>
                </a:solidFill>
              </a:defRPr>
            </a:lvl1pPr>
            <a:lvl2pPr marL="708660" indent="-342900">
              <a:lnSpc>
                <a:spcPct val="110000"/>
              </a:lnSpc>
              <a:spcAft>
                <a:spcPts val="2000"/>
              </a:spcAft>
              <a:buClr>
                <a:schemeClr val="bg1"/>
              </a:buClr>
              <a:buFont typeface="Arial" panose="020B0604020202020204" pitchFamily="34" charset="0"/>
              <a:buChar char="•"/>
              <a:defRPr>
                <a:solidFill>
                  <a:schemeClr val="bg1"/>
                </a:solidFill>
              </a:defRPr>
            </a:lvl2pPr>
            <a:lvl3pPr marL="1074420" indent="-342900">
              <a:lnSpc>
                <a:spcPct val="110000"/>
              </a:lnSpc>
              <a:spcAft>
                <a:spcPts val="2000"/>
              </a:spcAft>
              <a:buClr>
                <a:schemeClr val="bg1"/>
              </a:buClr>
              <a:buFont typeface="Arial" panose="020B0604020202020204" pitchFamily="34" charset="0"/>
              <a:buChar char="•"/>
              <a:defRPr>
                <a:solidFill>
                  <a:schemeClr val="bg1"/>
                </a:solidFill>
              </a:defRPr>
            </a:lvl3pPr>
            <a:lvl4pPr>
              <a:lnSpc>
                <a:spcPct val="110000"/>
              </a:lnSpc>
              <a:spcAft>
                <a:spcPts val="2000"/>
              </a:spcAft>
              <a:buClr>
                <a:schemeClr val="accent5"/>
              </a:buClr>
              <a:defRPr>
                <a:solidFill>
                  <a:schemeClr val="bg1"/>
                </a:solidFill>
                <a:latin typeface="+mn-lt"/>
              </a:defRPr>
            </a:lvl4pPr>
            <a:lvl5pPr>
              <a:lnSpc>
                <a:spcPct val="110000"/>
              </a:lnSpc>
              <a:spcAft>
                <a:spcPts val="2000"/>
              </a:spcAft>
              <a:buClr>
                <a:schemeClr val="accent5"/>
              </a:buClr>
              <a:defRPr>
                <a:solidFill>
                  <a:schemeClr val="bg1"/>
                </a:solidFill>
                <a:latin typeface="+mn-lt"/>
              </a:defRPr>
            </a:lvl5pPr>
          </a:lstStyle>
          <a:p>
            <a:pPr lvl="0"/>
            <a:r>
              <a:rPr lang="en-US"/>
              <a:t>Click to edit Master text styles</a:t>
            </a:r>
          </a:p>
          <a:p>
            <a:pPr lvl="1"/>
            <a:r>
              <a:rPr lang="en-US"/>
              <a:t>Second level text</a:t>
            </a:r>
          </a:p>
          <a:p>
            <a:pPr lvl="2"/>
            <a:r>
              <a:rPr lang="en-US"/>
              <a:t>Third level text</a:t>
            </a:r>
          </a:p>
        </p:txBody>
      </p:sp>
      <p:sp>
        <p:nvSpPr>
          <p:cNvPr id="5" name="Text Placeholder 4">
            <a:extLst>
              <a:ext uri="{FF2B5EF4-FFF2-40B4-BE49-F238E27FC236}">
                <a16:creationId xmlns:a16="http://schemas.microsoft.com/office/drawing/2014/main" id="{461A9098-561D-05E1-B120-EDCA1FB454F4}"/>
              </a:ext>
            </a:extLst>
          </p:cNvPr>
          <p:cNvSpPr>
            <a:spLocks noGrp="1"/>
          </p:cNvSpPr>
          <p:nvPr>
            <p:ph type="body" sz="quarter" idx="17"/>
          </p:nvPr>
        </p:nvSpPr>
        <p:spPr>
          <a:xfrm>
            <a:off x="6777861" y="990354"/>
            <a:ext cx="5029200" cy="1219200"/>
          </a:xfrm>
          <a:prstGeom prst="rect">
            <a:avLst/>
          </a:prstGeom>
          <a:ln>
            <a:noFill/>
          </a:ln>
        </p:spPr>
        <p:txBody>
          <a:bodyPr wrap="square" anchor="ctr">
            <a:noAutofit/>
          </a:bodyPr>
          <a:lstStyle>
            <a:lvl1pPr marL="0" indent="0" algn="ctr">
              <a:buFont typeface="Arial" panose="020B0604020202020204" pitchFamily="34" charset="0"/>
              <a:buNone/>
              <a:defRPr sz="4800">
                <a:solidFill>
                  <a:schemeClr val="bg1"/>
                </a:solidFill>
                <a:latin typeface="+mj-lt"/>
              </a:defRPr>
            </a:lvl1pPr>
            <a:lvl2pPr marL="365760" indent="0" algn="ctr">
              <a:buFont typeface="Arial" panose="020B0604020202020204" pitchFamily="34" charset="0"/>
              <a:buNone/>
              <a:defRPr sz="4800">
                <a:solidFill>
                  <a:schemeClr val="bg1"/>
                </a:solidFill>
                <a:latin typeface="+mj-lt"/>
              </a:defRPr>
            </a:lvl2pPr>
            <a:lvl3pPr marL="731520" indent="0" algn="ctr">
              <a:buFont typeface="Arial" panose="020B0604020202020204" pitchFamily="34" charset="0"/>
              <a:buNone/>
              <a:defRPr sz="4800">
                <a:solidFill>
                  <a:schemeClr val="bg1"/>
                </a:solidFill>
                <a:latin typeface="+mj-lt"/>
              </a:defRPr>
            </a:lvl3pPr>
            <a:lvl4pPr marL="2057400" indent="0" algn="ctr">
              <a:buFont typeface="Arial" panose="020B0604020202020204" pitchFamily="34" charset="0"/>
              <a:buNone/>
              <a:defRPr sz="4800">
                <a:solidFill>
                  <a:schemeClr val="bg1"/>
                </a:solidFill>
                <a:latin typeface="+mj-lt"/>
              </a:defRPr>
            </a:lvl4pPr>
            <a:lvl5pPr marL="2743200" indent="0" algn="ctr">
              <a:buFont typeface="Arial" panose="020B0604020202020204" pitchFamily="34" charset="0"/>
              <a:buNone/>
              <a:defRPr sz="4800">
                <a:solidFill>
                  <a:schemeClr val="bg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10">
            <a:extLst>
              <a:ext uri="{FF2B5EF4-FFF2-40B4-BE49-F238E27FC236}">
                <a16:creationId xmlns:a16="http://schemas.microsoft.com/office/drawing/2014/main" id="{E3618B41-5E87-21BD-16ED-7462F4FE6D8D}"/>
              </a:ext>
            </a:extLst>
          </p:cNvPr>
          <p:cNvSpPr>
            <a:spLocks noGrp="1"/>
          </p:cNvSpPr>
          <p:nvPr>
            <p:ph sz="quarter" idx="18"/>
          </p:nvPr>
        </p:nvSpPr>
        <p:spPr>
          <a:xfrm>
            <a:off x="6777861" y="2660073"/>
            <a:ext cx="5029200" cy="6566808"/>
          </a:xfrm>
          <a:prstGeom prst="rect">
            <a:avLst/>
          </a:prstGeom>
          <a:ln>
            <a:noFill/>
          </a:ln>
        </p:spPr>
        <p:txBody>
          <a:bodyPr/>
          <a:lstStyle>
            <a:lvl1pPr marL="342900" indent="-342900">
              <a:lnSpc>
                <a:spcPct val="110000"/>
              </a:lnSpc>
              <a:spcAft>
                <a:spcPts val="2000"/>
              </a:spcAft>
              <a:buClr>
                <a:schemeClr val="bg1"/>
              </a:buClr>
              <a:buFont typeface="Arial" panose="020B0604020202020204" pitchFamily="34" charset="0"/>
              <a:buChar char="•"/>
              <a:defRPr>
                <a:solidFill>
                  <a:schemeClr val="bg1"/>
                </a:solidFill>
              </a:defRPr>
            </a:lvl1pPr>
            <a:lvl2pPr marL="708660" indent="-342900">
              <a:lnSpc>
                <a:spcPct val="110000"/>
              </a:lnSpc>
              <a:spcAft>
                <a:spcPts val="2000"/>
              </a:spcAft>
              <a:buClr>
                <a:schemeClr val="bg1"/>
              </a:buClr>
              <a:buFont typeface="Arial" panose="020B0604020202020204" pitchFamily="34" charset="0"/>
              <a:buChar char="•"/>
              <a:defRPr>
                <a:solidFill>
                  <a:schemeClr val="bg1"/>
                </a:solidFill>
              </a:defRPr>
            </a:lvl2pPr>
            <a:lvl3pPr marL="1074420" indent="-342900">
              <a:lnSpc>
                <a:spcPct val="110000"/>
              </a:lnSpc>
              <a:spcAft>
                <a:spcPts val="2000"/>
              </a:spcAft>
              <a:buClr>
                <a:schemeClr val="bg1"/>
              </a:buClr>
              <a:buFont typeface="Arial" panose="020B0604020202020204" pitchFamily="34" charset="0"/>
              <a:buChar char="•"/>
              <a:defRPr>
                <a:solidFill>
                  <a:schemeClr val="bg1"/>
                </a:solidFill>
              </a:defRPr>
            </a:lvl3pPr>
            <a:lvl4pPr>
              <a:lnSpc>
                <a:spcPct val="110000"/>
              </a:lnSpc>
              <a:spcAft>
                <a:spcPts val="2000"/>
              </a:spcAft>
              <a:buClr>
                <a:schemeClr val="accent5"/>
              </a:buClr>
              <a:defRPr>
                <a:solidFill>
                  <a:schemeClr val="bg1"/>
                </a:solidFill>
                <a:latin typeface="+mn-lt"/>
              </a:defRPr>
            </a:lvl4pPr>
            <a:lvl5pPr>
              <a:lnSpc>
                <a:spcPct val="110000"/>
              </a:lnSpc>
              <a:spcAft>
                <a:spcPts val="2000"/>
              </a:spcAft>
              <a:buClr>
                <a:schemeClr val="accent5"/>
              </a:buClr>
              <a:defRPr>
                <a:solidFill>
                  <a:schemeClr val="bg1"/>
                </a:solidFill>
                <a:latin typeface="+mn-lt"/>
              </a:defRPr>
            </a:lvl5pPr>
          </a:lstStyle>
          <a:p>
            <a:pPr lvl="0"/>
            <a:r>
              <a:rPr lang="en-US"/>
              <a:t>Click to edit Master text styles</a:t>
            </a:r>
          </a:p>
          <a:p>
            <a:pPr lvl="1"/>
            <a:r>
              <a:rPr lang="en-US"/>
              <a:t>Second level text</a:t>
            </a:r>
          </a:p>
          <a:p>
            <a:pPr lvl="2"/>
            <a:r>
              <a:rPr lang="en-US"/>
              <a:t>Third level text</a:t>
            </a:r>
          </a:p>
        </p:txBody>
      </p:sp>
      <p:sp>
        <p:nvSpPr>
          <p:cNvPr id="20" name="Text Placeholder 4">
            <a:extLst>
              <a:ext uri="{FF2B5EF4-FFF2-40B4-BE49-F238E27FC236}">
                <a16:creationId xmlns:a16="http://schemas.microsoft.com/office/drawing/2014/main" id="{9EAD6C69-A1CB-754C-9032-4D50C2DFF583}"/>
              </a:ext>
            </a:extLst>
          </p:cNvPr>
          <p:cNvSpPr>
            <a:spLocks noGrp="1"/>
          </p:cNvSpPr>
          <p:nvPr>
            <p:ph type="body" sz="quarter" idx="19"/>
          </p:nvPr>
        </p:nvSpPr>
        <p:spPr>
          <a:xfrm>
            <a:off x="537672" y="990354"/>
            <a:ext cx="5029200" cy="1219200"/>
          </a:xfrm>
          <a:prstGeom prst="rect">
            <a:avLst/>
          </a:prstGeom>
          <a:ln>
            <a:noFill/>
          </a:ln>
        </p:spPr>
        <p:txBody>
          <a:bodyPr wrap="square" anchor="ctr">
            <a:noAutofit/>
          </a:bodyPr>
          <a:lstStyle>
            <a:lvl1pPr marL="0" indent="0" algn="ctr">
              <a:buFont typeface="Arial" panose="020B0604020202020204" pitchFamily="34" charset="0"/>
              <a:buNone/>
              <a:defRPr sz="4800">
                <a:solidFill>
                  <a:schemeClr val="bg1"/>
                </a:solidFill>
                <a:latin typeface="+mj-lt"/>
              </a:defRPr>
            </a:lvl1pPr>
            <a:lvl2pPr marL="365760" indent="0" algn="ctr">
              <a:buFont typeface="Arial" panose="020B0604020202020204" pitchFamily="34" charset="0"/>
              <a:buNone/>
              <a:defRPr sz="4800">
                <a:solidFill>
                  <a:schemeClr val="bg1"/>
                </a:solidFill>
                <a:latin typeface="+mj-lt"/>
              </a:defRPr>
            </a:lvl2pPr>
            <a:lvl3pPr marL="731520" indent="0" algn="ctr">
              <a:buFont typeface="Arial" panose="020B0604020202020204" pitchFamily="34" charset="0"/>
              <a:buNone/>
              <a:defRPr sz="4800">
                <a:solidFill>
                  <a:schemeClr val="bg1"/>
                </a:solidFill>
                <a:latin typeface="+mj-lt"/>
              </a:defRPr>
            </a:lvl3pPr>
            <a:lvl4pPr marL="2057400" indent="0" algn="ctr">
              <a:buFont typeface="Arial" panose="020B0604020202020204" pitchFamily="34" charset="0"/>
              <a:buNone/>
              <a:defRPr sz="4800">
                <a:solidFill>
                  <a:schemeClr val="bg1"/>
                </a:solidFill>
                <a:latin typeface="+mj-lt"/>
              </a:defRPr>
            </a:lvl4pPr>
            <a:lvl5pPr marL="2743200" indent="0" algn="ctr">
              <a:buFont typeface="Arial" panose="020B0604020202020204" pitchFamily="34" charset="0"/>
              <a:buNone/>
              <a:defRPr sz="4800">
                <a:solidFill>
                  <a:schemeClr val="bg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Content Placeholder 10">
            <a:extLst>
              <a:ext uri="{FF2B5EF4-FFF2-40B4-BE49-F238E27FC236}">
                <a16:creationId xmlns:a16="http://schemas.microsoft.com/office/drawing/2014/main" id="{295500A5-FB51-5268-3229-8FD316DDE53C}"/>
              </a:ext>
            </a:extLst>
          </p:cNvPr>
          <p:cNvSpPr>
            <a:spLocks noGrp="1"/>
          </p:cNvSpPr>
          <p:nvPr>
            <p:ph sz="quarter" idx="20"/>
          </p:nvPr>
        </p:nvSpPr>
        <p:spPr>
          <a:xfrm>
            <a:off x="537672" y="2660073"/>
            <a:ext cx="5029200" cy="6566808"/>
          </a:xfrm>
          <a:prstGeom prst="rect">
            <a:avLst/>
          </a:prstGeom>
          <a:ln>
            <a:noFill/>
          </a:ln>
        </p:spPr>
        <p:txBody>
          <a:bodyPr/>
          <a:lstStyle>
            <a:lvl1pPr marL="342900" indent="-342900">
              <a:lnSpc>
                <a:spcPct val="110000"/>
              </a:lnSpc>
              <a:spcAft>
                <a:spcPts val="2000"/>
              </a:spcAft>
              <a:buClr>
                <a:schemeClr val="bg1"/>
              </a:buClr>
              <a:buFont typeface="Arial" panose="020B0604020202020204" pitchFamily="34" charset="0"/>
              <a:buChar char="•"/>
              <a:defRPr>
                <a:solidFill>
                  <a:schemeClr val="bg1"/>
                </a:solidFill>
              </a:defRPr>
            </a:lvl1pPr>
            <a:lvl2pPr marL="708660" indent="-342900">
              <a:lnSpc>
                <a:spcPct val="110000"/>
              </a:lnSpc>
              <a:spcAft>
                <a:spcPts val="2000"/>
              </a:spcAft>
              <a:buClr>
                <a:schemeClr val="bg1"/>
              </a:buClr>
              <a:buFont typeface="Arial" panose="020B0604020202020204" pitchFamily="34" charset="0"/>
              <a:buChar char="•"/>
              <a:defRPr>
                <a:solidFill>
                  <a:schemeClr val="bg1"/>
                </a:solidFill>
              </a:defRPr>
            </a:lvl2pPr>
            <a:lvl3pPr marL="1074420" indent="-342900">
              <a:lnSpc>
                <a:spcPct val="110000"/>
              </a:lnSpc>
              <a:spcAft>
                <a:spcPts val="2000"/>
              </a:spcAft>
              <a:buClr>
                <a:schemeClr val="bg1"/>
              </a:buClr>
              <a:buFont typeface="Arial" panose="020B0604020202020204" pitchFamily="34" charset="0"/>
              <a:buChar char="•"/>
              <a:defRPr>
                <a:solidFill>
                  <a:schemeClr val="bg1"/>
                </a:solidFill>
              </a:defRPr>
            </a:lvl3pPr>
            <a:lvl4pPr>
              <a:lnSpc>
                <a:spcPct val="110000"/>
              </a:lnSpc>
              <a:spcAft>
                <a:spcPts val="2000"/>
              </a:spcAft>
              <a:buClr>
                <a:schemeClr val="accent5"/>
              </a:buClr>
              <a:defRPr>
                <a:solidFill>
                  <a:schemeClr val="bg1"/>
                </a:solidFill>
                <a:latin typeface="+mn-lt"/>
              </a:defRPr>
            </a:lvl4pPr>
            <a:lvl5pPr>
              <a:lnSpc>
                <a:spcPct val="110000"/>
              </a:lnSpc>
              <a:spcAft>
                <a:spcPts val="2000"/>
              </a:spcAft>
              <a:buClr>
                <a:schemeClr val="accent5"/>
              </a:buClr>
              <a:defRPr>
                <a:solidFill>
                  <a:schemeClr val="bg1"/>
                </a:solidFill>
                <a:latin typeface="+mn-lt"/>
              </a:defRPr>
            </a:lvl5pPr>
          </a:lstStyle>
          <a:p>
            <a:pPr lvl="0"/>
            <a:r>
              <a:rPr lang="en-US"/>
              <a:t>Click to edit Master text styles</a:t>
            </a:r>
          </a:p>
          <a:p>
            <a:pPr lvl="1"/>
            <a:r>
              <a:rPr lang="en-US"/>
              <a:t>Second level text</a:t>
            </a:r>
          </a:p>
          <a:p>
            <a:pPr lvl="2"/>
            <a:r>
              <a:rPr lang="en-US"/>
              <a:t>Third level text</a:t>
            </a:r>
          </a:p>
        </p:txBody>
      </p:sp>
      <p:sp>
        <p:nvSpPr>
          <p:cNvPr id="2" name="Title Placeholder 1">
            <a:extLst>
              <a:ext uri="{FF2B5EF4-FFF2-40B4-BE49-F238E27FC236}">
                <a16:creationId xmlns:a16="http://schemas.microsoft.com/office/drawing/2014/main" id="{DE112209-9BD1-76DC-988B-D40DB5FF7746}"/>
              </a:ext>
            </a:extLst>
          </p:cNvPr>
          <p:cNvSpPr txBox="1">
            <a:spLocks noGrp="1"/>
          </p:cNvSpPr>
          <p:nvPr>
            <p:ph type="title" idx="4294967295"/>
          </p:nvPr>
        </p:nvSpPr>
        <p:spPr>
          <a:xfrm>
            <a:off x="0" y="-1500020"/>
            <a:ext cx="18288000" cy="1216494"/>
          </a:xfrm>
          <a:prstGeom prst="rect">
            <a:avLst/>
          </a:prstGeom>
          <a:noFill/>
          <a:ln>
            <a:noFill/>
            <a:prstDash/>
          </a:ln>
          <a:effectLst/>
        </p:spPr>
        <p:txBody>
          <a:bodyPr rot="0" spcFirstLastPara="0" vertOverflow="overflow" horzOverflow="overflow" vert="horz" wrap="square" lIns="0" tIns="0" rIns="0" bIns="0" numCol="1" spcCol="0" rtlCol="0" fromWordArt="0" anchor="ctr" anchorCtr="0" forceAA="0" compatLnSpc="1">
            <a:prstTxWarp prst="textNoShape">
              <a:avLst/>
            </a:prstTxWarp>
            <a:normAutofit/>
          </a:bodyPr>
          <a:lstStyle>
            <a:lvl1pPr algn="l" defTabSz="1371600" rtl="0" eaLnBrk="1" latinLnBrk="0" hangingPunct="1">
              <a:lnSpc>
                <a:spcPct val="90000"/>
              </a:lnSpc>
              <a:spcBef>
                <a:spcPct val="0"/>
              </a:spcBef>
              <a:buNone/>
              <a:defRPr sz="6000" b="1" i="0" kern="1200">
                <a:solidFill>
                  <a:schemeClr val="accent5"/>
                </a:solidFill>
                <a:latin typeface="+mj-lt"/>
                <a:ea typeface="+mj-ea"/>
                <a:cs typeface="+mj-cs"/>
              </a:defRPr>
            </a:lvl1pPr>
          </a:lstStyle>
          <a:p>
            <a:pPr marL="0" marR="0" lvl="0" indent="0" algn="l" defTabSz="1371600" rtl="0" eaLnBrk="1" fontAlgn="auto" latinLnBrk="0" hangingPunct="1">
              <a:lnSpc>
                <a:spcPct val="90000"/>
              </a:lnSpc>
              <a:spcBef>
                <a:spcPct val="0"/>
              </a:spcBef>
              <a:spcAft>
                <a:spcPts val="0"/>
              </a:spcAft>
              <a:buClrTx/>
              <a:buSzTx/>
              <a:buFontTx/>
              <a:buNone/>
              <a:tabLst/>
              <a:defRPr/>
            </a:pPr>
            <a:r>
              <a:rPr kumimoji="0" lang="en-US" sz="5600" b="1" i="0" u="none" strike="noStrike" kern="1200" cap="none" spc="0" normalizeH="0" baseline="0" noProof="0">
                <a:ln>
                  <a:noFill/>
                </a:ln>
                <a:solidFill>
                  <a:schemeClr val="accent5"/>
                </a:solidFill>
                <a:effectLst/>
                <a:uLnTx/>
                <a:uFillTx/>
                <a:latin typeface="+mj-lt"/>
                <a:ea typeface="+mj-ea"/>
                <a:cs typeface="+mj-cs"/>
              </a:rPr>
              <a:t>Click to add slide title</a:t>
            </a:r>
          </a:p>
        </p:txBody>
      </p:sp>
    </p:spTree>
    <p:custDataLst>
      <p:tags r:id="rId1"/>
    </p:custDataLst>
    <p:extLst>
      <p:ext uri="{BB962C8B-B14F-4D97-AF65-F5344CB8AC3E}">
        <p14:creationId xmlns:p14="http://schemas.microsoft.com/office/powerpoint/2010/main" val="160314201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SAS - Triple Pane Reversed">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ADB7673-89E1-8770-CFA5-581B3A633761}"/>
              </a:ext>
            </a:extLst>
          </p:cNvPr>
          <p:cNvSpPr/>
          <p:nvPr userDrawn="1"/>
        </p:nvSpPr>
        <p:spPr>
          <a:xfrm>
            <a:off x="12303291" y="0"/>
            <a:ext cx="5984709" cy="10287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1380CB6-E0C2-8A39-C334-F1F28BAB6D9A}"/>
              </a:ext>
            </a:extLst>
          </p:cNvPr>
          <p:cNvSpPr/>
          <p:nvPr userDrawn="1"/>
        </p:nvSpPr>
        <p:spPr>
          <a:xfrm>
            <a:off x="-57200" y="0"/>
            <a:ext cx="6180246" cy="10287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4">
            <a:extLst>
              <a:ext uri="{FF2B5EF4-FFF2-40B4-BE49-F238E27FC236}">
                <a16:creationId xmlns:a16="http://schemas.microsoft.com/office/drawing/2014/main" id="{50615BBA-3709-50D7-A61C-9CF9B79E7B6F}"/>
              </a:ext>
            </a:extLst>
          </p:cNvPr>
          <p:cNvSpPr txBox="1"/>
          <p:nvPr userDrawn="1"/>
        </p:nvSpPr>
        <p:spPr>
          <a:xfrm>
            <a:off x="1252432" y="9855354"/>
            <a:ext cx="5029200" cy="246221"/>
          </a:xfrm>
          <a:prstGeom prst="rect">
            <a:avLst/>
          </a:prstGeom>
          <a:noFill/>
        </p:spPr>
        <p:txBody>
          <a:bodyPr wrap="square" lIns="0" anchor="b" anchorCtr="0">
            <a:spAutoFit/>
          </a:bodyPr>
          <a:lstStyle/>
          <a:p>
            <a:pPr marL="0" marR="0" lvl="0" indent="0" algn="l" defTabSz="548626" rtl="0" eaLnBrk="0" fontAlgn="auto" latinLnBrk="0" hangingPunct="0">
              <a:lnSpc>
                <a:spcPct val="100000"/>
              </a:lnSpc>
              <a:spcBef>
                <a:spcPts val="0"/>
              </a:spcBef>
              <a:spcAft>
                <a:spcPts val="0"/>
              </a:spcAft>
              <a:buClrTx/>
              <a:buSzTx/>
              <a:buFontTx/>
              <a:buNone/>
              <a:tabLst/>
              <a:defRPr/>
            </a:pPr>
            <a:r>
              <a:rPr kumimoji="0" lang="en-US" sz="1000" b="0" i="0" u="none" strike="noStrike" kern="300" cap="none" spc="100" normalizeH="0" baseline="0" noProof="0">
                <a:ln>
                  <a:noFill/>
                </a:ln>
                <a:solidFill>
                  <a:schemeClr val="bg1"/>
                </a:solidFill>
                <a:effectLst/>
                <a:uLnTx/>
                <a:uFillTx/>
                <a:latin typeface="+mn-lt"/>
                <a:ea typeface="Anova Bold" panose="020B0703020203020204" pitchFamily="34" charset="0"/>
                <a:cs typeface="Anova Light" panose="020B0403020203020204" pitchFamily="34" charset="0"/>
              </a:rPr>
              <a:t>Copyright © SAS Institute Inc. All rights reserved.</a:t>
            </a:r>
          </a:p>
        </p:txBody>
      </p:sp>
      <p:pic>
        <p:nvPicPr>
          <p:cNvPr id="6" name="Picture 6">
            <a:extLst>
              <a:ext uri="{FF2B5EF4-FFF2-40B4-BE49-F238E27FC236}">
                <a16:creationId xmlns:a16="http://schemas.microsoft.com/office/drawing/2014/main" id="{2CABA933-0C0D-36E2-5A78-BCB317DCA51B}"/>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6826158" y="9516543"/>
            <a:ext cx="1112812" cy="461922"/>
          </a:xfrm>
          <a:prstGeom prst="rect">
            <a:avLst/>
          </a:prstGeom>
        </p:spPr>
      </p:pic>
      <p:sp>
        <p:nvSpPr>
          <p:cNvPr id="4" name="Rectangle 3">
            <a:extLst>
              <a:ext uri="{FF2B5EF4-FFF2-40B4-BE49-F238E27FC236}">
                <a16:creationId xmlns:a16="http://schemas.microsoft.com/office/drawing/2014/main" id="{B5933032-5866-3210-0796-3A1B5D44D2C6}"/>
              </a:ext>
            </a:extLst>
          </p:cNvPr>
          <p:cNvSpPr/>
          <p:nvPr userDrawn="1"/>
        </p:nvSpPr>
        <p:spPr>
          <a:xfrm>
            <a:off x="6123047" y="0"/>
            <a:ext cx="6180246" cy="10287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Content Placeholder 10">
            <a:extLst>
              <a:ext uri="{FF2B5EF4-FFF2-40B4-BE49-F238E27FC236}">
                <a16:creationId xmlns:a16="http://schemas.microsoft.com/office/drawing/2014/main" id="{2027EB01-3F70-3FC5-7F0B-C68240B47D94}"/>
              </a:ext>
            </a:extLst>
          </p:cNvPr>
          <p:cNvSpPr>
            <a:spLocks noGrp="1"/>
          </p:cNvSpPr>
          <p:nvPr>
            <p:ph sz="quarter" idx="16"/>
          </p:nvPr>
        </p:nvSpPr>
        <p:spPr>
          <a:xfrm>
            <a:off x="12799523" y="657048"/>
            <a:ext cx="5029200" cy="7026783"/>
          </a:xfrm>
          <a:prstGeom prst="rect">
            <a:avLst/>
          </a:prstGeom>
          <a:ln>
            <a:noFill/>
          </a:ln>
        </p:spPr>
        <p:txBody>
          <a:bodyPr/>
          <a:lstStyle>
            <a:lvl1pPr marL="342900" indent="-342900">
              <a:lnSpc>
                <a:spcPct val="110000"/>
              </a:lnSpc>
              <a:spcAft>
                <a:spcPts val="2000"/>
              </a:spcAft>
              <a:buClr>
                <a:schemeClr val="bg1"/>
              </a:buClr>
              <a:buFont typeface="Arial" panose="020B0604020202020204" pitchFamily="34" charset="0"/>
              <a:buChar char="•"/>
              <a:defRPr>
                <a:solidFill>
                  <a:schemeClr val="bg1"/>
                </a:solidFill>
              </a:defRPr>
            </a:lvl1pPr>
            <a:lvl2pPr marL="708660" indent="-342900">
              <a:lnSpc>
                <a:spcPct val="110000"/>
              </a:lnSpc>
              <a:spcAft>
                <a:spcPts val="2000"/>
              </a:spcAft>
              <a:buClr>
                <a:schemeClr val="bg1"/>
              </a:buClr>
              <a:buFont typeface="Arial" panose="020B0604020202020204" pitchFamily="34" charset="0"/>
              <a:buChar char="•"/>
              <a:defRPr>
                <a:solidFill>
                  <a:schemeClr val="bg1"/>
                </a:solidFill>
              </a:defRPr>
            </a:lvl2pPr>
            <a:lvl3pPr marL="1074420" indent="-342900">
              <a:lnSpc>
                <a:spcPct val="110000"/>
              </a:lnSpc>
              <a:spcAft>
                <a:spcPts val="2000"/>
              </a:spcAft>
              <a:buClr>
                <a:schemeClr val="bg1"/>
              </a:buClr>
              <a:buFont typeface="Arial" panose="020B0604020202020204" pitchFamily="34" charset="0"/>
              <a:buChar char="•"/>
              <a:defRPr>
                <a:solidFill>
                  <a:schemeClr val="bg1"/>
                </a:solidFill>
              </a:defRPr>
            </a:lvl3pPr>
            <a:lvl4pPr>
              <a:lnSpc>
                <a:spcPct val="110000"/>
              </a:lnSpc>
              <a:spcAft>
                <a:spcPts val="2000"/>
              </a:spcAft>
              <a:buClr>
                <a:schemeClr val="accent5"/>
              </a:buClr>
              <a:defRPr>
                <a:solidFill>
                  <a:schemeClr val="bg1"/>
                </a:solidFill>
                <a:latin typeface="+mn-lt"/>
              </a:defRPr>
            </a:lvl4pPr>
            <a:lvl5pPr>
              <a:lnSpc>
                <a:spcPct val="110000"/>
              </a:lnSpc>
              <a:spcAft>
                <a:spcPts val="2000"/>
              </a:spcAft>
              <a:buClr>
                <a:schemeClr val="accent5"/>
              </a:buClr>
              <a:defRPr>
                <a:solidFill>
                  <a:schemeClr val="bg1"/>
                </a:solidFill>
                <a:latin typeface="+mn-lt"/>
              </a:defRPr>
            </a:lvl5pPr>
          </a:lstStyle>
          <a:p>
            <a:pPr lvl="0"/>
            <a:r>
              <a:rPr lang="en-US"/>
              <a:t>Click to edit Master text styles</a:t>
            </a:r>
          </a:p>
          <a:p>
            <a:pPr lvl="1"/>
            <a:r>
              <a:rPr lang="en-US"/>
              <a:t>Second level text</a:t>
            </a:r>
          </a:p>
          <a:p>
            <a:pPr lvl="2"/>
            <a:r>
              <a:rPr lang="en-US"/>
              <a:t>Third level text</a:t>
            </a:r>
          </a:p>
        </p:txBody>
      </p:sp>
      <p:sp>
        <p:nvSpPr>
          <p:cNvPr id="9" name="Content Placeholder 10">
            <a:extLst>
              <a:ext uri="{FF2B5EF4-FFF2-40B4-BE49-F238E27FC236}">
                <a16:creationId xmlns:a16="http://schemas.microsoft.com/office/drawing/2014/main" id="{E3618B41-5E87-21BD-16ED-7462F4FE6D8D}"/>
              </a:ext>
            </a:extLst>
          </p:cNvPr>
          <p:cNvSpPr>
            <a:spLocks noGrp="1"/>
          </p:cNvSpPr>
          <p:nvPr>
            <p:ph sz="quarter" idx="18"/>
          </p:nvPr>
        </p:nvSpPr>
        <p:spPr>
          <a:xfrm>
            <a:off x="6777861" y="657048"/>
            <a:ext cx="5029200" cy="7026783"/>
          </a:xfrm>
          <a:prstGeom prst="rect">
            <a:avLst/>
          </a:prstGeom>
          <a:ln>
            <a:noFill/>
          </a:ln>
        </p:spPr>
        <p:txBody>
          <a:bodyPr/>
          <a:lstStyle>
            <a:lvl1pPr marL="342900" indent="-342900">
              <a:lnSpc>
                <a:spcPct val="110000"/>
              </a:lnSpc>
              <a:spcAft>
                <a:spcPts val="2000"/>
              </a:spcAft>
              <a:buClr>
                <a:schemeClr val="bg1"/>
              </a:buClr>
              <a:buFont typeface="Arial" panose="020B0604020202020204" pitchFamily="34" charset="0"/>
              <a:buChar char="•"/>
              <a:defRPr>
                <a:solidFill>
                  <a:schemeClr val="bg1"/>
                </a:solidFill>
              </a:defRPr>
            </a:lvl1pPr>
            <a:lvl2pPr marL="708660" indent="-342900">
              <a:lnSpc>
                <a:spcPct val="110000"/>
              </a:lnSpc>
              <a:spcAft>
                <a:spcPts val="2000"/>
              </a:spcAft>
              <a:buClr>
                <a:schemeClr val="bg1"/>
              </a:buClr>
              <a:buFont typeface="Arial" panose="020B0604020202020204" pitchFamily="34" charset="0"/>
              <a:buChar char="•"/>
              <a:defRPr>
                <a:solidFill>
                  <a:schemeClr val="bg1"/>
                </a:solidFill>
              </a:defRPr>
            </a:lvl2pPr>
            <a:lvl3pPr marL="1074420" indent="-342900">
              <a:lnSpc>
                <a:spcPct val="110000"/>
              </a:lnSpc>
              <a:spcAft>
                <a:spcPts val="2000"/>
              </a:spcAft>
              <a:buClr>
                <a:schemeClr val="bg1"/>
              </a:buClr>
              <a:buFont typeface="Arial" panose="020B0604020202020204" pitchFamily="34" charset="0"/>
              <a:buChar char="•"/>
              <a:defRPr>
                <a:solidFill>
                  <a:schemeClr val="bg1"/>
                </a:solidFill>
              </a:defRPr>
            </a:lvl3pPr>
            <a:lvl4pPr>
              <a:lnSpc>
                <a:spcPct val="110000"/>
              </a:lnSpc>
              <a:spcAft>
                <a:spcPts val="2000"/>
              </a:spcAft>
              <a:buClr>
                <a:schemeClr val="accent5"/>
              </a:buClr>
              <a:defRPr>
                <a:solidFill>
                  <a:schemeClr val="bg1"/>
                </a:solidFill>
                <a:latin typeface="+mn-lt"/>
              </a:defRPr>
            </a:lvl4pPr>
            <a:lvl5pPr>
              <a:lnSpc>
                <a:spcPct val="110000"/>
              </a:lnSpc>
              <a:spcAft>
                <a:spcPts val="2000"/>
              </a:spcAft>
              <a:buClr>
                <a:schemeClr val="accent5"/>
              </a:buClr>
              <a:defRPr>
                <a:solidFill>
                  <a:schemeClr val="bg1"/>
                </a:solidFill>
                <a:latin typeface="+mn-lt"/>
              </a:defRPr>
            </a:lvl5pPr>
          </a:lstStyle>
          <a:p>
            <a:pPr lvl="0"/>
            <a:r>
              <a:rPr lang="en-US"/>
              <a:t>Click to edit Master text styles</a:t>
            </a:r>
          </a:p>
          <a:p>
            <a:pPr lvl="1"/>
            <a:r>
              <a:rPr lang="en-US"/>
              <a:t>Second level text</a:t>
            </a:r>
          </a:p>
          <a:p>
            <a:pPr lvl="2"/>
            <a:r>
              <a:rPr lang="en-US"/>
              <a:t>Third level text</a:t>
            </a:r>
          </a:p>
        </p:txBody>
      </p:sp>
      <p:sp>
        <p:nvSpPr>
          <p:cNvPr id="21" name="Content Placeholder 10">
            <a:extLst>
              <a:ext uri="{FF2B5EF4-FFF2-40B4-BE49-F238E27FC236}">
                <a16:creationId xmlns:a16="http://schemas.microsoft.com/office/drawing/2014/main" id="{295500A5-FB51-5268-3229-8FD316DDE53C}"/>
              </a:ext>
            </a:extLst>
          </p:cNvPr>
          <p:cNvSpPr>
            <a:spLocks noGrp="1"/>
          </p:cNvSpPr>
          <p:nvPr>
            <p:ph sz="quarter" idx="20"/>
          </p:nvPr>
        </p:nvSpPr>
        <p:spPr>
          <a:xfrm>
            <a:off x="537672" y="657048"/>
            <a:ext cx="5029200" cy="7026783"/>
          </a:xfrm>
          <a:prstGeom prst="rect">
            <a:avLst/>
          </a:prstGeom>
          <a:ln>
            <a:noFill/>
          </a:ln>
        </p:spPr>
        <p:txBody>
          <a:bodyPr/>
          <a:lstStyle>
            <a:lvl1pPr marL="342900" indent="-342900">
              <a:lnSpc>
                <a:spcPct val="110000"/>
              </a:lnSpc>
              <a:spcAft>
                <a:spcPts val="2000"/>
              </a:spcAft>
              <a:buClr>
                <a:schemeClr val="bg1"/>
              </a:buClr>
              <a:buFont typeface="Arial" panose="020B0604020202020204" pitchFamily="34" charset="0"/>
              <a:buChar char="•"/>
              <a:defRPr>
                <a:solidFill>
                  <a:schemeClr val="bg1"/>
                </a:solidFill>
              </a:defRPr>
            </a:lvl1pPr>
            <a:lvl2pPr marL="708660" indent="-342900">
              <a:lnSpc>
                <a:spcPct val="110000"/>
              </a:lnSpc>
              <a:spcAft>
                <a:spcPts val="2000"/>
              </a:spcAft>
              <a:buClr>
                <a:schemeClr val="bg1"/>
              </a:buClr>
              <a:buFont typeface="Arial" panose="020B0604020202020204" pitchFamily="34" charset="0"/>
              <a:buChar char="•"/>
              <a:defRPr>
                <a:solidFill>
                  <a:schemeClr val="bg1"/>
                </a:solidFill>
              </a:defRPr>
            </a:lvl2pPr>
            <a:lvl3pPr marL="1074420" indent="-342900">
              <a:lnSpc>
                <a:spcPct val="110000"/>
              </a:lnSpc>
              <a:spcAft>
                <a:spcPts val="2000"/>
              </a:spcAft>
              <a:buClr>
                <a:schemeClr val="bg1"/>
              </a:buClr>
              <a:buFont typeface="Arial" panose="020B0604020202020204" pitchFamily="34" charset="0"/>
              <a:buChar char="•"/>
              <a:defRPr>
                <a:solidFill>
                  <a:schemeClr val="bg1"/>
                </a:solidFill>
              </a:defRPr>
            </a:lvl3pPr>
            <a:lvl4pPr>
              <a:lnSpc>
                <a:spcPct val="110000"/>
              </a:lnSpc>
              <a:spcAft>
                <a:spcPts val="2000"/>
              </a:spcAft>
              <a:buClr>
                <a:schemeClr val="accent5"/>
              </a:buClr>
              <a:defRPr>
                <a:solidFill>
                  <a:schemeClr val="bg1"/>
                </a:solidFill>
                <a:latin typeface="+mn-lt"/>
              </a:defRPr>
            </a:lvl4pPr>
            <a:lvl5pPr>
              <a:lnSpc>
                <a:spcPct val="110000"/>
              </a:lnSpc>
              <a:spcAft>
                <a:spcPts val="2000"/>
              </a:spcAft>
              <a:buClr>
                <a:schemeClr val="accent5"/>
              </a:buClr>
              <a:defRPr>
                <a:solidFill>
                  <a:schemeClr val="bg1"/>
                </a:solidFill>
                <a:latin typeface="+mn-lt"/>
              </a:defRPr>
            </a:lvl5pPr>
          </a:lstStyle>
          <a:p>
            <a:pPr lvl="0"/>
            <a:r>
              <a:rPr lang="en-US"/>
              <a:t>Click to edit Master text styles</a:t>
            </a:r>
          </a:p>
          <a:p>
            <a:pPr lvl="1"/>
            <a:r>
              <a:rPr lang="en-US"/>
              <a:t>Second level text</a:t>
            </a:r>
          </a:p>
          <a:p>
            <a:pPr lvl="2"/>
            <a:r>
              <a:rPr lang="en-US"/>
              <a:t>Third level text</a:t>
            </a:r>
          </a:p>
        </p:txBody>
      </p:sp>
      <p:sp>
        <p:nvSpPr>
          <p:cNvPr id="18" name="Text Placeholder 4">
            <a:extLst>
              <a:ext uri="{FF2B5EF4-FFF2-40B4-BE49-F238E27FC236}">
                <a16:creationId xmlns:a16="http://schemas.microsoft.com/office/drawing/2014/main" id="{5099FF06-6A75-7EC4-9E5F-7EE4FF6A9D64}"/>
              </a:ext>
            </a:extLst>
          </p:cNvPr>
          <p:cNvSpPr>
            <a:spLocks noGrp="1"/>
          </p:cNvSpPr>
          <p:nvPr>
            <p:ph type="body" sz="quarter" idx="15"/>
          </p:nvPr>
        </p:nvSpPr>
        <p:spPr>
          <a:xfrm>
            <a:off x="12799523" y="8115123"/>
            <a:ext cx="5029200" cy="1219200"/>
          </a:xfrm>
          <a:prstGeom prst="rect">
            <a:avLst/>
          </a:prstGeom>
          <a:ln>
            <a:noFill/>
          </a:ln>
        </p:spPr>
        <p:txBody>
          <a:bodyPr wrap="square" anchor="ctr">
            <a:noAutofit/>
          </a:bodyPr>
          <a:lstStyle>
            <a:lvl1pPr marL="0" indent="0" algn="ctr">
              <a:buFont typeface="Arial" panose="020B0604020202020204" pitchFamily="34" charset="0"/>
              <a:buNone/>
              <a:defRPr sz="4800">
                <a:solidFill>
                  <a:schemeClr val="bg1"/>
                </a:solidFill>
                <a:latin typeface="+mj-lt"/>
              </a:defRPr>
            </a:lvl1pPr>
            <a:lvl2pPr marL="365760" indent="0" algn="ctr">
              <a:buFont typeface="Arial" panose="020B0604020202020204" pitchFamily="34" charset="0"/>
              <a:buNone/>
              <a:defRPr sz="4800">
                <a:solidFill>
                  <a:schemeClr val="bg1"/>
                </a:solidFill>
                <a:latin typeface="+mj-lt"/>
              </a:defRPr>
            </a:lvl2pPr>
            <a:lvl3pPr marL="731520" indent="0" algn="ctr">
              <a:buFont typeface="Arial" panose="020B0604020202020204" pitchFamily="34" charset="0"/>
              <a:buNone/>
              <a:defRPr sz="4800">
                <a:solidFill>
                  <a:schemeClr val="bg1"/>
                </a:solidFill>
                <a:latin typeface="+mj-lt"/>
              </a:defRPr>
            </a:lvl3pPr>
            <a:lvl4pPr marL="2057400" indent="0" algn="ctr">
              <a:buFont typeface="Arial" panose="020B0604020202020204" pitchFamily="34" charset="0"/>
              <a:buNone/>
              <a:defRPr sz="4800">
                <a:solidFill>
                  <a:schemeClr val="bg1"/>
                </a:solidFill>
                <a:latin typeface="+mj-lt"/>
              </a:defRPr>
            </a:lvl4pPr>
            <a:lvl5pPr marL="2743200" indent="0" algn="ctr">
              <a:buFont typeface="Arial" panose="020B0604020202020204" pitchFamily="34" charset="0"/>
              <a:buNone/>
              <a:defRPr sz="4800">
                <a:solidFill>
                  <a:schemeClr val="bg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4">
            <a:extLst>
              <a:ext uri="{FF2B5EF4-FFF2-40B4-BE49-F238E27FC236}">
                <a16:creationId xmlns:a16="http://schemas.microsoft.com/office/drawing/2014/main" id="{D06D17C7-7EE6-09A2-D799-67C35F25C114}"/>
              </a:ext>
            </a:extLst>
          </p:cNvPr>
          <p:cNvSpPr>
            <a:spLocks noGrp="1"/>
          </p:cNvSpPr>
          <p:nvPr>
            <p:ph type="body" sz="quarter" idx="17"/>
          </p:nvPr>
        </p:nvSpPr>
        <p:spPr>
          <a:xfrm>
            <a:off x="6777861" y="8115123"/>
            <a:ext cx="5029200" cy="1219200"/>
          </a:xfrm>
          <a:prstGeom prst="rect">
            <a:avLst/>
          </a:prstGeom>
          <a:ln>
            <a:noFill/>
          </a:ln>
        </p:spPr>
        <p:txBody>
          <a:bodyPr wrap="square" anchor="ctr">
            <a:noAutofit/>
          </a:bodyPr>
          <a:lstStyle>
            <a:lvl1pPr marL="0" indent="0" algn="ctr">
              <a:buFont typeface="Arial" panose="020B0604020202020204" pitchFamily="34" charset="0"/>
              <a:buNone/>
              <a:defRPr sz="4800">
                <a:solidFill>
                  <a:schemeClr val="bg1"/>
                </a:solidFill>
                <a:latin typeface="+mj-lt"/>
              </a:defRPr>
            </a:lvl1pPr>
            <a:lvl2pPr marL="365760" indent="0" algn="ctr">
              <a:buFont typeface="Arial" panose="020B0604020202020204" pitchFamily="34" charset="0"/>
              <a:buNone/>
              <a:defRPr sz="4800">
                <a:solidFill>
                  <a:schemeClr val="bg1"/>
                </a:solidFill>
                <a:latin typeface="+mj-lt"/>
              </a:defRPr>
            </a:lvl2pPr>
            <a:lvl3pPr marL="731520" indent="0" algn="ctr">
              <a:buFont typeface="Arial" panose="020B0604020202020204" pitchFamily="34" charset="0"/>
              <a:buNone/>
              <a:defRPr sz="4800">
                <a:solidFill>
                  <a:schemeClr val="bg1"/>
                </a:solidFill>
                <a:latin typeface="+mj-lt"/>
              </a:defRPr>
            </a:lvl3pPr>
            <a:lvl4pPr marL="2057400" indent="0" algn="ctr">
              <a:buFont typeface="Arial" panose="020B0604020202020204" pitchFamily="34" charset="0"/>
              <a:buNone/>
              <a:defRPr sz="4800">
                <a:solidFill>
                  <a:schemeClr val="bg1"/>
                </a:solidFill>
                <a:latin typeface="+mj-lt"/>
              </a:defRPr>
            </a:lvl4pPr>
            <a:lvl5pPr marL="2743200" indent="0" algn="ctr">
              <a:buFont typeface="Arial" panose="020B0604020202020204" pitchFamily="34" charset="0"/>
              <a:buNone/>
              <a:defRPr sz="4800">
                <a:solidFill>
                  <a:schemeClr val="bg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Text Placeholder 4">
            <a:extLst>
              <a:ext uri="{FF2B5EF4-FFF2-40B4-BE49-F238E27FC236}">
                <a16:creationId xmlns:a16="http://schemas.microsoft.com/office/drawing/2014/main" id="{E2EAEDAA-6866-1179-E8FB-0221340273B8}"/>
              </a:ext>
            </a:extLst>
          </p:cNvPr>
          <p:cNvSpPr>
            <a:spLocks noGrp="1"/>
          </p:cNvSpPr>
          <p:nvPr>
            <p:ph type="body" sz="quarter" idx="19"/>
          </p:nvPr>
        </p:nvSpPr>
        <p:spPr>
          <a:xfrm>
            <a:off x="537672" y="8115123"/>
            <a:ext cx="5029200" cy="1219200"/>
          </a:xfrm>
          <a:prstGeom prst="rect">
            <a:avLst/>
          </a:prstGeom>
          <a:ln>
            <a:noFill/>
          </a:ln>
        </p:spPr>
        <p:txBody>
          <a:bodyPr wrap="square" anchor="ctr">
            <a:noAutofit/>
          </a:bodyPr>
          <a:lstStyle>
            <a:lvl1pPr marL="0" indent="0" algn="ctr">
              <a:buFont typeface="Arial" panose="020B0604020202020204" pitchFamily="34" charset="0"/>
              <a:buNone/>
              <a:defRPr sz="4800">
                <a:solidFill>
                  <a:schemeClr val="bg1"/>
                </a:solidFill>
                <a:latin typeface="+mj-lt"/>
              </a:defRPr>
            </a:lvl1pPr>
            <a:lvl2pPr marL="365760" indent="0" algn="ctr">
              <a:buFont typeface="Arial" panose="020B0604020202020204" pitchFamily="34" charset="0"/>
              <a:buNone/>
              <a:defRPr sz="4800">
                <a:solidFill>
                  <a:schemeClr val="bg1"/>
                </a:solidFill>
                <a:latin typeface="+mj-lt"/>
              </a:defRPr>
            </a:lvl2pPr>
            <a:lvl3pPr marL="731520" indent="0" algn="ctr">
              <a:buFont typeface="Arial" panose="020B0604020202020204" pitchFamily="34" charset="0"/>
              <a:buNone/>
              <a:defRPr sz="4800">
                <a:solidFill>
                  <a:schemeClr val="bg1"/>
                </a:solidFill>
                <a:latin typeface="+mj-lt"/>
              </a:defRPr>
            </a:lvl3pPr>
            <a:lvl4pPr marL="2057400" indent="0" algn="ctr">
              <a:buFont typeface="Arial" panose="020B0604020202020204" pitchFamily="34" charset="0"/>
              <a:buNone/>
              <a:defRPr sz="4800">
                <a:solidFill>
                  <a:schemeClr val="bg1"/>
                </a:solidFill>
                <a:latin typeface="+mj-lt"/>
              </a:defRPr>
            </a:lvl4pPr>
            <a:lvl5pPr marL="2743200" indent="0" algn="ctr">
              <a:buFont typeface="Arial" panose="020B0604020202020204" pitchFamily="34" charset="0"/>
              <a:buNone/>
              <a:defRPr sz="4800">
                <a:solidFill>
                  <a:schemeClr val="bg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Placeholder 1">
            <a:extLst>
              <a:ext uri="{FF2B5EF4-FFF2-40B4-BE49-F238E27FC236}">
                <a16:creationId xmlns:a16="http://schemas.microsoft.com/office/drawing/2014/main" id="{EA1F6CB2-E7C2-C818-FA26-9C8BD33A8B18}"/>
              </a:ext>
            </a:extLst>
          </p:cNvPr>
          <p:cNvSpPr txBox="1">
            <a:spLocks noGrp="1"/>
          </p:cNvSpPr>
          <p:nvPr>
            <p:ph type="title" idx="4294967295"/>
          </p:nvPr>
        </p:nvSpPr>
        <p:spPr>
          <a:xfrm>
            <a:off x="0" y="-1500020"/>
            <a:ext cx="18288000" cy="1216494"/>
          </a:xfrm>
          <a:prstGeom prst="rect">
            <a:avLst/>
          </a:prstGeom>
          <a:noFill/>
          <a:ln>
            <a:noFill/>
            <a:prstDash/>
          </a:ln>
          <a:effectLst/>
        </p:spPr>
        <p:txBody>
          <a:bodyPr rot="0" spcFirstLastPara="0" vertOverflow="overflow" horzOverflow="overflow" vert="horz" wrap="square" lIns="0" tIns="0" rIns="0" bIns="0" numCol="1" spcCol="0" rtlCol="0" fromWordArt="0" anchor="ctr" anchorCtr="0" forceAA="0" compatLnSpc="1">
            <a:prstTxWarp prst="textNoShape">
              <a:avLst/>
            </a:prstTxWarp>
            <a:normAutofit/>
          </a:bodyPr>
          <a:lstStyle>
            <a:lvl1pPr algn="l" defTabSz="1371600" rtl="0" eaLnBrk="1" latinLnBrk="0" hangingPunct="1">
              <a:lnSpc>
                <a:spcPct val="90000"/>
              </a:lnSpc>
              <a:spcBef>
                <a:spcPct val="0"/>
              </a:spcBef>
              <a:buNone/>
              <a:defRPr sz="6000" b="1" i="0" kern="1200">
                <a:solidFill>
                  <a:schemeClr val="accent5"/>
                </a:solidFill>
                <a:latin typeface="+mj-lt"/>
                <a:ea typeface="+mj-ea"/>
                <a:cs typeface="+mj-cs"/>
              </a:defRPr>
            </a:lvl1pPr>
          </a:lstStyle>
          <a:p>
            <a:pPr marL="0" marR="0" lvl="0" indent="0" algn="l" defTabSz="1371600" rtl="0" eaLnBrk="1" fontAlgn="auto" latinLnBrk="0" hangingPunct="1">
              <a:lnSpc>
                <a:spcPct val="90000"/>
              </a:lnSpc>
              <a:spcBef>
                <a:spcPct val="0"/>
              </a:spcBef>
              <a:spcAft>
                <a:spcPts val="0"/>
              </a:spcAft>
              <a:buClrTx/>
              <a:buSzTx/>
              <a:buFontTx/>
              <a:buNone/>
              <a:tabLst/>
              <a:defRPr/>
            </a:pPr>
            <a:r>
              <a:rPr kumimoji="0" lang="en-US" sz="5600" b="1" i="0" u="none" strike="noStrike" kern="1200" cap="none" spc="0" normalizeH="0" baseline="0" noProof="0">
                <a:ln>
                  <a:noFill/>
                </a:ln>
                <a:solidFill>
                  <a:schemeClr val="accent5"/>
                </a:solidFill>
                <a:effectLst/>
                <a:uLnTx/>
                <a:uFillTx/>
                <a:latin typeface="+mj-lt"/>
                <a:ea typeface="+mj-ea"/>
                <a:cs typeface="+mj-cs"/>
              </a:rPr>
              <a:t>Click to add slide title</a:t>
            </a:r>
          </a:p>
        </p:txBody>
      </p:sp>
    </p:spTree>
    <p:custDataLst>
      <p:tags r:id="rId1"/>
    </p:custDataLst>
    <p:extLst>
      <p:ext uri="{BB962C8B-B14F-4D97-AF65-F5344CB8AC3E}">
        <p14:creationId xmlns:p14="http://schemas.microsoft.com/office/powerpoint/2010/main" val="183473698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SAS - Blank - Third Cut">
    <p:spTree>
      <p:nvGrpSpPr>
        <p:cNvPr id="1" name=""/>
        <p:cNvGrpSpPr/>
        <p:nvPr/>
      </p:nvGrpSpPr>
      <p:grpSpPr>
        <a:xfrm>
          <a:off x="0" y="0"/>
          <a:ext cx="0" cy="0"/>
          <a:chOff x="0" y="0"/>
          <a:chExt cx="0" cy="0"/>
        </a:xfrm>
      </p:grpSpPr>
      <p:sp>
        <p:nvSpPr>
          <p:cNvPr id="3" name="Right Triangle 2">
            <a:extLst>
              <a:ext uri="{FF2B5EF4-FFF2-40B4-BE49-F238E27FC236}">
                <a16:creationId xmlns:a16="http://schemas.microsoft.com/office/drawing/2014/main" id="{E996FE25-27F1-B880-B109-8B97FF5E8DAF}"/>
              </a:ext>
            </a:extLst>
          </p:cNvPr>
          <p:cNvSpPr/>
          <p:nvPr userDrawn="1"/>
        </p:nvSpPr>
        <p:spPr>
          <a:xfrm flipV="1">
            <a:off x="-45181" y="-57462"/>
            <a:ext cx="12135998" cy="6984533"/>
          </a:xfrm>
          <a:prstGeom prst="rtTriangle">
            <a:avLst/>
          </a:prstGeom>
          <a:solidFill>
            <a:srgbClr val="0069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Placeholder 1">
            <a:extLst>
              <a:ext uri="{FF2B5EF4-FFF2-40B4-BE49-F238E27FC236}">
                <a16:creationId xmlns:a16="http://schemas.microsoft.com/office/drawing/2014/main" id="{3C9EA60D-F1F8-CE5D-B293-C194F5F05F05}"/>
              </a:ext>
            </a:extLst>
          </p:cNvPr>
          <p:cNvSpPr>
            <a:spLocks noGrp="1"/>
          </p:cNvSpPr>
          <p:nvPr>
            <p:ph type="title" hasCustomPrompt="1"/>
          </p:nvPr>
        </p:nvSpPr>
        <p:spPr>
          <a:xfrm>
            <a:off x="694941" y="1601098"/>
            <a:ext cx="4833832" cy="1329595"/>
          </a:xfrm>
          <a:prstGeom prst="rect">
            <a:avLst/>
          </a:prstGeom>
        </p:spPr>
        <p:txBody>
          <a:bodyPr vert="horz" wrap="square" lIns="0" tIns="0" rIns="0" bIns="0" rtlCol="0" anchor="ctr">
            <a:noAutofit/>
          </a:bodyPr>
          <a:lstStyle>
            <a:lvl1pPr algn="ctr">
              <a:defRPr sz="5400" baseline="0">
                <a:solidFill>
                  <a:schemeClr val="bg1"/>
                </a:solidFill>
              </a:defRPr>
            </a:lvl1pPr>
          </a:lstStyle>
          <a:p>
            <a:r>
              <a:rPr lang="en-US"/>
              <a:t>Click to add slide title</a:t>
            </a:r>
          </a:p>
        </p:txBody>
      </p:sp>
      <p:sp>
        <p:nvSpPr>
          <p:cNvPr id="5" name="Content Placeholder 4">
            <a:extLst>
              <a:ext uri="{FF2B5EF4-FFF2-40B4-BE49-F238E27FC236}">
                <a16:creationId xmlns:a16="http://schemas.microsoft.com/office/drawing/2014/main" id="{4536FE73-42B4-917B-FC4C-EDE059FED21F}"/>
              </a:ext>
            </a:extLst>
          </p:cNvPr>
          <p:cNvSpPr>
            <a:spLocks noGrp="1"/>
          </p:cNvSpPr>
          <p:nvPr>
            <p:ph sz="quarter" idx="10" hasCustomPrompt="1"/>
          </p:nvPr>
        </p:nvSpPr>
        <p:spPr>
          <a:xfrm>
            <a:off x="7437060" y="4432853"/>
            <a:ext cx="9307513" cy="3929779"/>
          </a:xfrm>
        </p:spPr>
        <p:txBody>
          <a:bodyPr anchor="ctr">
            <a:normAutofit/>
          </a:bodyPr>
          <a:lstStyle>
            <a:lvl1pPr marL="0" indent="0">
              <a:lnSpc>
                <a:spcPct val="135000"/>
              </a:lnSpc>
              <a:spcBef>
                <a:spcPts val="0"/>
              </a:spcBef>
              <a:spcAft>
                <a:spcPts val="3200"/>
              </a:spcAft>
              <a:buNone/>
              <a:defRPr sz="4000">
                <a:solidFill>
                  <a:schemeClr val="accent5"/>
                </a:solidFill>
              </a:defRPr>
            </a:lvl1pPr>
            <a:lvl2pPr marL="365760" indent="0">
              <a:lnSpc>
                <a:spcPct val="135000"/>
              </a:lnSpc>
              <a:spcBef>
                <a:spcPts val="0"/>
              </a:spcBef>
              <a:spcAft>
                <a:spcPts val="3200"/>
              </a:spcAft>
              <a:buNone/>
              <a:defRPr sz="4000">
                <a:solidFill>
                  <a:schemeClr val="accent5"/>
                </a:solidFill>
              </a:defRPr>
            </a:lvl2pPr>
            <a:lvl3pPr marL="731520" indent="0">
              <a:lnSpc>
                <a:spcPct val="135000"/>
              </a:lnSpc>
              <a:spcBef>
                <a:spcPts val="0"/>
              </a:spcBef>
              <a:spcAft>
                <a:spcPts val="3200"/>
              </a:spcAft>
              <a:buNone/>
              <a:defRPr sz="4000">
                <a:solidFill>
                  <a:schemeClr val="accent5"/>
                </a:solidFill>
              </a:defRPr>
            </a:lvl3pPr>
          </a:lstStyle>
          <a:p>
            <a:pPr lvl="0"/>
            <a:r>
              <a:rPr lang="en-US"/>
              <a:t>Click to edit master text styles</a:t>
            </a:r>
          </a:p>
          <a:p>
            <a:pPr lvl="1"/>
            <a:r>
              <a:rPr lang="en-US"/>
              <a:t>Second level text</a:t>
            </a:r>
          </a:p>
          <a:p>
            <a:pPr lvl="2"/>
            <a:r>
              <a:rPr lang="en-US"/>
              <a:t>Third level text</a:t>
            </a:r>
          </a:p>
        </p:txBody>
      </p:sp>
    </p:spTree>
    <p:custDataLst>
      <p:tags r:id="rId1"/>
    </p:custDataLst>
    <p:extLst>
      <p:ext uri="{BB962C8B-B14F-4D97-AF65-F5344CB8AC3E}">
        <p14:creationId xmlns:p14="http://schemas.microsoft.com/office/powerpoint/2010/main" val="33440291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SAS - Standard Quotation (White)">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0A098EC7-D814-60A7-8D33-81982F53D125}"/>
              </a:ext>
            </a:extLst>
          </p:cNvPr>
          <p:cNvGrpSpPr/>
          <p:nvPr userDrawn="1"/>
        </p:nvGrpSpPr>
        <p:grpSpPr>
          <a:xfrm>
            <a:off x="1472767" y="1487185"/>
            <a:ext cx="2237397" cy="2188344"/>
            <a:chOff x="382693" y="926325"/>
            <a:chExt cx="576262" cy="576262"/>
          </a:xfrm>
        </p:grpSpPr>
        <p:sp>
          <p:nvSpPr>
            <p:cNvPr id="10" name="Freeform: Shape 44">
              <a:extLst>
                <a:ext uri="{FF2B5EF4-FFF2-40B4-BE49-F238E27FC236}">
                  <a16:creationId xmlns:a16="http://schemas.microsoft.com/office/drawing/2014/main" id="{4B0EF3C4-F96B-1C50-9E09-F16EC90BCB8D}"/>
                </a:ext>
              </a:extLst>
            </p:cNvPr>
            <p:cNvSpPr/>
            <p:nvPr/>
          </p:nvSpPr>
          <p:spPr>
            <a:xfrm rot="16200000">
              <a:off x="382693" y="926325"/>
              <a:ext cx="288131" cy="288131"/>
            </a:xfrm>
            <a:custGeom>
              <a:avLst/>
              <a:gdLst>
                <a:gd name="connsiteX0" fmla="*/ 0 w 288131"/>
                <a:gd name="connsiteY0" fmla="*/ 0 h 288131"/>
                <a:gd name="connsiteX1" fmla="*/ 288131 w 288131"/>
                <a:gd name="connsiteY1" fmla="*/ 0 h 288131"/>
                <a:gd name="connsiteX2" fmla="*/ 288131 w 288131"/>
                <a:gd name="connsiteY2" fmla="*/ 144066 h 288131"/>
                <a:gd name="connsiteX3" fmla="*/ 144066 w 288131"/>
                <a:gd name="connsiteY3" fmla="*/ 288131 h 288131"/>
                <a:gd name="connsiteX4" fmla="*/ 144066 w 288131"/>
                <a:gd name="connsiteY4" fmla="*/ 288131 h 288131"/>
                <a:gd name="connsiteX5" fmla="*/ 0 w 288131"/>
                <a:gd name="connsiteY5" fmla="*/ 144066 h 288131"/>
                <a:gd name="connsiteX6" fmla="*/ 0 w 288131"/>
                <a:gd name="connsiteY6" fmla="*/ 0 h 288131"/>
                <a:gd name="connsiteX7" fmla="*/ 0 w 288131"/>
                <a:gd name="connsiteY7" fmla="*/ 0 h 288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8131" h="288131">
                  <a:moveTo>
                    <a:pt x="0" y="0"/>
                  </a:moveTo>
                  <a:lnTo>
                    <a:pt x="288131" y="0"/>
                  </a:lnTo>
                  <a:lnTo>
                    <a:pt x="288131" y="144066"/>
                  </a:lnTo>
                  <a:cubicBezTo>
                    <a:pt x="288131" y="223572"/>
                    <a:pt x="223572" y="288131"/>
                    <a:pt x="144066" y="288131"/>
                  </a:cubicBezTo>
                  <a:lnTo>
                    <a:pt x="144066" y="288131"/>
                  </a:lnTo>
                  <a:cubicBezTo>
                    <a:pt x="64559" y="288131"/>
                    <a:pt x="0" y="223572"/>
                    <a:pt x="0" y="144066"/>
                  </a:cubicBezTo>
                  <a:lnTo>
                    <a:pt x="0" y="0"/>
                  </a:lnTo>
                  <a:lnTo>
                    <a:pt x="0" y="0"/>
                  </a:lnTo>
                  <a:close/>
                </a:path>
              </a:pathLst>
            </a:custGeom>
            <a:solidFill>
              <a:schemeClr val="accent1"/>
            </a:solidFill>
            <a:ln w="0" cap="flat">
              <a:noFill/>
              <a:prstDash val="solid"/>
              <a:miter/>
            </a:ln>
          </p:spPr>
          <p:txBody>
            <a:bodyPr rtlCol="0" anchor="ctr"/>
            <a:lstStyle/>
            <a:p>
              <a:pPr defTabSz="1828800">
                <a:defRPr/>
              </a:pPr>
              <a:endParaRPr lang="en-GB" sz="1800">
                <a:solidFill>
                  <a:srgbClr val="000000"/>
                </a:solidFill>
                <a:latin typeface="Anova Light"/>
              </a:endParaRPr>
            </a:p>
          </p:txBody>
        </p:sp>
        <p:sp>
          <p:nvSpPr>
            <p:cNvPr id="11" name="Freeform: Shape 45">
              <a:extLst>
                <a:ext uri="{FF2B5EF4-FFF2-40B4-BE49-F238E27FC236}">
                  <a16:creationId xmlns:a16="http://schemas.microsoft.com/office/drawing/2014/main" id="{9A906441-D21C-0E39-747C-CBB82C5BE1D0}"/>
                </a:ext>
              </a:extLst>
            </p:cNvPr>
            <p:cNvSpPr/>
            <p:nvPr/>
          </p:nvSpPr>
          <p:spPr>
            <a:xfrm>
              <a:off x="382693" y="1214456"/>
              <a:ext cx="288131" cy="288131"/>
            </a:xfrm>
            <a:custGeom>
              <a:avLst/>
              <a:gdLst>
                <a:gd name="connsiteX0" fmla="*/ 0 w 288131"/>
                <a:gd name="connsiteY0" fmla="*/ 0 h 288131"/>
                <a:gd name="connsiteX1" fmla="*/ 288131 w 288131"/>
                <a:gd name="connsiteY1" fmla="*/ 0 h 288131"/>
                <a:gd name="connsiteX2" fmla="*/ 288131 w 288131"/>
                <a:gd name="connsiteY2" fmla="*/ 288131 h 288131"/>
                <a:gd name="connsiteX3" fmla="*/ 288131 w 288131"/>
                <a:gd name="connsiteY3" fmla="*/ 288131 h 288131"/>
                <a:gd name="connsiteX4" fmla="*/ 0 w 288131"/>
                <a:gd name="connsiteY4" fmla="*/ 0 h 288131"/>
                <a:gd name="connsiteX5" fmla="*/ 0 w 288131"/>
                <a:gd name="connsiteY5" fmla="*/ 0 h 288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8131" h="288131">
                  <a:moveTo>
                    <a:pt x="0" y="0"/>
                  </a:moveTo>
                  <a:lnTo>
                    <a:pt x="288131" y="0"/>
                  </a:lnTo>
                  <a:lnTo>
                    <a:pt x="288131" y="288131"/>
                  </a:lnTo>
                  <a:lnTo>
                    <a:pt x="288131" y="288131"/>
                  </a:lnTo>
                  <a:cubicBezTo>
                    <a:pt x="129119" y="288131"/>
                    <a:pt x="0" y="159012"/>
                    <a:pt x="0" y="0"/>
                  </a:cubicBezTo>
                  <a:lnTo>
                    <a:pt x="0" y="0"/>
                  </a:lnTo>
                  <a:close/>
                </a:path>
              </a:pathLst>
            </a:custGeom>
            <a:solidFill>
              <a:schemeClr val="accent2"/>
            </a:solidFill>
            <a:ln w="0" cap="flat">
              <a:noFill/>
              <a:prstDash val="solid"/>
              <a:miter/>
            </a:ln>
          </p:spPr>
          <p:txBody>
            <a:bodyPr rtlCol="0" anchor="ctr"/>
            <a:lstStyle/>
            <a:p>
              <a:pPr defTabSz="1828800">
                <a:defRPr/>
              </a:pPr>
              <a:endParaRPr lang="en-GB" sz="1800">
                <a:solidFill>
                  <a:srgbClr val="000000"/>
                </a:solidFill>
                <a:latin typeface="Anova Light"/>
              </a:endParaRPr>
            </a:p>
          </p:txBody>
        </p:sp>
        <p:sp>
          <p:nvSpPr>
            <p:cNvPr id="12" name="Freeform: Shape 46">
              <a:extLst>
                <a:ext uri="{FF2B5EF4-FFF2-40B4-BE49-F238E27FC236}">
                  <a16:creationId xmlns:a16="http://schemas.microsoft.com/office/drawing/2014/main" id="{FB344CD5-C2AD-FDF4-EBE6-2D5B2681F802}"/>
                </a:ext>
              </a:extLst>
            </p:cNvPr>
            <p:cNvSpPr/>
            <p:nvPr/>
          </p:nvSpPr>
          <p:spPr>
            <a:xfrm rot="16200000">
              <a:off x="670824" y="926325"/>
              <a:ext cx="288131" cy="288131"/>
            </a:xfrm>
            <a:custGeom>
              <a:avLst/>
              <a:gdLst>
                <a:gd name="connsiteX0" fmla="*/ 0 w 288131"/>
                <a:gd name="connsiteY0" fmla="*/ 0 h 288131"/>
                <a:gd name="connsiteX1" fmla="*/ 288131 w 288131"/>
                <a:gd name="connsiteY1" fmla="*/ 0 h 288131"/>
                <a:gd name="connsiteX2" fmla="*/ 288131 w 288131"/>
                <a:gd name="connsiteY2" fmla="*/ 144066 h 288131"/>
                <a:gd name="connsiteX3" fmla="*/ 144066 w 288131"/>
                <a:gd name="connsiteY3" fmla="*/ 288131 h 288131"/>
                <a:gd name="connsiteX4" fmla="*/ 144066 w 288131"/>
                <a:gd name="connsiteY4" fmla="*/ 288131 h 288131"/>
                <a:gd name="connsiteX5" fmla="*/ 0 w 288131"/>
                <a:gd name="connsiteY5" fmla="*/ 144066 h 288131"/>
                <a:gd name="connsiteX6" fmla="*/ 0 w 288131"/>
                <a:gd name="connsiteY6" fmla="*/ 0 h 288131"/>
                <a:gd name="connsiteX7" fmla="*/ 0 w 288131"/>
                <a:gd name="connsiteY7" fmla="*/ 0 h 288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8131" h="288131">
                  <a:moveTo>
                    <a:pt x="0" y="0"/>
                  </a:moveTo>
                  <a:lnTo>
                    <a:pt x="288131" y="0"/>
                  </a:lnTo>
                  <a:lnTo>
                    <a:pt x="288131" y="144066"/>
                  </a:lnTo>
                  <a:cubicBezTo>
                    <a:pt x="288131" y="223572"/>
                    <a:pt x="223572" y="288131"/>
                    <a:pt x="144066" y="288131"/>
                  </a:cubicBezTo>
                  <a:lnTo>
                    <a:pt x="144066" y="288131"/>
                  </a:lnTo>
                  <a:cubicBezTo>
                    <a:pt x="64559" y="288131"/>
                    <a:pt x="0" y="223572"/>
                    <a:pt x="0" y="144066"/>
                  </a:cubicBezTo>
                  <a:lnTo>
                    <a:pt x="0" y="0"/>
                  </a:lnTo>
                  <a:lnTo>
                    <a:pt x="0" y="0"/>
                  </a:lnTo>
                  <a:close/>
                </a:path>
              </a:pathLst>
            </a:custGeom>
            <a:solidFill>
              <a:schemeClr val="accent2"/>
            </a:solidFill>
            <a:ln w="0" cap="flat">
              <a:noFill/>
              <a:prstDash val="solid"/>
              <a:miter/>
            </a:ln>
          </p:spPr>
          <p:txBody>
            <a:bodyPr rtlCol="0" anchor="ctr"/>
            <a:lstStyle/>
            <a:p>
              <a:pPr defTabSz="1828800">
                <a:defRPr/>
              </a:pPr>
              <a:endParaRPr lang="en-GB" sz="1800">
                <a:solidFill>
                  <a:srgbClr val="000000"/>
                </a:solidFill>
                <a:latin typeface="Anova Light"/>
              </a:endParaRPr>
            </a:p>
          </p:txBody>
        </p:sp>
        <p:sp>
          <p:nvSpPr>
            <p:cNvPr id="13" name="Freeform: Shape 47">
              <a:extLst>
                <a:ext uri="{FF2B5EF4-FFF2-40B4-BE49-F238E27FC236}">
                  <a16:creationId xmlns:a16="http://schemas.microsoft.com/office/drawing/2014/main" id="{DCB19D16-078E-CABA-4B71-EC04B836E2E1}"/>
                </a:ext>
              </a:extLst>
            </p:cNvPr>
            <p:cNvSpPr/>
            <p:nvPr/>
          </p:nvSpPr>
          <p:spPr>
            <a:xfrm>
              <a:off x="670824" y="1214456"/>
              <a:ext cx="288131" cy="288131"/>
            </a:xfrm>
            <a:custGeom>
              <a:avLst/>
              <a:gdLst>
                <a:gd name="connsiteX0" fmla="*/ 0 w 288131"/>
                <a:gd name="connsiteY0" fmla="*/ 0 h 288131"/>
                <a:gd name="connsiteX1" fmla="*/ 288131 w 288131"/>
                <a:gd name="connsiteY1" fmla="*/ 0 h 288131"/>
                <a:gd name="connsiteX2" fmla="*/ 288131 w 288131"/>
                <a:gd name="connsiteY2" fmla="*/ 288131 h 288131"/>
                <a:gd name="connsiteX3" fmla="*/ 288131 w 288131"/>
                <a:gd name="connsiteY3" fmla="*/ 288131 h 288131"/>
                <a:gd name="connsiteX4" fmla="*/ 0 w 288131"/>
                <a:gd name="connsiteY4" fmla="*/ 0 h 288131"/>
                <a:gd name="connsiteX5" fmla="*/ 0 w 288131"/>
                <a:gd name="connsiteY5" fmla="*/ 0 h 288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8131" h="288131">
                  <a:moveTo>
                    <a:pt x="0" y="0"/>
                  </a:moveTo>
                  <a:lnTo>
                    <a:pt x="288131" y="0"/>
                  </a:lnTo>
                  <a:lnTo>
                    <a:pt x="288131" y="288131"/>
                  </a:lnTo>
                  <a:lnTo>
                    <a:pt x="288131" y="288131"/>
                  </a:lnTo>
                  <a:cubicBezTo>
                    <a:pt x="129119" y="288131"/>
                    <a:pt x="0" y="159012"/>
                    <a:pt x="0" y="0"/>
                  </a:cubicBezTo>
                  <a:lnTo>
                    <a:pt x="0" y="0"/>
                  </a:lnTo>
                  <a:close/>
                </a:path>
              </a:pathLst>
            </a:custGeom>
            <a:solidFill>
              <a:schemeClr val="accent1"/>
            </a:solidFill>
            <a:ln w="0" cap="flat">
              <a:noFill/>
              <a:prstDash val="solid"/>
              <a:miter/>
            </a:ln>
          </p:spPr>
          <p:txBody>
            <a:bodyPr rtlCol="0" anchor="ctr"/>
            <a:lstStyle/>
            <a:p>
              <a:pPr defTabSz="1828800">
                <a:defRPr/>
              </a:pPr>
              <a:endParaRPr lang="en-GB" sz="1800">
                <a:solidFill>
                  <a:srgbClr val="000000"/>
                </a:solidFill>
                <a:latin typeface="Anova Light"/>
              </a:endParaRPr>
            </a:p>
          </p:txBody>
        </p:sp>
      </p:grpSp>
      <p:sp>
        <p:nvSpPr>
          <p:cNvPr id="14" name="Text Placeholder 16">
            <a:extLst>
              <a:ext uri="{FF2B5EF4-FFF2-40B4-BE49-F238E27FC236}">
                <a16:creationId xmlns:a16="http://schemas.microsoft.com/office/drawing/2014/main" id="{461E4E51-B582-2EA1-A3B2-FA8281CCEC4E}"/>
              </a:ext>
            </a:extLst>
          </p:cNvPr>
          <p:cNvSpPr>
            <a:spLocks noGrp="1"/>
          </p:cNvSpPr>
          <p:nvPr>
            <p:ph type="body" sz="quarter" idx="10" hasCustomPrompt="1"/>
          </p:nvPr>
        </p:nvSpPr>
        <p:spPr>
          <a:xfrm>
            <a:off x="5740400" y="2358334"/>
            <a:ext cx="10855325" cy="4265492"/>
          </a:xfrm>
        </p:spPr>
        <p:txBody>
          <a:bodyPr anchor="ctr">
            <a:normAutofit/>
          </a:bodyPr>
          <a:lstStyle>
            <a:lvl1pPr marL="0" indent="0">
              <a:lnSpc>
                <a:spcPct val="110000"/>
              </a:lnSpc>
              <a:spcBef>
                <a:spcPts val="0"/>
              </a:spcBef>
              <a:spcAft>
                <a:spcPts val="3000"/>
              </a:spcAft>
              <a:buNone/>
              <a:defRPr sz="3800">
                <a:solidFill>
                  <a:schemeClr val="tx2"/>
                </a:solidFill>
              </a:defRPr>
            </a:lvl1pPr>
            <a:lvl2pPr marL="365760" indent="0">
              <a:lnSpc>
                <a:spcPct val="110000"/>
              </a:lnSpc>
              <a:spcBef>
                <a:spcPts val="0"/>
              </a:spcBef>
              <a:spcAft>
                <a:spcPts val="3000"/>
              </a:spcAft>
              <a:buNone/>
              <a:defRPr sz="3800">
                <a:solidFill>
                  <a:schemeClr val="tx2"/>
                </a:solidFill>
              </a:defRPr>
            </a:lvl2pPr>
            <a:lvl3pPr marL="731520" indent="0">
              <a:lnSpc>
                <a:spcPct val="110000"/>
              </a:lnSpc>
              <a:spcBef>
                <a:spcPts val="0"/>
              </a:spcBef>
              <a:spcAft>
                <a:spcPts val="3000"/>
              </a:spcAft>
              <a:buNone/>
              <a:defRPr sz="3800">
                <a:solidFill>
                  <a:schemeClr val="tx2"/>
                </a:solidFill>
              </a:defRPr>
            </a:lvl3pPr>
            <a:lvl4pPr marL="2057400" indent="0">
              <a:lnSpc>
                <a:spcPct val="110000"/>
              </a:lnSpc>
              <a:spcBef>
                <a:spcPts val="0"/>
              </a:spcBef>
              <a:spcAft>
                <a:spcPts val="3000"/>
              </a:spcAft>
              <a:buNone/>
              <a:defRPr sz="3800">
                <a:solidFill>
                  <a:schemeClr val="tx2"/>
                </a:solidFill>
              </a:defRPr>
            </a:lvl4pPr>
            <a:lvl5pPr marL="2743200" indent="0">
              <a:lnSpc>
                <a:spcPct val="110000"/>
              </a:lnSpc>
              <a:spcBef>
                <a:spcPts val="0"/>
              </a:spcBef>
              <a:spcAft>
                <a:spcPts val="3000"/>
              </a:spcAft>
              <a:buNone/>
              <a:defRPr sz="3800">
                <a:solidFill>
                  <a:schemeClr val="tx2"/>
                </a:solidFill>
              </a:defRPr>
            </a:lvl5pPr>
          </a:lstStyle>
          <a:p>
            <a:pPr lvl="0"/>
            <a:r>
              <a:rPr lang="en-US"/>
              <a:t>Click to add quotation</a:t>
            </a:r>
          </a:p>
        </p:txBody>
      </p:sp>
      <p:cxnSp>
        <p:nvCxnSpPr>
          <p:cNvPr id="17" name="Straight Connector 16">
            <a:extLst>
              <a:ext uri="{FF2B5EF4-FFF2-40B4-BE49-F238E27FC236}">
                <a16:creationId xmlns:a16="http://schemas.microsoft.com/office/drawing/2014/main" id="{C9D804AD-C66B-6010-63C7-41FD8080EE7D}"/>
              </a:ext>
            </a:extLst>
          </p:cNvPr>
          <p:cNvCxnSpPr/>
          <p:nvPr userDrawn="1"/>
        </p:nvCxnSpPr>
        <p:spPr>
          <a:xfrm>
            <a:off x="5740400" y="7159083"/>
            <a:ext cx="10855325" cy="0"/>
          </a:xfrm>
          <a:prstGeom prst="line">
            <a:avLst/>
          </a:prstGeom>
          <a:ln w="25400">
            <a:tailEnd type="none"/>
          </a:ln>
        </p:spPr>
        <p:style>
          <a:lnRef idx="1">
            <a:schemeClr val="accent1"/>
          </a:lnRef>
          <a:fillRef idx="0">
            <a:schemeClr val="accent1"/>
          </a:fillRef>
          <a:effectRef idx="0">
            <a:schemeClr val="accent1"/>
          </a:effectRef>
          <a:fontRef idx="minor">
            <a:schemeClr val="tx1"/>
          </a:fontRef>
        </p:style>
      </p:cxnSp>
      <p:sp>
        <p:nvSpPr>
          <p:cNvPr id="18" name="Text Placeholder 18">
            <a:extLst>
              <a:ext uri="{FF2B5EF4-FFF2-40B4-BE49-F238E27FC236}">
                <a16:creationId xmlns:a16="http://schemas.microsoft.com/office/drawing/2014/main" id="{D4ADB635-DC0A-FEFD-5544-7569DC5C37AB}"/>
              </a:ext>
            </a:extLst>
          </p:cNvPr>
          <p:cNvSpPr>
            <a:spLocks noGrp="1"/>
          </p:cNvSpPr>
          <p:nvPr>
            <p:ph type="body" sz="quarter" idx="11" hasCustomPrompt="1"/>
          </p:nvPr>
        </p:nvSpPr>
        <p:spPr>
          <a:xfrm>
            <a:off x="5740400" y="7649913"/>
            <a:ext cx="10855325" cy="1216495"/>
          </a:xfrm>
        </p:spPr>
        <p:txBody>
          <a:bodyPr>
            <a:normAutofit/>
          </a:bodyPr>
          <a:lstStyle>
            <a:lvl1pPr marL="0" indent="0">
              <a:lnSpc>
                <a:spcPct val="114000"/>
              </a:lnSpc>
              <a:spcBef>
                <a:spcPts val="0"/>
              </a:spcBef>
              <a:spcAft>
                <a:spcPts val="0"/>
              </a:spcAft>
              <a:buFont typeface="Arial" panose="020B0604020202020204" pitchFamily="34" charset="0"/>
              <a:buNone/>
              <a:defRPr sz="2400" b="1">
                <a:solidFill>
                  <a:schemeClr val="accent5"/>
                </a:solidFill>
                <a:latin typeface="+mn-lt"/>
              </a:defRPr>
            </a:lvl1pPr>
            <a:lvl2pPr marL="365760" indent="0">
              <a:buNone/>
              <a:defRPr/>
            </a:lvl2pPr>
            <a:lvl3pPr marL="731520" indent="0">
              <a:buNone/>
              <a:defRPr/>
            </a:lvl3pPr>
            <a:lvl4pPr marL="2057400" indent="0">
              <a:buNone/>
              <a:defRPr/>
            </a:lvl4pPr>
            <a:lvl5pPr marL="2743200" indent="0">
              <a:buNone/>
              <a:defRPr/>
            </a:lvl5pPr>
          </a:lstStyle>
          <a:p>
            <a:pPr lvl="0"/>
            <a:r>
              <a:rPr lang="en-US"/>
              <a:t>Click to add quotation attribution</a:t>
            </a:r>
          </a:p>
        </p:txBody>
      </p:sp>
      <p:sp>
        <p:nvSpPr>
          <p:cNvPr id="20" name="Title Placeholder 1">
            <a:extLst>
              <a:ext uri="{FF2B5EF4-FFF2-40B4-BE49-F238E27FC236}">
                <a16:creationId xmlns:a16="http://schemas.microsoft.com/office/drawing/2014/main" id="{A453D2C1-873D-0D03-CCB7-BF3A321A6073}"/>
              </a:ext>
            </a:extLst>
          </p:cNvPr>
          <p:cNvSpPr txBox="1">
            <a:spLocks noGrp="1"/>
          </p:cNvSpPr>
          <p:nvPr>
            <p:ph type="title" idx="4294967295"/>
          </p:nvPr>
        </p:nvSpPr>
        <p:spPr>
          <a:xfrm>
            <a:off x="0" y="-1500020"/>
            <a:ext cx="18288000" cy="1216494"/>
          </a:xfrm>
          <a:prstGeom prst="rect">
            <a:avLst/>
          </a:prstGeom>
          <a:noFill/>
          <a:ln>
            <a:noFill/>
            <a:prstDash/>
          </a:ln>
          <a:effectLst/>
        </p:spPr>
        <p:txBody>
          <a:bodyPr rot="0" spcFirstLastPara="0" vertOverflow="overflow" horzOverflow="overflow" vert="horz" wrap="square" lIns="0" tIns="0" rIns="0" bIns="0" numCol="1" spcCol="0" rtlCol="0" fromWordArt="0" anchor="ctr" anchorCtr="0" forceAA="0" compatLnSpc="1">
            <a:prstTxWarp prst="textNoShape">
              <a:avLst/>
            </a:prstTxWarp>
            <a:normAutofit/>
          </a:bodyPr>
          <a:lstStyle>
            <a:lvl1pPr algn="l" defTabSz="1371600" rtl="0" eaLnBrk="1" latinLnBrk="0" hangingPunct="1">
              <a:lnSpc>
                <a:spcPct val="90000"/>
              </a:lnSpc>
              <a:spcBef>
                <a:spcPct val="0"/>
              </a:spcBef>
              <a:buNone/>
              <a:defRPr sz="6000" b="1" i="0" kern="1200">
                <a:solidFill>
                  <a:schemeClr val="accent5"/>
                </a:solidFill>
                <a:latin typeface="+mj-lt"/>
                <a:ea typeface="+mj-ea"/>
                <a:cs typeface="+mj-cs"/>
              </a:defRPr>
            </a:lvl1pPr>
          </a:lstStyle>
          <a:p>
            <a:pPr marL="0" marR="0" lvl="0" indent="0" algn="l" defTabSz="1371600" rtl="0" eaLnBrk="1" fontAlgn="auto" latinLnBrk="0" hangingPunct="1">
              <a:lnSpc>
                <a:spcPct val="90000"/>
              </a:lnSpc>
              <a:spcBef>
                <a:spcPct val="0"/>
              </a:spcBef>
              <a:spcAft>
                <a:spcPts val="0"/>
              </a:spcAft>
              <a:buClrTx/>
              <a:buSzTx/>
              <a:buFontTx/>
              <a:buNone/>
              <a:tabLst/>
              <a:defRPr/>
            </a:pPr>
            <a:r>
              <a:rPr kumimoji="0" lang="en-US" sz="5600" b="1" i="0" u="none" strike="noStrike" kern="1200" cap="none" spc="0" normalizeH="0" baseline="0" noProof="0">
                <a:ln>
                  <a:noFill/>
                </a:ln>
                <a:solidFill>
                  <a:schemeClr val="accent5"/>
                </a:solidFill>
                <a:effectLst/>
                <a:uLnTx/>
                <a:uFillTx/>
                <a:latin typeface="+mj-lt"/>
                <a:ea typeface="+mj-ea"/>
                <a:cs typeface="+mj-cs"/>
              </a:rPr>
              <a:t>Click to add slide title</a:t>
            </a:r>
          </a:p>
        </p:txBody>
      </p:sp>
    </p:spTree>
    <p:custDataLst>
      <p:tags r:id="rId1"/>
    </p:custDataLst>
    <p:extLst>
      <p:ext uri="{BB962C8B-B14F-4D97-AF65-F5344CB8AC3E}">
        <p14:creationId xmlns:p14="http://schemas.microsoft.com/office/powerpoint/2010/main" val="36207561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SAS - Bold Quotation">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4C093436-C8C7-6456-E531-54BE9359FAD6}"/>
              </a:ext>
            </a:extLst>
          </p:cNvPr>
          <p:cNvGrpSpPr/>
          <p:nvPr userDrawn="1"/>
        </p:nvGrpSpPr>
        <p:grpSpPr>
          <a:xfrm>
            <a:off x="0" y="0"/>
            <a:ext cx="6760882" cy="6612656"/>
            <a:chOff x="382693" y="926325"/>
            <a:chExt cx="576262" cy="576262"/>
          </a:xfrm>
        </p:grpSpPr>
        <p:sp>
          <p:nvSpPr>
            <p:cNvPr id="5" name="Freeform: Shape 44">
              <a:extLst>
                <a:ext uri="{FF2B5EF4-FFF2-40B4-BE49-F238E27FC236}">
                  <a16:creationId xmlns:a16="http://schemas.microsoft.com/office/drawing/2014/main" id="{CDF0D525-D10C-B922-5589-216EE7F74C74}"/>
                </a:ext>
              </a:extLst>
            </p:cNvPr>
            <p:cNvSpPr/>
            <p:nvPr/>
          </p:nvSpPr>
          <p:spPr>
            <a:xfrm rot="16200000">
              <a:off x="382693" y="926325"/>
              <a:ext cx="288131" cy="288131"/>
            </a:xfrm>
            <a:custGeom>
              <a:avLst/>
              <a:gdLst>
                <a:gd name="connsiteX0" fmla="*/ 0 w 288131"/>
                <a:gd name="connsiteY0" fmla="*/ 0 h 288131"/>
                <a:gd name="connsiteX1" fmla="*/ 288131 w 288131"/>
                <a:gd name="connsiteY1" fmla="*/ 0 h 288131"/>
                <a:gd name="connsiteX2" fmla="*/ 288131 w 288131"/>
                <a:gd name="connsiteY2" fmla="*/ 144066 h 288131"/>
                <a:gd name="connsiteX3" fmla="*/ 144066 w 288131"/>
                <a:gd name="connsiteY3" fmla="*/ 288131 h 288131"/>
                <a:gd name="connsiteX4" fmla="*/ 144066 w 288131"/>
                <a:gd name="connsiteY4" fmla="*/ 288131 h 288131"/>
                <a:gd name="connsiteX5" fmla="*/ 0 w 288131"/>
                <a:gd name="connsiteY5" fmla="*/ 144066 h 288131"/>
                <a:gd name="connsiteX6" fmla="*/ 0 w 288131"/>
                <a:gd name="connsiteY6" fmla="*/ 0 h 288131"/>
                <a:gd name="connsiteX7" fmla="*/ 0 w 288131"/>
                <a:gd name="connsiteY7" fmla="*/ 0 h 288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8131" h="288131">
                  <a:moveTo>
                    <a:pt x="0" y="0"/>
                  </a:moveTo>
                  <a:lnTo>
                    <a:pt x="288131" y="0"/>
                  </a:lnTo>
                  <a:lnTo>
                    <a:pt x="288131" y="144066"/>
                  </a:lnTo>
                  <a:cubicBezTo>
                    <a:pt x="288131" y="223572"/>
                    <a:pt x="223572" y="288131"/>
                    <a:pt x="144066" y="288131"/>
                  </a:cubicBezTo>
                  <a:lnTo>
                    <a:pt x="144066" y="288131"/>
                  </a:lnTo>
                  <a:cubicBezTo>
                    <a:pt x="64559" y="288131"/>
                    <a:pt x="0" y="223572"/>
                    <a:pt x="0" y="144066"/>
                  </a:cubicBezTo>
                  <a:lnTo>
                    <a:pt x="0" y="0"/>
                  </a:lnTo>
                  <a:lnTo>
                    <a:pt x="0" y="0"/>
                  </a:lnTo>
                  <a:close/>
                </a:path>
              </a:pathLst>
            </a:custGeom>
            <a:solidFill>
              <a:schemeClr val="accent1"/>
            </a:solidFill>
            <a:ln w="0" cap="flat">
              <a:noFill/>
              <a:prstDash val="solid"/>
              <a:miter/>
            </a:ln>
          </p:spPr>
          <p:txBody>
            <a:bodyPr rtlCol="0" anchor="ctr"/>
            <a:lstStyle/>
            <a:p>
              <a:pPr defTabSz="1828800">
                <a:defRPr/>
              </a:pPr>
              <a:endParaRPr lang="en-GB" sz="1800">
                <a:solidFill>
                  <a:srgbClr val="000000"/>
                </a:solidFill>
                <a:latin typeface="Anova Light"/>
              </a:endParaRPr>
            </a:p>
          </p:txBody>
        </p:sp>
        <p:sp>
          <p:nvSpPr>
            <p:cNvPr id="6" name="Freeform: Shape 45">
              <a:extLst>
                <a:ext uri="{FF2B5EF4-FFF2-40B4-BE49-F238E27FC236}">
                  <a16:creationId xmlns:a16="http://schemas.microsoft.com/office/drawing/2014/main" id="{0B02908A-2E43-76F9-1D9B-5E5283E196D1}"/>
                </a:ext>
              </a:extLst>
            </p:cNvPr>
            <p:cNvSpPr/>
            <p:nvPr/>
          </p:nvSpPr>
          <p:spPr>
            <a:xfrm>
              <a:off x="382693" y="1214456"/>
              <a:ext cx="288131" cy="288131"/>
            </a:xfrm>
            <a:custGeom>
              <a:avLst/>
              <a:gdLst>
                <a:gd name="connsiteX0" fmla="*/ 0 w 288131"/>
                <a:gd name="connsiteY0" fmla="*/ 0 h 288131"/>
                <a:gd name="connsiteX1" fmla="*/ 288131 w 288131"/>
                <a:gd name="connsiteY1" fmla="*/ 0 h 288131"/>
                <a:gd name="connsiteX2" fmla="*/ 288131 w 288131"/>
                <a:gd name="connsiteY2" fmla="*/ 288131 h 288131"/>
                <a:gd name="connsiteX3" fmla="*/ 288131 w 288131"/>
                <a:gd name="connsiteY3" fmla="*/ 288131 h 288131"/>
                <a:gd name="connsiteX4" fmla="*/ 0 w 288131"/>
                <a:gd name="connsiteY4" fmla="*/ 0 h 288131"/>
                <a:gd name="connsiteX5" fmla="*/ 0 w 288131"/>
                <a:gd name="connsiteY5" fmla="*/ 0 h 288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8131" h="288131">
                  <a:moveTo>
                    <a:pt x="0" y="0"/>
                  </a:moveTo>
                  <a:lnTo>
                    <a:pt x="288131" y="0"/>
                  </a:lnTo>
                  <a:lnTo>
                    <a:pt x="288131" y="288131"/>
                  </a:lnTo>
                  <a:lnTo>
                    <a:pt x="288131" y="288131"/>
                  </a:lnTo>
                  <a:cubicBezTo>
                    <a:pt x="129119" y="288131"/>
                    <a:pt x="0" y="159012"/>
                    <a:pt x="0" y="0"/>
                  </a:cubicBezTo>
                  <a:lnTo>
                    <a:pt x="0" y="0"/>
                  </a:lnTo>
                  <a:close/>
                </a:path>
              </a:pathLst>
            </a:custGeom>
            <a:solidFill>
              <a:schemeClr val="accent2"/>
            </a:solidFill>
            <a:ln w="0" cap="flat">
              <a:noFill/>
              <a:prstDash val="solid"/>
              <a:miter/>
            </a:ln>
          </p:spPr>
          <p:txBody>
            <a:bodyPr rtlCol="0" anchor="ctr"/>
            <a:lstStyle/>
            <a:p>
              <a:pPr defTabSz="1828800">
                <a:defRPr/>
              </a:pPr>
              <a:endParaRPr lang="en-GB" sz="1800">
                <a:solidFill>
                  <a:srgbClr val="000000"/>
                </a:solidFill>
                <a:latin typeface="Anova Light"/>
              </a:endParaRPr>
            </a:p>
          </p:txBody>
        </p:sp>
        <p:sp>
          <p:nvSpPr>
            <p:cNvPr id="7" name="Freeform: Shape 46">
              <a:extLst>
                <a:ext uri="{FF2B5EF4-FFF2-40B4-BE49-F238E27FC236}">
                  <a16:creationId xmlns:a16="http://schemas.microsoft.com/office/drawing/2014/main" id="{64557A46-C009-0729-5AE5-68C718483701}"/>
                </a:ext>
              </a:extLst>
            </p:cNvPr>
            <p:cNvSpPr/>
            <p:nvPr/>
          </p:nvSpPr>
          <p:spPr>
            <a:xfrm rot="16200000">
              <a:off x="670824" y="926325"/>
              <a:ext cx="288131" cy="288131"/>
            </a:xfrm>
            <a:custGeom>
              <a:avLst/>
              <a:gdLst>
                <a:gd name="connsiteX0" fmla="*/ 0 w 288131"/>
                <a:gd name="connsiteY0" fmla="*/ 0 h 288131"/>
                <a:gd name="connsiteX1" fmla="*/ 288131 w 288131"/>
                <a:gd name="connsiteY1" fmla="*/ 0 h 288131"/>
                <a:gd name="connsiteX2" fmla="*/ 288131 w 288131"/>
                <a:gd name="connsiteY2" fmla="*/ 144066 h 288131"/>
                <a:gd name="connsiteX3" fmla="*/ 144066 w 288131"/>
                <a:gd name="connsiteY3" fmla="*/ 288131 h 288131"/>
                <a:gd name="connsiteX4" fmla="*/ 144066 w 288131"/>
                <a:gd name="connsiteY4" fmla="*/ 288131 h 288131"/>
                <a:gd name="connsiteX5" fmla="*/ 0 w 288131"/>
                <a:gd name="connsiteY5" fmla="*/ 144066 h 288131"/>
                <a:gd name="connsiteX6" fmla="*/ 0 w 288131"/>
                <a:gd name="connsiteY6" fmla="*/ 0 h 288131"/>
                <a:gd name="connsiteX7" fmla="*/ 0 w 288131"/>
                <a:gd name="connsiteY7" fmla="*/ 0 h 288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8131" h="288131">
                  <a:moveTo>
                    <a:pt x="0" y="0"/>
                  </a:moveTo>
                  <a:lnTo>
                    <a:pt x="288131" y="0"/>
                  </a:lnTo>
                  <a:lnTo>
                    <a:pt x="288131" y="144066"/>
                  </a:lnTo>
                  <a:cubicBezTo>
                    <a:pt x="288131" y="223572"/>
                    <a:pt x="223572" y="288131"/>
                    <a:pt x="144066" y="288131"/>
                  </a:cubicBezTo>
                  <a:lnTo>
                    <a:pt x="144066" y="288131"/>
                  </a:lnTo>
                  <a:cubicBezTo>
                    <a:pt x="64559" y="288131"/>
                    <a:pt x="0" y="223572"/>
                    <a:pt x="0" y="144066"/>
                  </a:cubicBezTo>
                  <a:lnTo>
                    <a:pt x="0" y="0"/>
                  </a:lnTo>
                  <a:lnTo>
                    <a:pt x="0" y="0"/>
                  </a:lnTo>
                  <a:close/>
                </a:path>
              </a:pathLst>
            </a:custGeom>
            <a:solidFill>
              <a:schemeClr val="accent2"/>
            </a:solidFill>
            <a:ln w="0" cap="flat">
              <a:noFill/>
              <a:prstDash val="solid"/>
              <a:miter/>
            </a:ln>
          </p:spPr>
          <p:txBody>
            <a:bodyPr rtlCol="0" anchor="ctr"/>
            <a:lstStyle/>
            <a:p>
              <a:pPr defTabSz="1828800">
                <a:defRPr/>
              </a:pPr>
              <a:endParaRPr lang="en-GB" sz="1800">
                <a:solidFill>
                  <a:srgbClr val="000000"/>
                </a:solidFill>
                <a:latin typeface="Anova Light"/>
              </a:endParaRPr>
            </a:p>
          </p:txBody>
        </p:sp>
        <p:sp>
          <p:nvSpPr>
            <p:cNvPr id="8" name="Freeform: Shape 47">
              <a:extLst>
                <a:ext uri="{FF2B5EF4-FFF2-40B4-BE49-F238E27FC236}">
                  <a16:creationId xmlns:a16="http://schemas.microsoft.com/office/drawing/2014/main" id="{82EF6CD2-6CD1-369A-30E6-0AF99A171181}"/>
                </a:ext>
              </a:extLst>
            </p:cNvPr>
            <p:cNvSpPr/>
            <p:nvPr/>
          </p:nvSpPr>
          <p:spPr>
            <a:xfrm>
              <a:off x="670824" y="1214456"/>
              <a:ext cx="288131" cy="288131"/>
            </a:xfrm>
            <a:custGeom>
              <a:avLst/>
              <a:gdLst>
                <a:gd name="connsiteX0" fmla="*/ 0 w 288131"/>
                <a:gd name="connsiteY0" fmla="*/ 0 h 288131"/>
                <a:gd name="connsiteX1" fmla="*/ 288131 w 288131"/>
                <a:gd name="connsiteY1" fmla="*/ 0 h 288131"/>
                <a:gd name="connsiteX2" fmla="*/ 288131 w 288131"/>
                <a:gd name="connsiteY2" fmla="*/ 288131 h 288131"/>
                <a:gd name="connsiteX3" fmla="*/ 288131 w 288131"/>
                <a:gd name="connsiteY3" fmla="*/ 288131 h 288131"/>
                <a:gd name="connsiteX4" fmla="*/ 0 w 288131"/>
                <a:gd name="connsiteY4" fmla="*/ 0 h 288131"/>
                <a:gd name="connsiteX5" fmla="*/ 0 w 288131"/>
                <a:gd name="connsiteY5" fmla="*/ 0 h 288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8131" h="288131">
                  <a:moveTo>
                    <a:pt x="0" y="0"/>
                  </a:moveTo>
                  <a:lnTo>
                    <a:pt x="288131" y="0"/>
                  </a:lnTo>
                  <a:lnTo>
                    <a:pt x="288131" y="288131"/>
                  </a:lnTo>
                  <a:lnTo>
                    <a:pt x="288131" y="288131"/>
                  </a:lnTo>
                  <a:cubicBezTo>
                    <a:pt x="129119" y="288131"/>
                    <a:pt x="0" y="159012"/>
                    <a:pt x="0" y="0"/>
                  </a:cubicBezTo>
                  <a:lnTo>
                    <a:pt x="0" y="0"/>
                  </a:lnTo>
                  <a:close/>
                </a:path>
              </a:pathLst>
            </a:custGeom>
            <a:solidFill>
              <a:schemeClr val="accent1"/>
            </a:solidFill>
            <a:ln w="0" cap="flat">
              <a:noFill/>
              <a:prstDash val="solid"/>
              <a:miter/>
            </a:ln>
          </p:spPr>
          <p:txBody>
            <a:bodyPr rtlCol="0" anchor="ctr"/>
            <a:lstStyle/>
            <a:p>
              <a:pPr defTabSz="1828800">
                <a:defRPr/>
              </a:pPr>
              <a:endParaRPr lang="en-GB" sz="1800">
                <a:solidFill>
                  <a:srgbClr val="000000"/>
                </a:solidFill>
                <a:latin typeface="Anova Light"/>
              </a:endParaRPr>
            </a:p>
          </p:txBody>
        </p:sp>
      </p:grpSp>
      <p:sp>
        <p:nvSpPr>
          <p:cNvPr id="9" name="Title Placeholder 1">
            <a:extLst>
              <a:ext uri="{FF2B5EF4-FFF2-40B4-BE49-F238E27FC236}">
                <a16:creationId xmlns:a16="http://schemas.microsoft.com/office/drawing/2014/main" id="{B7409D5B-3CB0-0F44-78BF-EA3EA50EAFA4}"/>
              </a:ext>
            </a:extLst>
          </p:cNvPr>
          <p:cNvSpPr txBox="1">
            <a:spLocks noGrp="1"/>
          </p:cNvSpPr>
          <p:nvPr>
            <p:ph type="title" idx="4294967295"/>
          </p:nvPr>
        </p:nvSpPr>
        <p:spPr>
          <a:xfrm>
            <a:off x="0" y="-1500020"/>
            <a:ext cx="18288000" cy="1216494"/>
          </a:xfrm>
          <a:prstGeom prst="rect">
            <a:avLst/>
          </a:prstGeom>
          <a:noFill/>
          <a:ln>
            <a:noFill/>
            <a:prstDash/>
          </a:ln>
          <a:effectLst/>
        </p:spPr>
        <p:txBody>
          <a:bodyPr rot="0" spcFirstLastPara="0" vertOverflow="overflow" horzOverflow="overflow" vert="horz" wrap="square" lIns="0" tIns="0" rIns="0" bIns="0" numCol="1" spcCol="0" rtlCol="0" fromWordArt="0" anchor="ctr" anchorCtr="0" forceAA="0" compatLnSpc="1">
            <a:prstTxWarp prst="textNoShape">
              <a:avLst/>
            </a:prstTxWarp>
            <a:normAutofit/>
          </a:bodyPr>
          <a:lstStyle>
            <a:lvl1pPr algn="l" defTabSz="1371600" rtl="0" eaLnBrk="1" latinLnBrk="0" hangingPunct="1">
              <a:lnSpc>
                <a:spcPct val="90000"/>
              </a:lnSpc>
              <a:spcBef>
                <a:spcPct val="0"/>
              </a:spcBef>
              <a:buNone/>
              <a:defRPr sz="6000" b="1" i="0" kern="1200">
                <a:solidFill>
                  <a:schemeClr val="accent5"/>
                </a:solidFill>
                <a:latin typeface="+mj-lt"/>
                <a:ea typeface="+mj-ea"/>
                <a:cs typeface="+mj-cs"/>
              </a:defRPr>
            </a:lvl1pPr>
          </a:lstStyle>
          <a:p>
            <a:pPr marL="0" marR="0" lvl="0" indent="0" algn="l" defTabSz="1371600" rtl="0" eaLnBrk="1" fontAlgn="auto" latinLnBrk="0" hangingPunct="1">
              <a:lnSpc>
                <a:spcPct val="90000"/>
              </a:lnSpc>
              <a:spcBef>
                <a:spcPct val="0"/>
              </a:spcBef>
              <a:spcAft>
                <a:spcPts val="0"/>
              </a:spcAft>
              <a:buClrTx/>
              <a:buSzTx/>
              <a:buFontTx/>
              <a:buNone/>
              <a:tabLst/>
              <a:defRPr/>
            </a:pPr>
            <a:r>
              <a:rPr kumimoji="0" lang="en-US" sz="5600" b="1" i="0" u="none" strike="noStrike" kern="1200" cap="none" spc="0" normalizeH="0" baseline="0" noProof="0">
                <a:ln>
                  <a:noFill/>
                </a:ln>
                <a:solidFill>
                  <a:schemeClr val="accent5"/>
                </a:solidFill>
                <a:effectLst/>
                <a:uLnTx/>
                <a:uFillTx/>
                <a:latin typeface="+mj-lt"/>
                <a:ea typeface="+mj-ea"/>
                <a:cs typeface="+mj-cs"/>
              </a:rPr>
              <a:t>Click to add slide title</a:t>
            </a:r>
          </a:p>
        </p:txBody>
      </p:sp>
      <p:sp>
        <p:nvSpPr>
          <p:cNvPr id="10" name="Text Placeholder 16">
            <a:extLst>
              <a:ext uri="{FF2B5EF4-FFF2-40B4-BE49-F238E27FC236}">
                <a16:creationId xmlns:a16="http://schemas.microsoft.com/office/drawing/2014/main" id="{0073D032-EF87-0904-0209-814E416C03C3}"/>
              </a:ext>
            </a:extLst>
          </p:cNvPr>
          <p:cNvSpPr>
            <a:spLocks noGrp="1"/>
          </p:cNvSpPr>
          <p:nvPr>
            <p:ph type="body" sz="quarter" idx="10" hasCustomPrompt="1"/>
          </p:nvPr>
        </p:nvSpPr>
        <p:spPr>
          <a:xfrm>
            <a:off x="8608742" y="2347164"/>
            <a:ext cx="8276915" cy="4265492"/>
          </a:xfrm>
        </p:spPr>
        <p:txBody>
          <a:bodyPr anchor="ctr">
            <a:normAutofit/>
          </a:bodyPr>
          <a:lstStyle>
            <a:lvl1pPr marL="0" indent="0">
              <a:lnSpc>
                <a:spcPct val="110000"/>
              </a:lnSpc>
              <a:spcBef>
                <a:spcPts val="0"/>
              </a:spcBef>
              <a:spcAft>
                <a:spcPts val="3000"/>
              </a:spcAft>
              <a:buNone/>
              <a:defRPr sz="3600">
                <a:solidFill>
                  <a:schemeClr val="tx2"/>
                </a:solidFill>
              </a:defRPr>
            </a:lvl1pPr>
            <a:lvl2pPr marL="365760" indent="0">
              <a:lnSpc>
                <a:spcPct val="110000"/>
              </a:lnSpc>
              <a:spcBef>
                <a:spcPts val="0"/>
              </a:spcBef>
              <a:spcAft>
                <a:spcPts val="3000"/>
              </a:spcAft>
              <a:buNone/>
              <a:defRPr sz="3800">
                <a:solidFill>
                  <a:schemeClr val="tx2"/>
                </a:solidFill>
              </a:defRPr>
            </a:lvl2pPr>
            <a:lvl3pPr marL="731520" indent="0">
              <a:lnSpc>
                <a:spcPct val="110000"/>
              </a:lnSpc>
              <a:spcBef>
                <a:spcPts val="0"/>
              </a:spcBef>
              <a:spcAft>
                <a:spcPts val="3000"/>
              </a:spcAft>
              <a:buNone/>
              <a:defRPr sz="3800">
                <a:solidFill>
                  <a:schemeClr val="tx2"/>
                </a:solidFill>
              </a:defRPr>
            </a:lvl3pPr>
            <a:lvl4pPr marL="2057400" indent="0">
              <a:lnSpc>
                <a:spcPct val="110000"/>
              </a:lnSpc>
              <a:spcBef>
                <a:spcPts val="0"/>
              </a:spcBef>
              <a:spcAft>
                <a:spcPts val="3000"/>
              </a:spcAft>
              <a:buNone/>
              <a:defRPr sz="3800">
                <a:solidFill>
                  <a:schemeClr val="tx2"/>
                </a:solidFill>
              </a:defRPr>
            </a:lvl4pPr>
            <a:lvl5pPr marL="2743200" indent="0">
              <a:lnSpc>
                <a:spcPct val="110000"/>
              </a:lnSpc>
              <a:spcBef>
                <a:spcPts val="0"/>
              </a:spcBef>
              <a:spcAft>
                <a:spcPts val="3000"/>
              </a:spcAft>
              <a:buNone/>
              <a:defRPr sz="3800">
                <a:solidFill>
                  <a:schemeClr val="tx2"/>
                </a:solidFill>
              </a:defRPr>
            </a:lvl5pPr>
          </a:lstStyle>
          <a:p>
            <a:pPr lvl="0"/>
            <a:r>
              <a:rPr lang="en-US"/>
              <a:t>Click to add quotation</a:t>
            </a:r>
          </a:p>
        </p:txBody>
      </p:sp>
      <p:sp>
        <p:nvSpPr>
          <p:cNvPr id="11" name="Text Placeholder 18">
            <a:extLst>
              <a:ext uri="{FF2B5EF4-FFF2-40B4-BE49-F238E27FC236}">
                <a16:creationId xmlns:a16="http://schemas.microsoft.com/office/drawing/2014/main" id="{E7DF7032-2642-CC4B-116C-EED90DD207C9}"/>
              </a:ext>
            </a:extLst>
          </p:cNvPr>
          <p:cNvSpPr>
            <a:spLocks noGrp="1"/>
          </p:cNvSpPr>
          <p:nvPr>
            <p:ph type="body" sz="quarter" idx="11" hasCustomPrompt="1"/>
          </p:nvPr>
        </p:nvSpPr>
        <p:spPr>
          <a:xfrm>
            <a:off x="8608742" y="7649913"/>
            <a:ext cx="8276915" cy="1216495"/>
          </a:xfrm>
        </p:spPr>
        <p:txBody>
          <a:bodyPr>
            <a:normAutofit/>
          </a:bodyPr>
          <a:lstStyle>
            <a:lvl1pPr marL="0" indent="0">
              <a:lnSpc>
                <a:spcPct val="120000"/>
              </a:lnSpc>
              <a:spcBef>
                <a:spcPts val="0"/>
              </a:spcBef>
              <a:spcAft>
                <a:spcPts val="0"/>
              </a:spcAft>
              <a:buFont typeface="Arial" panose="020B0604020202020204" pitchFamily="34" charset="0"/>
              <a:buNone/>
              <a:defRPr sz="2400" b="1">
                <a:solidFill>
                  <a:schemeClr val="accent5"/>
                </a:solidFill>
                <a:latin typeface="+mn-lt"/>
              </a:defRPr>
            </a:lvl1pPr>
            <a:lvl2pPr marL="365760" indent="0">
              <a:buNone/>
              <a:defRPr/>
            </a:lvl2pPr>
            <a:lvl3pPr marL="731520" indent="0">
              <a:buNone/>
              <a:defRPr/>
            </a:lvl3pPr>
            <a:lvl4pPr marL="2057400" indent="0">
              <a:buNone/>
              <a:defRPr/>
            </a:lvl4pPr>
            <a:lvl5pPr marL="2743200" indent="0">
              <a:buNone/>
              <a:defRPr/>
            </a:lvl5pPr>
          </a:lstStyle>
          <a:p>
            <a:pPr lvl="0"/>
            <a:r>
              <a:rPr lang="en-US"/>
              <a:t>Click to add quotation attribution</a:t>
            </a:r>
          </a:p>
        </p:txBody>
      </p:sp>
      <p:cxnSp>
        <p:nvCxnSpPr>
          <p:cNvPr id="12" name="Straight Connector 11">
            <a:extLst>
              <a:ext uri="{FF2B5EF4-FFF2-40B4-BE49-F238E27FC236}">
                <a16:creationId xmlns:a16="http://schemas.microsoft.com/office/drawing/2014/main" id="{18873B32-37D5-3289-9432-77EF30C60CF5}"/>
              </a:ext>
            </a:extLst>
          </p:cNvPr>
          <p:cNvCxnSpPr>
            <a:cxnSpLocks/>
          </p:cNvCxnSpPr>
          <p:nvPr userDrawn="1"/>
        </p:nvCxnSpPr>
        <p:spPr>
          <a:xfrm>
            <a:off x="8608742" y="7147913"/>
            <a:ext cx="8276915" cy="0"/>
          </a:xfrm>
          <a:prstGeom prst="line">
            <a:avLst/>
          </a:prstGeom>
          <a:ln w="25400">
            <a:tailEnd type="none"/>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28166377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SAS - Complex Quotation">
    <p:spTree>
      <p:nvGrpSpPr>
        <p:cNvPr id="1" name=""/>
        <p:cNvGrpSpPr/>
        <p:nvPr/>
      </p:nvGrpSpPr>
      <p:grpSpPr>
        <a:xfrm>
          <a:off x="0" y="0"/>
          <a:ext cx="0" cy="0"/>
          <a:chOff x="0" y="0"/>
          <a:chExt cx="0" cy="0"/>
        </a:xfrm>
      </p:grpSpPr>
      <p:sp>
        <p:nvSpPr>
          <p:cNvPr id="2" name="Rectangle: Top Corners Rounded 118">
            <a:extLst>
              <a:ext uri="{FF2B5EF4-FFF2-40B4-BE49-F238E27FC236}">
                <a16:creationId xmlns:a16="http://schemas.microsoft.com/office/drawing/2014/main" id="{8D56E71C-4F3F-1F8F-1DF0-BB6A8654FF09}"/>
              </a:ext>
            </a:extLst>
          </p:cNvPr>
          <p:cNvSpPr/>
          <p:nvPr userDrawn="1"/>
        </p:nvSpPr>
        <p:spPr>
          <a:xfrm rot="5400000">
            <a:off x="8163057" y="-411298"/>
            <a:ext cx="7108828" cy="11109596"/>
          </a:xfrm>
          <a:prstGeom prst="round2SameRect">
            <a:avLst>
              <a:gd name="adj1" fmla="val 4595"/>
              <a:gd name="adj2" fmla="val 3915"/>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828800">
              <a:defRPr/>
            </a:pPr>
            <a:endParaRPr lang="en-US" sz="2400">
              <a:solidFill>
                <a:srgbClr val="FFFFFF"/>
              </a:solidFill>
              <a:latin typeface="Anova Light"/>
            </a:endParaRPr>
          </a:p>
        </p:txBody>
      </p:sp>
      <p:grpSp>
        <p:nvGrpSpPr>
          <p:cNvPr id="6" name="Group 5">
            <a:extLst>
              <a:ext uri="{FF2B5EF4-FFF2-40B4-BE49-F238E27FC236}">
                <a16:creationId xmlns:a16="http://schemas.microsoft.com/office/drawing/2014/main" id="{9EF8AA52-3E2F-7442-7A86-1B2AA9A12D3B}"/>
              </a:ext>
            </a:extLst>
          </p:cNvPr>
          <p:cNvGrpSpPr/>
          <p:nvPr userDrawn="1"/>
        </p:nvGrpSpPr>
        <p:grpSpPr>
          <a:xfrm>
            <a:off x="6699250" y="2132644"/>
            <a:ext cx="560938" cy="548640"/>
            <a:chOff x="382693" y="926325"/>
            <a:chExt cx="576262" cy="576262"/>
          </a:xfrm>
        </p:grpSpPr>
        <p:sp>
          <p:nvSpPr>
            <p:cNvPr id="7" name="Freeform: Shape 44">
              <a:extLst>
                <a:ext uri="{FF2B5EF4-FFF2-40B4-BE49-F238E27FC236}">
                  <a16:creationId xmlns:a16="http://schemas.microsoft.com/office/drawing/2014/main" id="{A7600625-FC3D-03B3-7405-5CD4EBE43396}"/>
                </a:ext>
              </a:extLst>
            </p:cNvPr>
            <p:cNvSpPr/>
            <p:nvPr/>
          </p:nvSpPr>
          <p:spPr>
            <a:xfrm rot="16200000">
              <a:off x="382693" y="926325"/>
              <a:ext cx="288131" cy="288131"/>
            </a:xfrm>
            <a:custGeom>
              <a:avLst/>
              <a:gdLst>
                <a:gd name="connsiteX0" fmla="*/ 0 w 288131"/>
                <a:gd name="connsiteY0" fmla="*/ 0 h 288131"/>
                <a:gd name="connsiteX1" fmla="*/ 288131 w 288131"/>
                <a:gd name="connsiteY1" fmla="*/ 0 h 288131"/>
                <a:gd name="connsiteX2" fmla="*/ 288131 w 288131"/>
                <a:gd name="connsiteY2" fmla="*/ 144066 h 288131"/>
                <a:gd name="connsiteX3" fmla="*/ 144066 w 288131"/>
                <a:gd name="connsiteY3" fmla="*/ 288131 h 288131"/>
                <a:gd name="connsiteX4" fmla="*/ 144066 w 288131"/>
                <a:gd name="connsiteY4" fmla="*/ 288131 h 288131"/>
                <a:gd name="connsiteX5" fmla="*/ 0 w 288131"/>
                <a:gd name="connsiteY5" fmla="*/ 144066 h 288131"/>
                <a:gd name="connsiteX6" fmla="*/ 0 w 288131"/>
                <a:gd name="connsiteY6" fmla="*/ 0 h 288131"/>
                <a:gd name="connsiteX7" fmla="*/ 0 w 288131"/>
                <a:gd name="connsiteY7" fmla="*/ 0 h 288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8131" h="288131">
                  <a:moveTo>
                    <a:pt x="0" y="0"/>
                  </a:moveTo>
                  <a:lnTo>
                    <a:pt x="288131" y="0"/>
                  </a:lnTo>
                  <a:lnTo>
                    <a:pt x="288131" y="144066"/>
                  </a:lnTo>
                  <a:cubicBezTo>
                    <a:pt x="288131" y="223572"/>
                    <a:pt x="223572" y="288131"/>
                    <a:pt x="144066" y="288131"/>
                  </a:cubicBezTo>
                  <a:lnTo>
                    <a:pt x="144066" y="288131"/>
                  </a:lnTo>
                  <a:cubicBezTo>
                    <a:pt x="64559" y="288131"/>
                    <a:pt x="0" y="223572"/>
                    <a:pt x="0" y="144066"/>
                  </a:cubicBezTo>
                  <a:lnTo>
                    <a:pt x="0" y="0"/>
                  </a:lnTo>
                  <a:lnTo>
                    <a:pt x="0" y="0"/>
                  </a:lnTo>
                  <a:close/>
                </a:path>
              </a:pathLst>
            </a:custGeom>
            <a:solidFill>
              <a:schemeClr val="accent1"/>
            </a:solidFill>
            <a:ln w="0" cap="flat">
              <a:noFill/>
              <a:prstDash val="solid"/>
              <a:miter/>
            </a:ln>
          </p:spPr>
          <p:txBody>
            <a:bodyPr rtlCol="0" anchor="ctr"/>
            <a:lstStyle/>
            <a:p>
              <a:pPr defTabSz="1828800">
                <a:defRPr/>
              </a:pPr>
              <a:endParaRPr lang="en-GB" sz="1800">
                <a:solidFill>
                  <a:srgbClr val="000000"/>
                </a:solidFill>
                <a:latin typeface="Anova Light"/>
              </a:endParaRPr>
            </a:p>
          </p:txBody>
        </p:sp>
        <p:sp>
          <p:nvSpPr>
            <p:cNvPr id="8" name="Freeform: Shape 45">
              <a:extLst>
                <a:ext uri="{FF2B5EF4-FFF2-40B4-BE49-F238E27FC236}">
                  <a16:creationId xmlns:a16="http://schemas.microsoft.com/office/drawing/2014/main" id="{7B81F2FD-5D39-ABBE-8A87-8A8581990458}"/>
                </a:ext>
              </a:extLst>
            </p:cNvPr>
            <p:cNvSpPr/>
            <p:nvPr/>
          </p:nvSpPr>
          <p:spPr>
            <a:xfrm>
              <a:off x="382693" y="1214456"/>
              <a:ext cx="288131" cy="288131"/>
            </a:xfrm>
            <a:custGeom>
              <a:avLst/>
              <a:gdLst>
                <a:gd name="connsiteX0" fmla="*/ 0 w 288131"/>
                <a:gd name="connsiteY0" fmla="*/ 0 h 288131"/>
                <a:gd name="connsiteX1" fmla="*/ 288131 w 288131"/>
                <a:gd name="connsiteY1" fmla="*/ 0 h 288131"/>
                <a:gd name="connsiteX2" fmla="*/ 288131 w 288131"/>
                <a:gd name="connsiteY2" fmla="*/ 288131 h 288131"/>
                <a:gd name="connsiteX3" fmla="*/ 288131 w 288131"/>
                <a:gd name="connsiteY3" fmla="*/ 288131 h 288131"/>
                <a:gd name="connsiteX4" fmla="*/ 0 w 288131"/>
                <a:gd name="connsiteY4" fmla="*/ 0 h 288131"/>
                <a:gd name="connsiteX5" fmla="*/ 0 w 288131"/>
                <a:gd name="connsiteY5" fmla="*/ 0 h 288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8131" h="288131">
                  <a:moveTo>
                    <a:pt x="0" y="0"/>
                  </a:moveTo>
                  <a:lnTo>
                    <a:pt x="288131" y="0"/>
                  </a:lnTo>
                  <a:lnTo>
                    <a:pt x="288131" y="288131"/>
                  </a:lnTo>
                  <a:lnTo>
                    <a:pt x="288131" y="288131"/>
                  </a:lnTo>
                  <a:cubicBezTo>
                    <a:pt x="129119" y="288131"/>
                    <a:pt x="0" y="159012"/>
                    <a:pt x="0" y="0"/>
                  </a:cubicBezTo>
                  <a:lnTo>
                    <a:pt x="0" y="0"/>
                  </a:lnTo>
                  <a:close/>
                </a:path>
              </a:pathLst>
            </a:custGeom>
            <a:solidFill>
              <a:schemeClr val="accent2"/>
            </a:solidFill>
            <a:ln w="0" cap="flat">
              <a:noFill/>
              <a:prstDash val="solid"/>
              <a:miter/>
            </a:ln>
          </p:spPr>
          <p:txBody>
            <a:bodyPr rtlCol="0" anchor="ctr"/>
            <a:lstStyle/>
            <a:p>
              <a:pPr defTabSz="1828800">
                <a:defRPr/>
              </a:pPr>
              <a:endParaRPr lang="en-GB" sz="1800">
                <a:solidFill>
                  <a:srgbClr val="000000"/>
                </a:solidFill>
                <a:latin typeface="Anova Light"/>
              </a:endParaRPr>
            </a:p>
          </p:txBody>
        </p:sp>
        <p:sp>
          <p:nvSpPr>
            <p:cNvPr id="9" name="Freeform: Shape 46">
              <a:extLst>
                <a:ext uri="{FF2B5EF4-FFF2-40B4-BE49-F238E27FC236}">
                  <a16:creationId xmlns:a16="http://schemas.microsoft.com/office/drawing/2014/main" id="{5FCDB5D4-3DF1-E820-F1BD-AFA2109743F7}"/>
                </a:ext>
              </a:extLst>
            </p:cNvPr>
            <p:cNvSpPr/>
            <p:nvPr/>
          </p:nvSpPr>
          <p:spPr>
            <a:xfrm rot="16200000">
              <a:off x="670824" y="926325"/>
              <a:ext cx="288131" cy="288131"/>
            </a:xfrm>
            <a:custGeom>
              <a:avLst/>
              <a:gdLst>
                <a:gd name="connsiteX0" fmla="*/ 0 w 288131"/>
                <a:gd name="connsiteY0" fmla="*/ 0 h 288131"/>
                <a:gd name="connsiteX1" fmla="*/ 288131 w 288131"/>
                <a:gd name="connsiteY1" fmla="*/ 0 h 288131"/>
                <a:gd name="connsiteX2" fmla="*/ 288131 w 288131"/>
                <a:gd name="connsiteY2" fmla="*/ 144066 h 288131"/>
                <a:gd name="connsiteX3" fmla="*/ 144066 w 288131"/>
                <a:gd name="connsiteY3" fmla="*/ 288131 h 288131"/>
                <a:gd name="connsiteX4" fmla="*/ 144066 w 288131"/>
                <a:gd name="connsiteY4" fmla="*/ 288131 h 288131"/>
                <a:gd name="connsiteX5" fmla="*/ 0 w 288131"/>
                <a:gd name="connsiteY5" fmla="*/ 144066 h 288131"/>
                <a:gd name="connsiteX6" fmla="*/ 0 w 288131"/>
                <a:gd name="connsiteY6" fmla="*/ 0 h 288131"/>
                <a:gd name="connsiteX7" fmla="*/ 0 w 288131"/>
                <a:gd name="connsiteY7" fmla="*/ 0 h 288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8131" h="288131">
                  <a:moveTo>
                    <a:pt x="0" y="0"/>
                  </a:moveTo>
                  <a:lnTo>
                    <a:pt x="288131" y="0"/>
                  </a:lnTo>
                  <a:lnTo>
                    <a:pt x="288131" y="144066"/>
                  </a:lnTo>
                  <a:cubicBezTo>
                    <a:pt x="288131" y="223572"/>
                    <a:pt x="223572" y="288131"/>
                    <a:pt x="144066" y="288131"/>
                  </a:cubicBezTo>
                  <a:lnTo>
                    <a:pt x="144066" y="288131"/>
                  </a:lnTo>
                  <a:cubicBezTo>
                    <a:pt x="64559" y="288131"/>
                    <a:pt x="0" y="223572"/>
                    <a:pt x="0" y="144066"/>
                  </a:cubicBezTo>
                  <a:lnTo>
                    <a:pt x="0" y="0"/>
                  </a:lnTo>
                  <a:lnTo>
                    <a:pt x="0" y="0"/>
                  </a:lnTo>
                  <a:close/>
                </a:path>
              </a:pathLst>
            </a:custGeom>
            <a:solidFill>
              <a:schemeClr val="accent2"/>
            </a:solidFill>
            <a:ln w="0" cap="flat">
              <a:noFill/>
              <a:prstDash val="solid"/>
              <a:miter/>
            </a:ln>
          </p:spPr>
          <p:txBody>
            <a:bodyPr rtlCol="0" anchor="ctr"/>
            <a:lstStyle/>
            <a:p>
              <a:pPr defTabSz="1828800">
                <a:defRPr/>
              </a:pPr>
              <a:endParaRPr lang="en-GB" sz="1800">
                <a:solidFill>
                  <a:srgbClr val="000000"/>
                </a:solidFill>
                <a:latin typeface="Anova Light"/>
              </a:endParaRPr>
            </a:p>
          </p:txBody>
        </p:sp>
        <p:sp>
          <p:nvSpPr>
            <p:cNvPr id="10" name="Freeform: Shape 47">
              <a:extLst>
                <a:ext uri="{FF2B5EF4-FFF2-40B4-BE49-F238E27FC236}">
                  <a16:creationId xmlns:a16="http://schemas.microsoft.com/office/drawing/2014/main" id="{CD3606E7-76F3-063A-0EA9-25BE0012C142}"/>
                </a:ext>
              </a:extLst>
            </p:cNvPr>
            <p:cNvSpPr/>
            <p:nvPr/>
          </p:nvSpPr>
          <p:spPr>
            <a:xfrm>
              <a:off x="670824" y="1214456"/>
              <a:ext cx="288131" cy="288131"/>
            </a:xfrm>
            <a:custGeom>
              <a:avLst/>
              <a:gdLst>
                <a:gd name="connsiteX0" fmla="*/ 0 w 288131"/>
                <a:gd name="connsiteY0" fmla="*/ 0 h 288131"/>
                <a:gd name="connsiteX1" fmla="*/ 288131 w 288131"/>
                <a:gd name="connsiteY1" fmla="*/ 0 h 288131"/>
                <a:gd name="connsiteX2" fmla="*/ 288131 w 288131"/>
                <a:gd name="connsiteY2" fmla="*/ 288131 h 288131"/>
                <a:gd name="connsiteX3" fmla="*/ 288131 w 288131"/>
                <a:gd name="connsiteY3" fmla="*/ 288131 h 288131"/>
                <a:gd name="connsiteX4" fmla="*/ 0 w 288131"/>
                <a:gd name="connsiteY4" fmla="*/ 0 h 288131"/>
                <a:gd name="connsiteX5" fmla="*/ 0 w 288131"/>
                <a:gd name="connsiteY5" fmla="*/ 0 h 288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8131" h="288131">
                  <a:moveTo>
                    <a:pt x="0" y="0"/>
                  </a:moveTo>
                  <a:lnTo>
                    <a:pt x="288131" y="0"/>
                  </a:lnTo>
                  <a:lnTo>
                    <a:pt x="288131" y="288131"/>
                  </a:lnTo>
                  <a:lnTo>
                    <a:pt x="288131" y="288131"/>
                  </a:lnTo>
                  <a:cubicBezTo>
                    <a:pt x="129119" y="288131"/>
                    <a:pt x="0" y="159012"/>
                    <a:pt x="0" y="0"/>
                  </a:cubicBezTo>
                  <a:lnTo>
                    <a:pt x="0" y="0"/>
                  </a:lnTo>
                  <a:close/>
                </a:path>
              </a:pathLst>
            </a:custGeom>
            <a:solidFill>
              <a:schemeClr val="accent1"/>
            </a:solidFill>
            <a:ln w="0" cap="flat">
              <a:noFill/>
              <a:prstDash val="solid"/>
              <a:miter/>
            </a:ln>
          </p:spPr>
          <p:txBody>
            <a:bodyPr rtlCol="0" anchor="ctr"/>
            <a:lstStyle/>
            <a:p>
              <a:pPr defTabSz="1828800">
                <a:defRPr/>
              </a:pPr>
              <a:endParaRPr lang="en-GB" sz="1800">
                <a:solidFill>
                  <a:srgbClr val="000000"/>
                </a:solidFill>
                <a:latin typeface="Anova Light"/>
              </a:endParaRPr>
            </a:p>
          </p:txBody>
        </p:sp>
      </p:grpSp>
      <p:sp>
        <p:nvSpPr>
          <p:cNvPr id="11" name="Rectangle: Rounded Corners 25">
            <a:extLst>
              <a:ext uri="{FF2B5EF4-FFF2-40B4-BE49-F238E27FC236}">
                <a16:creationId xmlns:a16="http://schemas.microsoft.com/office/drawing/2014/main" id="{EACA9447-7B50-EF3B-DAE7-956F8506E502}"/>
              </a:ext>
            </a:extLst>
          </p:cNvPr>
          <p:cNvSpPr/>
          <p:nvPr userDrawn="1"/>
        </p:nvSpPr>
        <p:spPr>
          <a:xfrm>
            <a:off x="1015731" y="1589087"/>
            <a:ext cx="4877068" cy="7108826"/>
          </a:xfrm>
          <a:prstGeom prst="roundRect">
            <a:avLst>
              <a:gd name="adj" fmla="val 546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GB" sz="7200">
              <a:solidFill>
                <a:srgbClr val="FFFFFF"/>
              </a:solidFill>
              <a:latin typeface="Anova Light"/>
            </a:endParaRPr>
          </a:p>
        </p:txBody>
      </p:sp>
      <p:sp>
        <p:nvSpPr>
          <p:cNvPr id="17" name="Text Placeholder 16">
            <a:extLst>
              <a:ext uri="{FF2B5EF4-FFF2-40B4-BE49-F238E27FC236}">
                <a16:creationId xmlns:a16="http://schemas.microsoft.com/office/drawing/2014/main" id="{027A1AA3-2473-657E-0DA0-B5B460F035DC}"/>
              </a:ext>
            </a:extLst>
          </p:cNvPr>
          <p:cNvSpPr>
            <a:spLocks noGrp="1"/>
          </p:cNvSpPr>
          <p:nvPr>
            <p:ph type="body" sz="quarter" idx="10" hasCustomPrompt="1"/>
          </p:nvPr>
        </p:nvSpPr>
        <p:spPr>
          <a:xfrm>
            <a:off x="6711950" y="3077309"/>
            <a:ext cx="9883775" cy="3836448"/>
          </a:xfrm>
        </p:spPr>
        <p:txBody>
          <a:bodyPr anchor="ctr">
            <a:normAutofit/>
          </a:bodyPr>
          <a:lstStyle>
            <a:lvl1pPr marL="0" indent="0">
              <a:lnSpc>
                <a:spcPct val="110000"/>
              </a:lnSpc>
              <a:spcBef>
                <a:spcPts val="0"/>
              </a:spcBef>
              <a:spcAft>
                <a:spcPts val="3000"/>
              </a:spcAft>
              <a:buNone/>
              <a:defRPr sz="3800">
                <a:solidFill>
                  <a:schemeClr val="tx2"/>
                </a:solidFill>
              </a:defRPr>
            </a:lvl1pPr>
            <a:lvl2pPr marL="365760" indent="0">
              <a:lnSpc>
                <a:spcPct val="110000"/>
              </a:lnSpc>
              <a:spcBef>
                <a:spcPts val="0"/>
              </a:spcBef>
              <a:spcAft>
                <a:spcPts val="3000"/>
              </a:spcAft>
              <a:buNone/>
              <a:defRPr sz="3800">
                <a:solidFill>
                  <a:schemeClr val="tx2"/>
                </a:solidFill>
              </a:defRPr>
            </a:lvl2pPr>
            <a:lvl3pPr marL="731520" indent="0">
              <a:lnSpc>
                <a:spcPct val="110000"/>
              </a:lnSpc>
              <a:spcBef>
                <a:spcPts val="0"/>
              </a:spcBef>
              <a:spcAft>
                <a:spcPts val="3000"/>
              </a:spcAft>
              <a:buNone/>
              <a:defRPr sz="3800">
                <a:solidFill>
                  <a:schemeClr val="tx2"/>
                </a:solidFill>
              </a:defRPr>
            </a:lvl3pPr>
            <a:lvl4pPr marL="2057400" indent="0">
              <a:lnSpc>
                <a:spcPct val="110000"/>
              </a:lnSpc>
              <a:spcBef>
                <a:spcPts val="0"/>
              </a:spcBef>
              <a:spcAft>
                <a:spcPts val="3000"/>
              </a:spcAft>
              <a:buNone/>
              <a:defRPr sz="3800">
                <a:solidFill>
                  <a:schemeClr val="tx2"/>
                </a:solidFill>
              </a:defRPr>
            </a:lvl4pPr>
            <a:lvl5pPr marL="2743200" indent="0">
              <a:lnSpc>
                <a:spcPct val="110000"/>
              </a:lnSpc>
              <a:spcBef>
                <a:spcPts val="0"/>
              </a:spcBef>
              <a:spcAft>
                <a:spcPts val="3000"/>
              </a:spcAft>
              <a:buNone/>
              <a:defRPr sz="3800">
                <a:solidFill>
                  <a:schemeClr val="tx2"/>
                </a:solidFill>
              </a:defRPr>
            </a:lvl5pPr>
          </a:lstStyle>
          <a:p>
            <a:pPr lvl="0"/>
            <a:r>
              <a:rPr lang="en-US"/>
              <a:t>Click to add quotation</a:t>
            </a:r>
          </a:p>
        </p:txBody>
      </p:sp>
      <p:sp>
        <p:nvSpPr>
          <p:cNvPr id="19" name="Text Placeholder 18">
            <a:extLst>
              <a:ext uri="{FF2B5EF4-FFF2-40B4-BE49-F238E27FC236}">
                <a16:creationId xmlns:a16="http://schemas.microsoft.com/office/drawing/2014/main" id="{1B311E65-9F19-B0DC-B207-4A3186C089B6}"/>
              </a:ext>
            </a:extLst>
          </p:cNvPr>
          <p:cNvSpPr>
            <a:spLocks noGrp="1"/>
          </p:cNvSpPr>
          <p:nvPr>
            <p:ph type="body" sz="quarter" idx="11" hasCustomPrompt="1"/>
          </p:nvPr>
        </p:nvSpPr>
        <p:spPr>
          <a:xfrm>
            <a:off x="6711950" y="7549570"/>
            <a:ext cx="9883775" cy="954668"/>
          </a:xfrm>
        </p:spPr>
        <p:txBody>
          <a:bodyPr>
            <a:normAutofit/>
          </a:bodyPr>
          <a:lstStyle>
            <a:lvl1pPr marL="0" indent="0">
              <a:lnSpc>
                <a:spcPct val="114000"/>
              </a:lnSpc>
              <a:spcBef>
                <a:spcPts val="0"/>
              </a:spcBef>
              <a:spcAft>
                <a:spcPts val="0"/>
              </a:spcAft>
              <a:buFont typeface="Arial" panose="020B0604020202020204" pitchFamily="34" charset="0"/>
              <a:buNone/>
              <a:defRPr sz="2400" b="1">
                <a:solidFill>
                  <a:schemeClr val="tx2"/>
                </a:solidFill>
                <a:latin typeface="+mn-lt"/>
              </a:defRPr>
            </a:lvl1pPr>
            <a:lvl2pPr marL="365760" indent="0">
              <a:buNone/>
              <a:defRPr/>
            </a:lvl2pPr>
            <a:lvl3pPr marL="731520" indent="0">
              <a:buNone/>
              <a:defRPr/>
            </a:lvl3pPr>
            <a:lvl4pPr marL="2057400" indent="0">
              <a:buNone/>
              <a:defRPr/>
            </a:lvl4pPr>
            <a:lvl5pPr marL="2743200" indent="0">
              <a:buNone/>
              <a:defRPr/>
            </a:lvl5pPr>
          </a:lstStyle>
          <a:p>
            <a:pPr lvl="0"/>
            <a:r>
              <a:rPr lang="en-US"/>
              <a:t>Click to add quotation attribution</a:t>
            </a:r>
          </a:p>
        </p:txBody>
      </p:sp>
      <p:sp>
        <p:nvSpPr>
          <p:cNvPr id="22" name="Text Placeholder 21">
            <a:extLst>
              <a:ext uri="{FF2B5EF4-FFF2-40B4-BE49-F238E27FC236}">
                <a16:creationId xmlns:a16="http://schemas.microsoft.com/office/drawing/2014/main" id="{0EBB0843-33D8-5A0A-A292-6F37A7C1333D}"/>
              </a:ext>
            </a:extLst>
          </p:cNvPr>
          <p:cNvSpPr>
            <a:spLocks noGrp="1"/>
          </p:cNvSpPr>
          <p:nvPr>
            <p:ph type="body" sz="quarter" idx="12" hasCustomPrompt="1"/>
          </p:nvPr>
        </p:nvSpPr>
        <p:spPr>
          <a:xfrm>
            <a:off x="1407930" y="2132645"/>
            <a:ext cx="3907159" cy="548640"/>
          </a:xfrm>
        </p:spPr>
        <p:txBody>
          <a:bodyPr>
            <a:noAutofit/>
          </a:bodyPr>
          <a:lstStyle>
            <a:lvl1pPr marL="0" indent="0">
              <a:spcBef>
                <a:spcPts val="0"/>
              </a:spcBef>
              <a:buNone/>
              <a:defRPr sz="2800">
                <a:solidFill>
                  <a:schemeClr val="bg1"/>
                </a:solidFill>
              </a:defRPr>
            </a:lvl1pPr>
            <a:lvl2pPr marL="365760" indent="0">
              <a:spcBef>
                <a:spcPts val="0"/>
              </a:spcBef>
              <a:buNone/>
              <a:defRPr sz="2800">
                <a:solidFill>
                  <a:schemeClr val="bg1"/>
                </a:solidFill>
              </a:defRPr>
            </a:lvl2pPr>
            <a:lvl3pPr marL="731520" indent="0">
              <a:spcBef>
                <a:spcPts val="0"/>
              </a:spcBef>
              <a:buNone/>
              <a:defRPr sz="2800">
                <a:solidFill>
                  <a:schemeClr val="bg1"/>
                </a:solidFill>
              </a:defRPr>
            </a:lvl3pPr>
            <a:lvl4pPr marL="2057400" indent="0">
              <a:spcBef>
                <a:spcPts val="0"/>
              </a:spcBef>
              <a:buNone/>
              <a:defRPr sz="2800">
                <a:solidFill>
                  <a:schemeClr val="bg1"/>
                </a:solidFill>
              </a:defRPr>
            </a:lvl4pPr>
            <a:lvl5pPr marL="2743200" indent="0">
              <a:spcBef>
                <a:spcPts val="0"/>
              </a:spcBef>
              <a:buNone/>
              <a:defRPr sz="2800">
                <a:solidFill>
                  <a:schemeClr val="bg1"/>
                </a:solidFill>
              </a:defRPr>
            </a:lvl5pPr>
          </a:lstStyle>
          <a:p>
            <a:pPr lvl="0"/>
            <a:r>
              <a:rPr lang="en-US"/>
              <a:t>Click to add subject</a:t>
            </a:r>
          </a:p>
        </p:txBody>
      </p:sp>
      <p:sp>
        <p:nvSpPr>
          <p:cNvPr id="24" name="Title 23">
            <a:extLst>
              <a:ext uri="{FF2B5EF4-FFF2-40B4-BE49-F238E27FC236}">
                <a16:creationId xmlns:a16="http://schemas.microsoft.com/office/drawing/2014/main" id="{5261997F-0658-DEAF-58AB-E33871229FEF}"/>
              </a:ext>
            </a:extLst>
          </p:cNvPr>
          <p:cNvSpPr>
            <a:spLocks noGrp="1"/>
          </p:cNvSpPr>
          <p:nvPr>
            <p:ph type="title" hasCustomPrompt="1"/>
          </p:nvPr>
        </p:nvSpPr>
        <p:spPr>
          <a:xfrm>
            <a:off x="1408175" y="2930652"/>
            <a:ext cx="3913633" cy="3378708"/>
          </a:xfrm>
        </p:spPr>
        <p:txBody>
          <a:bodyPr anchor="t">
            <a:normAutofit/>
          </a:bodyPr>
          <a:lstStyle>
            <a:lvl1pPr>
              <a:defRPr sz="4000">
                <a:solidFill>
                  <a:schemeClr val="bg1"/>
                </a:solidFill>
              </a:defRPr>
            </a:lvl1pPr>
          </a:lstStyle>
          <a:p>
            <a:r>
              <a:rPr lang="en-US"/>
              <a:t>Click to add supporting text</a:t>
            </a:r>
          </a:p>
        </p:txBody>
      </p:sp>
      <p:sp>
        <p:nvSpPr>
          <p:cNvPr id="26" name="Round Diagonal Corner Rectangle 25">
            <a:extLst>
              <a:ext uri="{FF2B5EF4-FFF2-40B4-BE49-F238E27FC236}">
                <a16:creationId xmlns:a16="http://schemas.microsoft.com/office/drawing/2014/main" id="{DA8E8564-1113-B9FE-AE11-3CB15BD02A7A}"/>
              </a:ext>
            </a:extLst>
          </p:cNvPr>
          <p:cNvSpPr/>
          <p:nvPr userDrawn="1"/>
        </p:nvSpPr>
        <p:spPr>
          <a:xfrm>
            <a:off x="4960315" y="7765429"/>
            <a:ext cx="932484" cy="932484"/>
          </a:xfrm>
          <a:prstGeom prst="round2DiagRect">
            <a:avLst>
              <a:gd name="adj1" fmla="val 27657"/>
              <a:gd name="adj2"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3600" kern="1200">
                <a:solidFill>
                  <a:schemeClr val="lt1"/>
                </a:solidFill>
                <a:latin typeface="+mn-lt"/>
                <a:ea typeface="+mn-ea"/>
                <a:cs typeface="+mn-cs"/>
              </a:defRPr>
            </a:lvl1pPr>
            <a:lvl2pPr marL="914400" algn="l" defTabSz="914400" rtl="0" eaLnBrk="1" latinLnBrk="0" hangingPunct="1">
              <a:defRPr sz="3600" kern="1200">
                <a:solidFill>
                  <a:schemeClr val="lt1"/>
                </a:solidFill>
                <a:latin typeface="+mn-lt"/>
                <a:ea typeface="+mn-ea"/>
                <a:cs typeface="+mn-cs"/>
              </a:defRPr>
            </a:lvl2pPr>
            <a:lvl3pPr marL="1828800" algn="l" defTabSz="914400" rtl="0" eaLnBrk="1" latinLnBrk="0" hangingPunct="1">
              <a:defRPr sz="3600" kern="1200">
                <a:solidFill>
                  <a:schemeClr val="lt1"/>
                </a:solidFill>
                <a:latin typeface="+mn-lt"/>
                <a:ea typeface="+mn-ea"/>
                <a:cs typeface="+mn-cs"/>
              </a:defRPr>
            </a:lvl3pPr>
            <a:lvl4pPr marL="2743200" algn="l" defTabSz="914400" rtl="0" eaLnBrk="1" latinLnBrk="0" hangingPunct="1">
              <a:defRPr sz="3600" kern="1200">
                <a:solidFill>
                  <a:schemeClr val="lt1"/>
                </a:solidFill>
                <a:latin typeface="+mn-lt"/>
                <a:ea typeface="+mn-ea"/>
                <a:cs typeface="+mn-cs"/>
              </a:defRPr>
            </a:lvl4pPr>
            <a:lvl5pPr marL="3657600" algn="l" defTabSz="914400" rtl="0" eaLnBrk="1" latinLnBrk="0" hangingPunct="1">
              <a:defRPr sz="3600" kern="1200">
                <a:solidFill>
                  <a:schemeClr val="lt1"/>
                </a:solidFill>
                <a:latin typeface="+mn-lt"/>
                <a:ea typeface="+mn-ea"/>
                <a:cs typeface="+mn-cs"/>
              </a:defRPr>
            </a:lvl5pPr>
            <a:lvl6pPr marL="4572000" algn="l" defTabSz="914400" rtl="0" eaLnBrk="1" latinLnBrk="0" hangingPunct="1">
              <a:defRPr sz="3600" kern="1200">
                <a:solidFill>
                  <a:schemeClr val="lt1"/>
                </a:solidFill>
                <a:latin typeface="+mn-lt"/>
                <a:ea typeface="+mn-ea"/>
                <a:cs typeface="+mn-cs"/>
              </a:defRPr>
            </a:lvl6pPr>
            <a:lvl7pPr marL="5486400" algn="l" defTabSz="914400" rtl="0" eaLnBrk="1" latinLnBrk="0" hangingPunct="1">
              <a:defRPr sz="3600" kern="1200">
                <a:solidFill>
                  <a:schemeClr val="lt1"/>
                </a:solidFill>
                <a:latin typeface="+mn-lt"/>
                <a:ea typeface="+mn-ea"/>
                <a:cs typeface="+mn-cs"/>
              </a:defRPr>
            </a:lvl7pPr>
            <a:lvl8pPr marL="6400800" algn="l" defTabSz="914400" rtl="0" eaLnBrk="1" latinLnBrk="0" hangingPunct="1">
              <a:defRPr sz="3600" kern="1200">
                <a:solidFill>
                  <a:schemeClr val="lt1"/>
                </a:solidFill>
                <a:latin typeface="+mn-lt"/>
                <a:ea typeface="+mn-ea"/>
                <a:cs typeface="+mn-cs"/>
              </a:defRPr>
            </a:lvl8pPr>
            <a:lvl9pPr marL="7315200" algn="l" defTabSz="914400" rtl="0" eaLnBrk="1" latinLnBrk="0" hangingPunct="1">
              <a:defRPr sz="3600" kern="1200">
                <a:solidFill>
                  <a:schemeClr val="lt1"/>
                </a:solidFill>
                <a:latin typeface="+mn-lt"/>
                <a:ea typeface="+mn-ea"/>
                <a:cs typeface="+mn-cs"/>
              </a:defRPr>
            </a:lvl9pPr>
          </a:lstStyle>
          <a:p>
            <a:pPr algn="ctr"/>
            <a:endParaRPr lang="en-US" sz="2800">
              <a:latin typeface="+mj-lt"/>
            </a:endParaRPr>
          </a:p>
        </p:txBody>
      </p:sp>
      <p:cxnSp>
        <p:nvCxnSpPr>
          <p:cNvPr id="3" name="Straight Connector 2">
            <a:extLst>
              <a:ext uri="{FF2B5EF4-FFF2-40B4-BE49-F238E27FC236}">
                <a16:creationId xmlns:a16="http://schemas.microsoft.com/office/drawing/2014/main" id="{012DFEF1-8E1F-DC5A-E591-A450E86DF1AC}"/>
              </a:ext>
            </a:extLst>
          </p:cNvPr>
          <p:cNvCxnSpPr>
            <a:cxnSpLocks/>
          </p:cNvCxnSpPr>
          <p:nvPr userDrawn="1"/>
        </p:nvCxnSpPr>
        <p:spPr>
          <a:xfrm>
            <a:off x="6699250" y="7292896"/>
            <a:ext cx="9896475" cy="0"/>
          </a:xfrm>
          <a:prstGeom prst="line">
            <a:avLst/>
          </a:prstGeom>
          <a:ln w="25400">
            <a:tailEnd type="none"/>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23608124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SAS - Extended Quotation">
    <p:spTree>
      <p:nvGrpSpPr>
        <p:cNvPr id="1" name=""/>
        <p:cNvGrpSpPr/>
        <p:nvPr/>
      </p:nvGrpSpPr>
      <p:grpSpPr>
        <a:xfrm>
          <a:off x="0" y="0"/>
          <a:ext cx="0" cy="0"/>
          <a:chOff x="0" y="0"/>
          <a:chExt cx="0" cy="0"/>
        </a:xfrm>
      </p:grpSpPr>
      <p:sp>
        <p:nvSpPr>
          <p:cNvPr id="2" name="Rectangle: Top Corners Rounded 118">
            <a:extLst>
              <a:ext uri="{FF2B5EF4-FFF2-40B4-BE49-F238E27FC236}">
                <a16:creationId xmlns:a16="http://schemas.microsoft.com/office/drawing/2014/main" id="{8D56E71C-4F3F-1F8F-1DF0-BB6A8654FF09}"/>
              </a:ext>
            </a:extLst>
          </p:cNvPr>
          <p:cNvSpPr/>
          <p:nvPr userDrawn="1"/>
        </p:nvSpPr>
        <p:spPr>
          <a:xfrm rot="5400000">
            <a:off x="5104891" y="-3157191"/>
            <a:ext cx="8310938" cy="16023819"/>
          </a:xfrm>
          <a:prstGeom prst="round2SameRect">
            <a:avLst>
              <a:gd name="adj1" fmla="val 4595"/>
              <a:gd name="adj2" fmla="val 3915"/>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1828800">
              <a:defRPr/>
            </a:pPr>
            <a:endParaRPr lang="en-US" sz="2400">
              <a:solidFill>
                <a:srgbClr val="FFFFFF"/>
              </a:solidFill>
              <a:latin typeface="Anova Light"/>
            </a:endParaRPr>
          </a:p>
        </p:txBody>
      </p:sp>
      <p:grpSp>
        <p:nvGrpSpPr>
          <p:cNvPr id="6" name="Group 5">
            <a:extLst>
              <a:ext uri="{FF2B5EF4-FFF2-40B4-BE49-F238E27FC236}">
                <a16:creationId xmlns:a16="http://schemas.microsoft.com/office/drawing/2014/main" id="{9EF8AA52-3E2F-7442-7A86-1B2AA9A12D3B}"/>
              </a:ext>
            </a:extLst>
          </p:cNvPr>
          <p:cNvGrpSpPr/>
          <p:nvPr userDrawn="1"/>
        </p:nvGrpSpPr>
        <p:grpSpPr>
          <a:xfrm>
            <a:off x="2354812" y="2707552"/>
            <a:ext cx="560938" cy="548640"/>
            <a:chOff x="382693" y="926325"/>
            <a:chExt cx="576262" cy="576262"/>
          </a:xfrm>
        </p:grpSpPr>
        <p:sp>
          <p:nvSpPr>
            <p:cNvPr id="7" name="Freeform: Shape 44">
              <a:extLst>
                <a:ext uri="{FF2B5EF4-FFF2-40B4-BE49-F238E27FC236}">
                  <a16:creationId xmlns:a16="http://schemas.microsoft.com/office/drawing/2014/main" id="{A7600625-FC3D-03B3-7405-5CD4EBE43396}"/>
                </a:ext>
              </a:extLst>
            </p:cNvPr>
            <p:cNvSpPr/>
            <p:nvPr/>
          </p:nvSpPr>
          <p:spPr>
            <a:xfrm rot="16200000">
              <a:off x="382693" y="926325"/>
              <a:ext cx="288131" cy="288131"/>
            </a:xfrm>
            <a:custGeom>
              <a:avLst/>
              <a:gdLst>
                <a:gd name="connsiteX0" fmla="*/ 0 w 288131"/>
                <a:gd name="connsiteY0" fmla="*/ 0 h 288131"/>
                <a:gd name="connsiteX1" fmla="*/ 288131 w 288131"/>
                <a:gd name="connsiteY1" fmla="*/ 0 h 288131"/>
                <a:gd name="connsiteX2" fmla="*/ 288131 w 288131"/>
                <a:gd name="connsiteY2" fmla="*/ 144066 h 288131"/>
                <a:gd name="connsiteX3" fmla="*/ 144066 w 288131"/>
                <a:gd name="connsiteY3" fmla="*/ 288131 h 288131"/>
                <a:gd name="connsiteX4" fmla="*/ 144066 w 288131"/>
                <a:gd name="connsiteY4" fmla="*/ 288131 h 288131"/>
                <a:gd name="connsiteX5" fmla="*/ 0 w 288131"/>
                <a:gd name="connsiteY5" fmla="*/ 144066 h 288131"/>
                <a:gd name="connsiteX6" fmla="*/ 0 w 288131"/>
                <a:gd name="connsiteY6" fmla="*/ 0 h 288131"/>
                <a:gd name="connsiteX7" fmla="*/ 0 w 288131"/>
                <a:gd name="connsiteY7" fmla="*/ 0 h 288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8131" h="288131">
                  <a:moveTo>
                    <a:pt x="0" y="0"/>
                  </a:moveTo>
                  <a:lnTo>
                    <a:pt x="288131" y="0"/>
                  </a:lnTo>
                  <a:lnTo>
                    <a:pt x="288131" y="144066"/>
                  </a:lnTo>
                  <a:cubicBezTo>
                    <a:pt x="288131" y="223572"/>
                    <a:pt x="223572" y="288131"/>
                    <a:pt x="144066" y="288131"/>
                  </a:cubicBezTo>
                  <a:lnTo>
                    <a:pt x="144066" y="288131"/>
                  </a:lnTo>
                  <a:cubicBezTo>
                    <a:pt x="64559" y="288131"/>
                    <a:pt x="0" y="223572"/>
                    <a:pt x="0" y="144066"/>
                  </a:cubicBezTo>
                  <a:lnTo>
                    <a:pt x="0" y="0"/>
                  </a:lnTo>
                  <a:lnTo>
                    <a:pt x="0" y="0"/>
                  </a:lnTo>
                  <a:close/>
                </a:path>
              </a:pathLst>
            </a:custGeom>
            <a:solidFill>
              <a:schemeClr val="accent1"/>
            </a:solidFill>
            <a:ln w="0" cap="flat">
              <a:noFill/>
              <a:prstDash val="solid"/>
              <a:miter/>
            </a:ln>
          </p:spPr>
          <p:txBody>
            <a:bodyPr rtlCol="0" anchor="ctr"/>
            <a:lstStyle/>
            <a:p>
              <a:pPr defTabSz="1828800">
                <a:defRPr/>
              </a:pPr>
              <a:endParaRPr lang="en-GB" sz="1800">
                <a:solidFill>
                  <a:srgbClr val="000000"/>
                </a:solidFill>
                <a:latin typeface="Anova Light"/>
              </a:endParaRPr>
            </a:p>
          </p:txBody>
        </p:sp>
        <p:sp>
          <p:nvSpPr>
            <p:cNvPr id="8" name="Freeform: Shape 45">
              <a:extLst>
                <a:ext uri="{FF2B5EF4-FFF2-40B4-BE49-F238E27FC236}">
                  <a16:creationId xmlns:a16="http://schemas.microsoft.com/office/drawing/2014/main" id="{7B81F2FD-5D39-ABBE-8A87-8A8581990458}"/>
                </a:ext>
              </a:extLst>
            </p:cNvPr>
            <p:cNvSpPr/>
            <p:nvPr/>
          </p:nvSpPr>
          <p:spPr>
            <a:xfrm>
              <a:off x="382693" y="1214456"/>
              <a:ext cx="288131" cy="288131"/>
            </a:xfrm>
            <a:custGeom>
              <a:avLst/>
              <a:gdLst>
                <a:gd name="connsiteX0" fmla="*/ 0 w 288131"/>
                <a:gd name="connsiteY0" fmla="*/ 0 h 288131"/>
                <a:gd name="connsiteX1" fmla="*/ 288131 w 288131"/>
                <a:gd name="connsiteY1" fmla="*/ 0 h 288131"/>
                <a:gd name="connsiteX2" fmla="*/ 288131 w 288131"/>
                <a:gd name="connsiteY2" fmla="*/ 288131 h 288131"/>
                <a:gd name="connsiteX3" fmla="*/ 288131 w 288131"/>
                <a:gd name="connsiteY3" fmla="*/ 288131 h 288131"/>
                <a:gd name="connsiteX4" fmla="*/ 0 w 288131"/>
                <a:gd name="connsiteY4" fmla="*/ 0 h 288131"/>
                <a:gd name="connsiteX5" fmla="*/ 0 w 288131"/>
                <a:gd name="connsiteY5" fmla="*/ 0 h 288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8131" h="288131">
                  <a:moveTo>
                    <a:pt x="0" y="0"/>
                  </a:moveTo>
                  <a:lnTo>
                    <a:pt x="288131" y="0"/>
                  </a:lnTo>
                  <a:lnTo>
                    <a:pt x="288131" y="288131"/>
                  </a:lnTo>
                  <a:lnTo>
                    <a:pt x="288131" y="288131"/>
                  </a:lnTo>
                  <a:cubicBezTo>
                    <a:pt x="129119" y="288131"/>
                    <a:pt x="0" y="159012"/>
                    <a:pt x="0" y="0"/>
                  </a:cubicBezTo>
                  <a:lnTo>
                    <a:pt x="0" y="0"/>
                  </a:lnTo>
                  <a:close/>
                </a:path>
              </a:pathLst>
            </a:custGeom>
            <a:solidFill>
              <a:schemeClr val="accent2"/>
            </a:solidFill>
            <a:ln w="0" cap="flat">
              <a:noFill/>
              <a:prstDash val="solid"/>
              <a:miter/>
            </a:ln>
          </p:spPr>
          <p:txBody>
            <a:bodyPr rtlCol="0" anchor="ctr"/>
            <a:lstStyle/>
            <a:p>
              <a:pPr defTabSz="1828800">
                <a:defRPr/>
              </a:pPr>
              <a:endParaRPr lang="en-GB" sz="1800">
                <a:solidFill>
                  <a:srgbClr val="000000"/>
                </a:solidFill>
                <a:latin typeface="Anova Light"/>
              </a:endParaRPr>
            </a:p>
          </p:txBody>
        </p:sp>
        <p:sp>
          <p:nvSpPr>
            <p:cNvPr id="9" name="Freeform: Shape 46">
              <a:extLst>
                <a:ext uri="{FF2B5EF4-FFF2-40B4-BE49-F238E27FC236}">
                  <a16:creationId xmlns:a16="http://schemas.microsoft.com/office/drawing/2014/main" id="{5FCDB5D4-3DF1-E820-F1BD-AFA2109743F7}"/>
                </a:ext>
              </a:extLst>
            </p:cNvPr>
            <p:cNvSpPr/>
            <p:nvPr/>
          </p:nvSpPr>
          <p:spPr>
            <a:xfrm rot="16200000">
              <a:off x="670824" y="926325"/>
              <a:ext cx="288131" cy="288131"/>
            </a:xfrm>
            <a:custGeom>
              <a:avLst/>
              <a:gdLst>
                <a:gd name="connsiteX0" fmla="*/ 0 w 288131"/>
                <a:gd name="connsiteY0" fmla="*/ 0 h 288131"/>
                <a:gd name="connsiteX1" fmla="*/ 288131 w 288131"/>
                <a:gd name="connsiteY1" fmla="*/ 0 h 288131"/>
                <a:gd name="connsiteX2" fmla="*/ 288131 w 288131"/>
                <a:gd name="connsiteY2" fmla="*/ 144066 h 288131"/>
                <a:gd name="connsiteX3" fmla="*/ 144066 w 288131"/>
                <a:gd name="connsiteY3" fmla="*/ 288131 h 288131"/>
                <a:gd name="connsiteX4" fmla="*/ 144066 w 288131"/>
                <a:gd name="connsiteY4" fmla="*/ 288131 h 288131"/>
                <a:gd name="connsiteX5" fmla="*/ 0 w 288131"/>
                <a:gd name="connsiteY5" fmla="*/ 144066 h 288131"/>
                <a:gd name="connsiteX6" fmla="*/ 0 w 288131"/>
                <a:gd name="connsiteY6" fmla="*/ 0 h 288131"/>
                <a:gd name="connsiteX7" fmla="*/ 0 w 288131"/>
                <a:gd name="connsiteY7" fmla="*/ 0 h 288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8131" h="288131">
                  <a:moveTo>
                    <a:pt x="0" y="0"/>
                  </a:moveTo>
                  <a:lnTo>
                    <a:pt x="288131" y="0"/>
                  </a:lnTo>
                  <a:lnTo>
                    <a:pt x="288131" y="144066"/>
                  </a:lnTo>
                  <a:cubicBezTo>
                    <a:pt x="288131" y="223572"/>
                    <a:pt x="223572" y="288131"/>
                    <a:pt x="144066" y="288131"/>
                  </a:cubicBezTo>
                  <a:lnTo>
                    <a:pt x="144066" y="288131"/>
                  </a:lnTo>
                  <a:cubicBezTo>
                    <a:pt x="64559" y="288131"/>
                    <a:pt x="0" y="223572"/>
                    <a:pt x="0" y="144066"/>
                  </a:cubicBezTo>
                  <a:lnTo>
                    <a:pt x="0" y="0"/>
                  </a:lnTo>
                  <a:lnTo>
                    <a:pt x="0" y="0"/>
                  </a:lnTo>
                  <a:close/>
                </a:path>
              </a:pathLst>
            </a:custGeom>
            <a:solidFill>
              <a:schemeClr val="accent2"/>
            </a:solidFill>
            <a:ln w="0" cap="flat">
              <a:noFill/>
              <a:prstDash val="solid"/>
              <a:miter/>
            </a:ln>
          </p:spPr>
          <p:txBody>
            <a:bodyPr rtlCol="0" anchor="ctr"/>
            <a:lstStyle/>
            <a:p>
              <a:pPr defTabSz="1828800">
                <a:defRPr/>
              </a:pPr>
              <a:endParaRPr lang="en-GB" sz="1800">
                <a:solidFill>
                  <a:srgbClr val="000000"/>
                </a:solidFill>
                <a:latin typeface="Anova Light"/>
              </a:endParaRPr>
            </a:p>
          </p:txBody>
        </p:sp>
        <p:sp>
          <p:nvSpPr>
            <p:cNvPr id="10" name="Freeform: Shape 47">
              <a:extLst>
                <a:ext uri="{FF2B5EF4-FFF2-40B4-BE49-F238E27FC236}">
                  <a16:creationId xmlns:a16="http://schemas.microsoft.com/office/drawing/2014/main" id="{CD3606E7-76F3-063A-0EA9-25BE0012C142}"/>
                </a:ext>
              </a:extLst>
            </p:cNvPr>
            <p:cNvSpPr/>
            <p:nvPr/>
          </p:nvSpPr>
          <p:spPr>
            <a:xfrm>
              <a:off x="670824" y="1214456"/>
              <a:ext cx="288131" cy="288131"/>
            </a:xfrm>
            <a:custGeom>
              <a:avLst/>
              <a:gdLst>
                <a:gd name="connsiteX0" fmla="*/ 0 w 288131"/>
                <a:gd name="connsiteY0" fmla="*/ 0 h 288131"/>
                <a:gd name="connsiteX1" fmla="*/ 288131 w 288131"/>
                <a:gd name="connsiteY1" fmla="*/ 0 h 288131"/>
                <a:gd name="connsiteX2" fmla="*/ 288131 w 288131"/>
                <a:gd name="connsiteY2" fmla="*/ 288131 h 288131"/>
                <a:gd name="connsiteX3" fmla="*/ 288131 w 288131"/>
                <a:gd name="connsiteY3" fmla="*/ 288131 h 288131"/>
                <a:gd name="connsiteX4" fmla="*/ 0 w 288131"/>
                <a:gd name="connsiteY4" fmla="*/ 0 h 288131"/>
                <a:gd name="connsiteX5" fmla="*/ 0 w 288131"/>
                <a:gd name="connsiteY5" fmla="*/ 0 h 288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8131" h="288131">
                  <a:moveTo>
                    <a:pt x="0" y="0"/>
                  </a:moveTo>
                  <a:lnTo>
                    <a:pt x="288131" y="0"/>
                  </a:lnTo>
                  <a:lnTo>
                    <a:pt x="288131" y="288131"/>
                  </a:lnTo>
                  <a:lnTo>
                    <a:pt x="288131" y="288131"/>
                  </a:lnTo>
                  <a:cubicBezTo>
                    <a:pt x="129119" y="288131"/>
                    <a:pt x="0" y="159012"/>
                    <a:pt x="0" y="0"/>
                  </a:cubicBezTo>
                  <a:lnTo>
                    <a:pt x="0" y="0"/>
                  </a:lnTo>
                  <a:close/>
                </a:path>
              </a:pathLst>
            </a:custGeom>
            <a:solidFill>
              <a:schemeClr val="accent1"/>
            </a:solidFill>
            <a:ln w="0" cap="flat">
              <a:noFill/>
              <a:prstDash val="solid"/>
              <a:miter/>
            </a:ln>
          </p:spPr>
          <p:txBody>
            <a:bodyPr rtlCol="0" anchor="ctr"/>
            <a:lstStyle/>
            <a:p>
              <a:pPr defTabSz="1828800">
                <a:defRPr/>
              </a:pPr>
              <a:endParaRPr lang="en-GB" sz="1800">
                <a:solidFill>
                  <a:srgbClr val="000000"/>
                </a:solidFill>
                <a:latin typeface="Anova Light"/>
              </a:endParaRPr>
            </a:p>
          </p:txBody>
        </p:sp>
      </p:grpSp>
      <p:sp>
        <p:nvSpPr>
          <p:cNvPr id="17" name="Text Placeholder 16">
            <a:extLst>
              <a:ext uri="{FF2B5EF4-FFF2-40B4-BE49-F238E27FC236}">
                <a16:creationId xmlns:a16="http://schemas.microsoft.com/office/drawing/2014/main" id="{027A1AA3-2473-657E-0DA0-B5B460F035DC}"/>
              </a:ext>
            </a:extLst>
          </p:cNvPr>
          <p:cNvSpPr>
            <a:spLocks noGrp="1"/>
          </p:cNvSpPr>
          <p:nvPr>
            <p:ph type="body" sz="quarter" idx="10" hasCustomPrompt="1"/>
          </p:nvPr>
        </p:nvSpPr>
        <p:spPr>
          <a:xfrm>
            <a:off x="3928604" y="2888088"/>
            <a:ext cx="12461141" cy="4695588"/>
          </a:xfrm>
        </p:spPr>
        <p:txBody>
          <a:bodyPr anchor="ctr">
            <a:normAutofit/>
          </a:bodyPr>
          <a:lstStyle>
            <a:lvl1pPr marL="0" indent="0">
              <a:lnSpc>
                <a:spcPct val="110000"/>
              </a:lnSpc>
              <a:spcBef>
                <a:spcPts val="0"/>
              </a:spcBef>
              <a:spcAft>
                <a:spcPts val="3000"/>
              </a:spcAft>
              <a:buNone/>
              <a:defRPr sz="3000">
                <a:solidFill>
                  <a:schemeClr val="tx2"/>
                </a:solidFill>
              </a:defRPr>
            </a:lvl1pPr>
            <a:lvl2pPr marL="365760" indent="0">
              <a:lnSpc>
                <a:spcPct val="110000"/>
              </a:lnSpc>
              <a:spcBef>
                <a:spcPts val="0"/>
              </a:spcBef>
              <a:spcAft>
                <a:spcPts val="3000"/>
              </a:spcAft>
              <a:buNone/>
              <a:defRPr sz="3800">
                <a:solidFill>
                  <a:schemeClr val="tx2"/>
                </a:solidFill>
              </a:defRPr>
            </a:lvl2pPr>
            <a:lvl3pPr marL="731520" indent="0">
              <a:lnSpc>
                <a:spcPct val="110000"/>
              </a:lnSpc>
              <a:spcBef>
                <a:spcPts val="0"/>
              </a:spcBef>
              <a:spcAft>
                <a:spcPts val="3000"/>
              </a:spcAft>
              <a:buNone/>
              <a:defRPr sz="3800">
                <a:solidFill>
                  <a:schemeClr val="tx2"/>
                </a:solidFill>
              </a:defRPr>
            </a:lvl3pPr>
            <a:lvl4pPr marL="2057400" indent="0">
              <a:lnSpc>
                <a:spcPct val="110000"/>
              </a:lnSpc>
              <a:spcBef>
                <a:spcPts val="0"/>
              </a:spcBef>
              <a:spcAft>
                <a:spcPts val="3000"/>
              </a:spcAft>
              <a:buNone/>
              <a:defRPr sz="3800">
                <a:solidFill>
                  <a:schemeClr val="tx2"/>
                </a:solidFill>
              </a:defRPr>
            </a:lvl4pPr>
            <a:lvl5pPr marL="2743200" indent="0">
              <a:lnSpc>
                <a:spcPct val="110000"/>
              </a:lnSpc>
              <a:spcBef>
                <a:spcPts val="0"/>
              </a:spcBef>
              <a:spcAft>
                <a:spcPts val="3000"/>
              </a:spcAft>
              <a:buNone/>
              <a:defRPr sz="3800">
                <a:solidFill>
                  <a:schemeClr val="tx2"/>
                </a:solidFill>
              </a:defRPr>
            </a:lvl5pPr>
          </a:lstStyle>
          <a:p>
            <a:pPr lvl="0"/>
            <a:r>
              <a:rPr lang="en-US"/>
              <a:t>Click to add quotation</a:t>
            </a:r>
          </a:p>
        </p:txBody>
      </p:sp>
      <p:sp>
        <p:nvSpPr>
          <p:cNvPr id="19" name="Text Placeholder 18">
            <a:extLst>
              <a:ext uri="{FF2B5EF4-FFF2-40B4-BE49-F238E27FC236}">
                <a16:creationId xmlns:a16="http://schemas.microsoft.com/office/drawing/2014/main" id="{1B311E65-9F19-B0DC-B207-4A3186C089B6}"/>
              </a:ext>
            </a:extLst>
          </p:cNvPr>
          <p:cNvSpPr>
            <a:spLocks noGrp="1"/>
          </p:cNvSpPr>
          <p:nvPr>
            <p:ph type="body" sz="quarter" idx="11" hasCustomPrompt="1"/>
          </p:nvPr>
        </p:nvSpPr>
        <p:spPr>
          <a:xfrm>
            <a:off x="3928604" y="7881562"/>
            <a:ext cx="12461142" cy="919538"/>
          </a:xfrm>
        </p:spPr>
        <p:txBody>
          <a:bodyPr>
            <a:normAutofit/>
          </a:bodyPr>
          <a:lstStyle>
            <a:lvl1pPr marL="0" indent="0">
              <a:lnSpc>
                <a:spcPct val="114000"/>
              </a:lnSpc>
              <a:spcBef>
                <a:spcPts val="0"/>
              </a:spcBef>
              <a:spcAft>
                <a:spcPts val="0"/>
              </a:spcAft>
              <a:buFont typeface="Arial" panose="020B0604020202020204" pitchFamily="34" charset="0"/>
              <a:buNone/>
              <a:defRPr sz="2200" b="1">
                <a:solidFill>
                  <a:schemeClr val="tx2"/>
                </a:solidFill>
                <a:latin typeface="+mn-lt"/>
              </a:defRPr>
            </a:lvl1pPr>
            <a:lvl2pPr marL="365760" indent="0">
              <a:buNone/>
              <a:defRPr/>
            </a:lvl2pPr>
            <a:lvl3pPr marL="731520" indent="0">
              <a:buNone/>
              <a:defRPr/>
            </a:lvl3pPr>
            <a:lvl4pPr marL="2057400" indent="0">
              <a:buNone/>
              <a:defRPr/>
            </a:lvl4pPr>
            <a:lvl5pPr marL="2743200" indent="0">
              <a:buNone/>
              <a:defRPr/>
            </a:lvl5pPr>
          </a:lstStyle>
          <a:p>
            <a:pPr lvl="0"/>
            <a:r>
              <a:rPr lang="en-US"/>
              <a:t>Click to add quotation attribution</a:t>
            </a:r>
          </a:p>
        </p:txBody>
      </p:sp>
      <p:sp>
        <p:nvSpPr>
          <p:cNvPr id="12" name="Rounded Rectangle 11">
            <a:extLst>
              <a:ext uri="{FF2B5EF4-FFF2-40B4-BE49-F238E27FC236}">
                <a16:creationId xmlns:a16="http://schemas.microsoft.com/office/drawing/2014/main" id="{EB241646-ADA6-72B3-1D25-D8622AF6A783}"/>
              </a:ext>
            </a:extLst>
          </p:cNvPr>
          <p:cNvSpPr/>
          <p:nvPr userDrawn="1"/>
        </p:nvSpPr>
        <p:spPr>
          <a:xfrm>
            <a:off x="3757793" y="1115521"/>
            <a:ext cx="12627526" cy="1057143"/>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21">
            <a:extLst>
              <a:ext uri="{FF2B5EF4-FFF2-40B4-BE49-F238E27FC236}">
                <a16:creationId xmlns:a16="http://schemas.microsoft.com/office/drawing/2014/main" id="{0EBB0843-33D8-5A0A-A292-6F37A7C1333D}"/>
              </a:ext>
            </a:extLst>
          </p:cNvPr>
          <p:cNvSpPr>
            <a:spLocks noGrp="1"/>
          </p:cNvSpPr>
          <p:nvPr>
            <p:ph type="body" sz="quarter" idx="12" hasCustomPrompt="1"/>
          </p:nvPr>
        </p:nvSpPr>
        <p:spPr>
          <a:xfrm>
            <a:off x="3922182" y="1369772"/>
            <a:ext cx="12253270" cy="548640"/>
          </a:xfrm>
        </p:spPr>
        <p:txBody>
          <a:bodyPr anchor="ctr">
            <a:noAutofit/>
          </a:bodyPr>
          <a:lstStyle>
            <a:lvl1pPr marL="0" indent="0" algn="ctr">
              <a:spcBef>
                <a:spcPts val="0"/>
              </a:spcBef>
              <a:buNone/>
              <a:defRPr sz="2600" b="0">
                <a:solidFill>
                  <a:schemeClr val="bg1"/>
                </a:solidFill>
                <a:latin typeface="+mj-lt"/>
              </a:defRPr>
            </a:lvl1pPr>
            <a:lvl2pPr marL="365760" indent="0">
              <a:spcBef>
                <a:spcPts val="0"/>
              </a:spcBef>
              <a:buNone/>
              <a:defRPr sz="2800" b="1">
                <a:solidFill>
                  <a:schemeClr val="bg1"/>
                </a:solidFill>
              </a:defRPr>
            </a:lvl2pPr>
            <a:lvl3pPr marL="731520" indent="0">
              <a:spcBef>
                <a:spcPts val="0"/>
              </a:spcBef>
              <a:buNone/>
              <a:defRPr sz="2800" b="1">
                <a:solidFill>
                  <a:schemeClr val="bg1"/>
                </a:solidFill>
              </a:defRPr>
            </a:lvl3pPr>
            <a:lvl4pPr marL="2057400" indent="0">
              <a:spcBef>
                <a:spcPts val="0"/>
              </a:spcBef>
              <a:buNone/>
              <a:defRPr sz="2800" b="1">
                <a:solidFill>
                  <a:schemeClr val="bg1"/>
                </a:solidFill>
              </a:defRPr>
            </a:lvl4pPr>
            <a:lvl5pPr marL="2743200" indent="0">
              <a:spcBef>
                <a:spcPts val="0"/>
              </a:spcBef>
              <a:buNone/>
              <a:defRPr sz="2800" b="1">
                <a:solidFill>
                  <a:schemeClr val="bg1"/>
                </a:solidFill>
              </a:defRPr>
            </a:lvl5pPr>
          </a:lstStyle>
          <a:p>
            <a:pPr lvl="0"/>
            <a:r>
              <a:rPr lang="en-US"/>
              <a:t>Click to add quotation subject</a:t>
            </a:r>
          </a:p>
        </p:txBody>
      </p:sp>
      <p:cxnSp>
        <p:nvCxnSpPr>
          <p:cNvPr id="4" name="Straight Connector 3">
            <a:extLst>
              <a:ext uri="{FF2B5EF4-FFF2-40B4-BE49-F238E27FC236}">
                <a16:creationId xmlns:a16="http://schemas.microsoft.com/office/drawing/2014/main" id="{C6EDEB18-CCAA-A22E-8364-A01EED9DB649}"/>
              </a:ext>
            </a:extLst>
          </p:cNvPr>
          <p:cNvCxnSpPr>
            <a:cxnSpLocks/>
          </p:cNvCxnSpPr>
          <p:nvPr userDrawn="1"/>
        </p:nvCxnSpPr>
        <p:spPr>
          <a:xfrm>
            <a:off x="2635281" y="3620755"/>
            <a:ext cx="0" cy="4056707"/>
          </a:xfrm>
          <a:prstGeom prst="line">
            <a:avLst/>
          </a:prstGeom>
          <a:ln w="25400">
            <a:tailEnd type="none"/>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1186453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SAS - Closing">
    <p:bg>
      <p:bgPr>
        <a:solidFill>
          <a:schemeClr val="bg2"/>
        </a:solidFill>
        <a:effectLst/>
      </p:bgPr>
    </p:bg>
    <p:spTree>
      <p:nvGrpSpPr>
        <p:cNvPr id="1" name=""/>
        <p:cNvGrpSpPr/>
        <p:nvPr/>
      </p:nvGrpSpPr>
      <p:grpSpPr>
        <a:xfrm>
          <a:off x="0" y="0"/>
          <a:ext cx="0" cy="0"/>
          <a:chOff x="0" y="0"/>
          <a:chExt cx="0" cy="0"/>
        </a:xfrm>
      </p:grpSpPr>
      <p:sp>
        <p:nvSpPr>
          <p:cNvPr id="2" name="Text Placeholder 15">
            <a:extLst>
              <a:ext uri="{FF2B5EF4-FFF2-40B4-BE49-F238E27FC236}">
                <a16:creationId xmlns:a16="http://schemas.microsoft.com/office/drawing/2014/main" id="{514B8423-CFFD-1921-7480-8BEC78F05FFD}"/>
              </a:ext>
            </a:extLst>
          </p:cNvPr>
          <p:cNvSpPr>
            <a:spLocks noGrp="1"/>
          </p:cNvSpPr>
          <p:nvPr>
            <p:ph type="body" sz="quarter" idx="11" hasCustomPrompt="1"/>
          </p:nvPr>
        </p:nvSpPr>
        <p:spPr>
          <a:xfrm>
            <a:off x="1252432" y="8276977"/>
            <a:ext cx="14269508" cy="1057522"/>
          </a:xfrm>
          <a:prstGeom prst="rect">
            <a:avLst/>
          </a:prstGeom>
        </p:spPr>
        <p:txBody>
          <a:bodyPr wrap="square" anchor="ctr" anchorCtr="0">
            <a:normAutofit/>
          </a:bodyPr>
          <a:lstStyle>
            <a:lvl1pPr marL="0" indent="0">
              <a:lnSpc>
                <a:spcPct val="100000"/>
              </a:lnSpc>
              <a:spcBef>
                <a:spcPts val="600"/>
              </a:spcBef>
              <a:buNone/>
              <a:defRPr sz="2800">
                <a:solidFill>
                  <a:schemeClr val="accent3"/>
                </a:solidFill>
              </a:defRPr>
            </a:lvl1pPr>
            <a:lvl2pPr marL="365760" indent="0">
              <a:buNone/>
              <a:defRPr sz="2200">
                <a:solidFill>
                  <a:schemeClr val="accent3"/>
                </a:solidFill>
              </a:defRPr>
            </a:lvl2pPr>
            <a:lvl3pPr marL="731520" indent="0">
              <a:buNone/>
              <a:defRPr sz="2100">
                <a:solidFill>
                  <a:schemeClr val="accent3"/>
                </a:solidFill>
              </a:defRPr>
            </a:lvl3pPr>
            <a:lvl4pPr marL="2057400" indent="0">
              <a:buNone/>
              <a:defRPr sz="2000">
                <a:solidFill>
                  <a:schemeClr val="accent3"/>
                </a:solidFill>
              </a:defRPr>
            </a:lvl4pPr>
            <a:lvl5pPr marL="2743200" indent="0">
              <a:buNone/>
              <a:defRPr sz="2000">
                <a:solidFill>
                  <a:schemeClr val="accent3"/>
                </a:solidFill>
              </a:defRPr>
            </a:lvl5pPr>
          </a:lstStyle>
          <a:p>
            <a:pPr lvl="0"/>
            <a:r>
              <a:rPr lang="en-US"/>
              <a:t>Click to add a website or email address</a:t>
            </a:r>
          </a:p>
        </p:txBody>
      </p:sp>
      <p:sp>
        <p:nvSpPr>
          <p:cNvPr id="3" name="TextBox 4">
            <a:extLst>
              <a:ext uri="{FF2B5EF4-FFF2-40B4-BE49-F238E27FC236}">
                <a16:creationId xmlns:a16="http://schemas.microsoft.com/office/drawing/2014/main" id="{50615BBA-3709-50D7-A61C-9CF9B79E7B6F}"/>
              </a:ext>
            </a:extLst>
          </p:cNvPr>
          <p:cNvSpPr txBox="1"/>
          <p:nvPr userDrawn="1"/>
        </p:nvSpPr>
        <p:spPr>
          <a:xfrm>
            <a:off x="1252432" y="9855354"/>
            <a:ext cx="5029200" cy="246221"/>
          </a:xfrm>
          <a:prstGeom prst="rect">
            <a:avLst/>
          </a:prstGeom>
          <a:noFill/>
        </p:spPr>
        <p:txBody>
          <a:bodyPr wrap="square" lIns="0" anchor="b" anchorCtr="0">
            <a:spAutoFit/>
          </a:bodyPr>
          <a:lstStyle/>
          <a:p>
            <a:pPr marL="0" marR="0" lvl="0" indent="0" algn="l" defTabSz="548626" rtl="0" eaLnBrk="0" fontAlgn="auto" latinLnBrk="0" hangingPunct="0">
              <a:lnSpc>
                <a:spcPct val="100000"/>
              </a:lnSpc>
              <a:spcBef>
                <a:spcPts val="0"/>
              </a:spcBef>
              <a:spcAft>
                <a:spcPts val="0"/>
              </a:spcAft>
              <a:buClrTx/>
              <a:buSzTx/>
              <a:buFontTx/>
              <a:buNone/>
              <a:tabLst/>
              <a:defRPr/>
            </a:pPr>
            <a:r>
              <a:rPr kumimoji="0" lang="en-US" sz="1000" b="0" i="0" u="none" strike="noStrike" kern="300" cap="none" spc="100" normalizeH="0" baseline="0" noProof="0">
                <a:ln>
                  <a:noFill/>
                </a:ln>
                <a:solidFill>
                  <a:schemeClr val="accent3"/>
                </a:solidFill>
                <a:effectLst/>
                <a:uLnTx/>
                <a:uFillTx/>
                <a:latin typeface="+mn-lt"/>
                <a:ea typeface="Anova Bold" panose="020B0703020203020204" pitchFamily="34" charset="0"/>
                <a:cs typeface="Anova Light" panose="020B0403020203020204" pitchFamily="34" charset="0"/>
              </a:rPr>
              <a:t>Copyright © SAS Institute Inc. All rights reserved.</a:t>
            </a:r>
          </a:p>
        </p:txBody>
      </p:sp>
      <p:sp>
        <p:nvSpPr>
          <p:cNvPr id="4" name="Title Placeholder 1">
            <a:extLst>
              <a:ext uri="{FF2B5EF4-FFF2-40B4-BE49-F238E27FC236}">
                <a16:creationId xmlns:a16="http://schemas.microsoft.com/office/drawing/2014/main" id="{D4B2F2F3-887A-DCB3-23D3-5ED58F01CCB0}"/>
              </a:ext>
            </a:extLst>
          </p:cNvPr>
          <p:cNvSpPr>
            <a:spLocks noGrp="1"/>
          </p:cNvSpPr>
          <p:nvPr>
            <p:ph type="title" hasCustomPrompt="1"/>
          </p:nvPr>
        </p:nvSpPr>
        <p:spPr>
          <a:xfrm>
            <a:off x="1252432" y="4444770"/>
            <a:ext cx="14267075" cy="1397460"/>
          </a:xfrm>
          <a:prstGeom prst="rect">
            <a:avLst/>
          </a:prstGeom>
        </p:spPr>
        <p:txBody>
          <a:bodyPr vert="horz" wrap="square" lIns="0" tIns="0" rIns="0" bIns="0" rtlCol="0" anchor="b" anchorCtr="0">
            <a:normAutofit/>
          </a:bodyPr>
          <a:lstStyle>
            <a:lvl1pPr>
              <a:lnSpc>
                <a:spcPct val="100000"/>
              </a:lnSpc>
              <a:spcBef>
                <a:spcPts val="600"/>
              </a:spcBef>
              <a:defRPr sz="7000">
                <a:solidFill>
                  <a:schemeClr val="bg1"/>
                </a:solidFill>
              </a:defRPr>
            </a:lvl1pPr>
          </a:lstStyle>
          <a:p>
            <a:r>
              <a:rPr lang="en-US"/>
              <a:t>Click to add presentation closing</a:t>
            </a:r>
          </a:p>
        </p:txBody>
      </p:sp>
    </p:spTree>
    <p:custDataLst>
      <p:tags r:id="rId1"/>
    </p:custDataLst>
    <p:extLst>
      <p:ext uri="{BB962C8B-B14F-4D97-AF65-F5344CB8AC3E}">
        <p14:creationId xmlns:p14="http://schemas.microsoft.com/office/powerpoint/2010/main" val="22600851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SAS - Alternate Closing 1">
    <p:bg>
      <p:bgPr>
        <a:solidFill>
          <a:schemeClr val="bg1"/>
        </a:solidFill>
        <a:effectLst/>
      </p:bgPr>
    </p:bg>
    <p:spTree>
      <p:nvGrpSpPr>
        <p:cNvPr id="1" name=""/>
        <p:cNvGrpSpPr/>
        <p:nvPr/>
      </p:nvGrpSpPr>
      <p:grpSpPr>
        <a:xfrm>
          <a:off x="0" y="0"/>
          <a:ext cx="0" cy="0"/>
          <a:chOff x="0" y="0"/>
          <a:chExt cx="0" cy="0"/>
        </a:xfrm>
      </p:grpSpPr>
      <p:sp>
        <p:nvSpPr>
          <p:cNvPr id="2" name="Text Placeholder 15">
            <a:extLst>
              <a:ext uri="{FF2B5EF4-FFF2-40B4-BE49-F238E27FC236}">
                <a16:creationId xmlns:a16="http://schemas.microsoft.com/office/drawing/2014/main" id="{514B8423-CFFD-1921-7480-8BEC78F05FFD}"/>
              </a:ext>
            </a:extLst>
          </p:cNvPr>
          <p:cNvSpPr>
            <a:spLocks noGrp="1"/>
          </p:cNvSpPr>
          <p:nvPr>
            <p:ph type="body" sz="quarter" idx="11" hasCustomPrompt="1"/>
          </p:nvPr>
        </p:nvSpPr>
        <p:spPr>
          <a:xfrm>
            <a:off x="1252433" y="8276977"/>
            <a:ext cx="8233214" cy="1057522"/>
          </a:xfrm>
          <a:prstGeom prst="rect">
            <a:avLst/>
          </a:prstGeom>
        </p:spPr>
        <p:txBody>
          <a:bodyPr wrap="square" anchor="ctr" anchorCtr="0">
            <a:normAutofit/>
          </a:bodyPr>
          <a:lstStyle>
            <a:lvl1pPr marL="0" indent="0">
              <a:lnSpc>
                <a:spcPct val="100000"/>
              </a:lnSpc>
              <a:spcBef>
                <a:spcPts val="600"/>
              </a:spcBef>
              <a:buNone/>
              <a:defRPr sz="2800">
                <a:solidFill>
                  <a:schemeClr val="accent2"/>
                </a:solidFill>
              </a:defRPr>
            </a:lvl1pPr>
            <a:lvl2pPr marL="365760" indent="0">
              <a:buNone/>
              <a:defRPr sz="2200">
                <a:solidFill>
                  <a:schemeClr val="accent3"/>
                </a:solidFill>
              </a:defRPr>
            </a:lvl2pPr>
            <a:lvl3pPr marL="731520" indent="0">
              <a:buNone/>
              <a:defRPr sz="2100">
                <a:solidFill>
                  <a:schemeClr val="accent3"/>
                </a:solidFill>
              </a:defRPr>
            </a:lvl3pPr>
            <a:lvl4pPr marL="2057400" indent="0">
              <a:buNone/>
              <a:defRPr sz="2000">
                <a:solidFill>
                  <a:schemeClr val="accent3"/>
                </a:solidFill>
              </a:defRPr>
            </a:lvl4pPr>
            <a:lvl5pPr marL="2743200" indent="0">
              <a:buNone/>
              <a:defRPr sz="2000">
                <a:solidFill>
                  <a:schemeClr val="accent3"/>
                </a:solidFill>
              </a:defRPr>
            </a:lvl5pPr>
          </a:lstStyle>
          <a:p>
            <a:pPr lvl="0"/>
            <a:r>
              <a:rPr lang="en-US"/>
              <a:t>Click to add a website or email address</a:t>
            </a:r>
          </a:p>
        </p:txBody>
      </p:sp>
      <p:sp>
        <p:nvSpPr>
          <p:cNvPr id="3" name="TextBox 4">
            <a:extLst>
              <a:ext uri="{FF2B5EF4-FFF2-40B4-BE49-F238E27FC236}">
                <a16:creationId xmlns:a16="http://schemas.microsoft.com/office/drawing/2014/main" id="{50615BBA-3709-50D7-A61C-9CF9B79E7B6F}"/>
              </a:ext>
            </a:extLst>
          </p:cNvPr>
          <p:cNvSpPr txBox="1"/>
          <p:nvPr userDrawn="1"/>
        </p:nvSpPr>
        <p:spPr>
          <a:xfrm>
            <a:off x="1252432" y="9855354"/>
            <a:ext cx="5029200" cy="246221"/>
          </a:xfrm>
          <a:prstGeom prst="rect">
            <a:avLst/>
          </a:prstGeom>
          <a:noFill/>
        </p:spPr>
        <p:txBody>
          <a:bodyPr wrap="square" lIns="0" anchor="b" anchorCtr="0">
            <a:spAutoFit/>
          </a:bodyPr>
          <a:lstStyle/>
          <a:p>
            <a:pPr marL="0" marR="0" lvl="0" indent="0" algn="l" defTabSz="548626" rtl="0" eaLnBrk="0" fontAlgn="auto" latinLnBrk="0" hangingPunct="0">
              <a:lnSpc>
                <a:spcPct val="100000"/>
              </a:lnSpc>
              <a:spcBef>
                <a:spcPts val="0"/>
              </a:spcBef>
              <a:spcAft>
                <a:spcPts val="0"/>
              </a:spcAft>
              <a:buClrTx/>
              <a:buSzTx/>
              <a:buFontTx/>
              <a:buNone/>
              <a:tabLst/>
              <a:defRPr/>
            </a:pPr>
            <a:r>
              <a:rPr kumimoji="0" lang="en-US" sz="1000" b="0" i="0" u="none" strike="noStrike" kern="300" cap="none" spc="100" normalizeH="0" baseline="0" noProof="0">
                <a:ln>
                  <a:noFill/>
                </a:ln>
                <a:solidFill>
                  <a:schemeClr val="accent3"/>
                </a:solidFill>
                <a:effectLst/>
                <a:uLnTx/>
                <a:uFillTx/>
                <a:latin typeface="+mn-lt"/>
                <a:ea typeface="Anova Bold" panose="020B0703020203020204" pitchFamily="34" charset="0"/>
                <a:cs typeface="Anova Light" panose="020B0403020203020204" pitchFamily="34" charset="0"/>
              </a:rPr>
              <a:t>Copyright © SAS Institute Inc. All rights reserved.</a:t>
            </a:r>
          </a:p>
        </p:txBody>
      </p:sp>
      <p:sp>
        <p:nvSpPr>
          <p:cNvPr id="4" name="Title Placeholder 1">
            <a:extLst>
              <a:ext uri="{FF2B5EF4-FFF2-40B4-BE49-F238E27FC236}">
                <a16:creationId xmlns:a16="http://schemas.microsoft.com/office/drawing/2014/main" id="{D4B2F2F3-887A-DCB3-23D3-5ED58F01CCB0}"/>
              </a:ext>
            </a:extLst>
          </p:cNvPr>
          <p:cNvSpPr>
            <a:spLocks noGrp="1"/>
          </p:cNvSpPr>
          <p:nvPr>
            <p:ph type="title" hasCustomPrompt="1"/>
          </p:nvPr>
        </p:nvSpPr>
        <p:spPr>
          <a:xfrm>
            <a:off x="1252432" y="2909924"/>
            <a:ext cx="8231810" cy="3436008"/>
          </a:xfrm>
          <a:prstGeom prst="rect">
            <a:avLst/>
          </a:prstGeom>
        </p:spPr>
        <p:txBody>
          <a:bodyPr vert="horz" wrap="square" lIns="0" tIns="0" rIns="0" bIns="0" rtlCol="0" anchor="b" anchorCtr="0">
            <a:normAutofit/>
          </a:bodyPr>
          <a:lstStyle>
            <a:lvl1pPr>
              <a:lnSpc>
                <a:spcPct val="100000"/>
              </a:lnSpc>
              <a:spcBef>
                <a:spcPts val="600"/>
              </a:spcBef>
              <a:defRPr sz="6000">
                <a:solidFill>
                  <a:schemeClr val="bg2"/>
                </a:solidFill>
              </a:defRPr>
            </a:lvl1pPr>
          </a:lstStyle>
          <a:p>
            <a:r>
              <a:rPr lang="en-US"/>
              <a:t>Click to add presentation closing</a:t>
            </a:r>
          </a:p>
        </p:txBody>
      </p:sp>
      <p:grpSp>
        <p:nvGrpSpPr>
          <p:cNvPr id="5" name="Group 4">
            <a:extLst>
              <a:ext uri="{FF2B5EF4-FFF2-40B4-BE49-F238E27FC236}">
                <a16:creationId xmlns:a16="http://schemas.microsoft.com/office/drawing/2014/main" id="{C331C0DD-98C5-5FC8-6810-0BF61FEA404F}"/>
              </a:ext>
            </a:extLst>
          </p:cNvPr>
          <p:cNvGrpSpPr/>
          <p:nvPr userDrawn="1"/>
        </p:nvGrpSpPr>
        <p:grpSpPr>
          <a:xfrm rot="18900000">
            <a:off x="8782882" y="2384859"/>
            <a:ext cx="12374301" cy="6112561"/>
            <a:chOff x="9121309" y="1820106"/>
            <a:chExt cx="9457896" cy="4671938"/>
          </a:xfrm>
        </p:grpSpPr>
        <p:sp>
          <p:nvSpPr>
            <p:cNvPr id="6" name="Rounded Rectangle 5">
              <a:extLst>
                <a:ext uri="{FF2B5EF4-FFF2-40B4-BE49-F238E27FC236}">
                  <a16:creationId xmlns:a16="http://schemas.microsoft.com/office/drawing/2014/main" id="{23CE4327-B54D-4CC6-87DE-4600BBA2BDE8}"/>
                </a:ext>
              </a:extLst>
            </p:cNvPr>
            <p:cNvSpPr>
              <a:spLocks noChangeAspect="1"/>
            </p:cNvSpPr>
            <p:nvPr userDrawn="1"/>
          </p:nvSpPr>
          <p:spPr>
            <a:xfrm>
              <a:off x="11516687" y="3213320"/>
              <a:ext cx="974851" cy="455363"/>
            </a:xfrm>
            <a:prstGeom prst="roundRect">
              <a:avLst>
                <a:gd name="adj" fmla="val 50000"/>
              </a:avLst>
            </a:prstGeom>
            <a:solidFill>
              <a:srgbClr val="C6DE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3600" kern="1200">
                  <a:solidFill>
                    <a:schemeClr val="lt1"/>
                  </a:solidFill>
                  <a:latin typeface="+mn-lt"/>
                  <a:ea typeface="+mn-ea"/>
                  <a:cs typeface="+mn-cs"/>
                </a:defRPr>
              </a:lvl1pPr>
              <a:lvl2pPr marL="914400" algn="l" defTabSz="914400" rtl="0" eaLnBrk="1" latinLnBrk="0" hangingPunct="1">
                <a:defRPr sz="3600" kern="1200">
                  <a:solidFill>
                    <a:schemeClr val="lt1"/>
                  </a:solidFill>
                  <a:latin typeface="+mn-lt"/>
                  <a:ea typeface="+mn-ea"/>
                  <a:cs typeface="+mn-cs"/>
                </a:defRPr>
              </a:lvl2pPr>
              <a:lvl3pPr marL="1828800" algn="l" defTabSz="914400" rtl="0" eaLnBrk="1" latinLnBrk="0" hangingPunct="1">
                <a:defRPr sz="3600" kern="1200">
                  <a:solidFill>
                    <a:schemeClr val="lt1"/>
                  </a:solidFill>
                  <a:latin typeface="+mn-lt"/>
                  <a:ea typeface="+mn-ea"/>
                  <a:cs typeface="+mn-cs"/>
                </a:defRPr>
              </a:lvl3pPr>
              <a:lvl4pPr marL="2743200" algn="l" defTabSz="914400" rtl="0" eaLnBrk="1" latinLnBrk="0" hangingPunct="1">
                <a:defRPr sz="3600" kern="1200">
                  <a:solidFill>
                    <a:schemeClr val="lt1"/>
                  </a:solidFill>
                  <a:latin typeface="+mn-lt"/>
                  <a:ea typeface="+mn-ea"/>
                  <a:cs typeface="+mn-cs"/>
                </a:defRPr>
              </a:lvl4pPr>
              <a:lvl5pPr marL="3657600" algn="l" defTabSz="914400" rtl="0" eaLnBrk="1" latinLnBrk="0" hangingPunct="1">
                <a:defRPr sz="3600" kern="1200">
                  <a:solidFill>
                    <a:schemeClr val="lt1"/>
                  </a:solidFill>
                  <a:latin typeface="+mn-lt"/>
                  <a:ea typeface="+mn-ea"/>
                  <a:cs typeface="+mn-cs"/>
                </a:defRPr>
              </a:lvl5pPr>
              <a:lvl6pPr marL="4572000" algn="l" defTabSz="914400" rtl="0" eaLnBrk="1" latinLnBrk="0" hangingPunct="1">
                <a:defRPr sz="3600" kern="1200">
                  <a:solidFill>
                    <a:schemeClr val="lt1"/>
                  </a:solidFill>
                  <a:latin typeface="+mn-lt"/>
                  <a:ea typeface="+mn-ea"/>
                  <a:cs typeface="+mn-cs"/>
                </a:defRPr>
              </a:lvl6pPr>
              <a:lvl7pPr marL="5486400" algn="l" defTabSz="914400" rtl="0" eaLnBrk="1" latinLnBrk="0" hangingPunct="1">
                <a:defRPr sz="3600" kern="1200">
                  <a:solidFill>
                    <a:schemeClr val="lt1"/>
                  </a:solidFill>
                  <a:latin typeface="+mn-lt"/>
                  <a:ea typeface="+mn-ea"/>
                  <a:cs typeface="+mn-cs"/>
                </a:defRPr>
              </a:lvl7pPr>
              <a:lvl8pPr marL="6400800" algn="l" defTabSz="914400" rtl="0" eaLnBrk="1" latinLnBrk="0" hangingPunct="1">
                <a:defRPr sz="3600" kern="1200">
                  <a:solidFill>
                    <a:schemeClr val="lt1"/>
                  </a:solidFill>
                  <a:latin typeface="+mn-lt"/>
                  <a:ea typeface="+mn-ea"/>
                  <a:cs typeface="+mn-cs"/>
                </a:defRPr>
              </a:lvl8pPr>
              <a:lvl9pPr marL="7315200" algn="l" defTabSz="914400" rtl="0" eaLnBrk="1" latinLnBrk="0" hangingPunct="1">
                <a:defRPr sz="3600" kern="1200">
                  <a:solidFill>
                    <a:schemeClr val="lt1"/>
                  </a:solidFill>
                  <a:latin typeface="+mn-lt"/>
                  <a:ea typeface="+mn-ea"/>
                  <a:cs typeface="+mn-cs"/>
                </a:defRPr>
              </a:lvl9pPr>
            </a:lstStyle>
            <a:p>
              <a:pPr algn="ctr"/>
              <a:endParaRPr lang="en-US" sz="1800"/>
            </a:p>
          </p:txBody>
        </p:sp>
        <p:sp>
          <p:nvSpPr>
            <p:cNvPr id="7" name="Rounded Rectangle 6">
              <a:extLst>
                <a:ext uri="{FF2B5EF4-FFF2-40B4-BE49-F238E27FC236}">
                  <a16:creationId xmlns:a16="http://schemas.microsoft.com/office/drawing/2014/main" id="{92411EAF-CA83-027F-360A-C7197A4FAA07}"/>
                </a:ext>
              </a:extLst>
            </p:cNvPr>
            <p:cNvSpPr>
              <a:spLocks noChangeAspect="1"/>
            </p:cNvSpPr>
            <p:nvPr userDrawn="1"/>
          </p:nvSpPr>
          <p:spPr>
            <a:xfrm>
              <a:off x="12401322" y="5087212"/>
              <a:ext cx="974851" cy="455363"/>
            </a:xfrm>
            <a:prstGeom prst="roundRect">
              <a:avLst>
                <a:gd name="adj" fmla="val 50000"/>
              </a:avLst>
            </a:prstGeom>
            <a:solidFill>
              <a:srgbClr val="C6DE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3600" kern="1200">
                  <a:solidFill>
                    <a:schemeClr val="lt1"/>
                  </a:solidFill>
                  <a:latin typeface="+mn-lt"/>
                  <a:ea typeface="+mn-ea"/>
                  <a:cs typeface="+mn-cs"/>
                </a:defRPr>
              </a:lvl1pPr>
              <a:lvl2pPr marL="914400" algn="l" defTabSz="914400" rtl="0" eaLnBrk="1" latinLnBrk="0" hangingPunct="1">
                <a:defRPr sz="3600" kern="1200">
                  <a:solidFill>
                    <a:schemeClr val="lt1"/>
                  </a:solidFill>
                  <a:latin typeface="+mn-lt"/>
                  <a:ea typeface="+mn-ea"/>
                  <a:cs typeface="+mn-cs"/>
                </a:defRPr>
              </a:lvl2pPr>
              <a:lvl3pPr marL="1828800" algn="l" defTabSz="914400" rtl="0" eaLnBrk="1" latinLnBrk="0" hangingPunct="1">
                <a:defRPr sz="3600" kern="1200">
                  <a:solidFill>
                    <a:schemeClr val="lt1"/>
                  </a:solidFill>
                  <a:latin typeface="+mn-lt"/>
                  <a:ea typeface="+mn-ea"/>
                  <a:cs typeface="+mn-cs"/>
                </a:defRPr>
              </a:lvl3pPr>
              <a:lvl4pPr marL="2743200" algn="l" defTabSz="914400" rtl="0" eaLnBrk="1" latinLnBrk="0" hangingPunct="1">
                <a:defRPr sz="3600" kern="1200">
                  <a:solidFill>
                    <a:schemeClr val="lt1"/>
                  </a:solidFill>
                  <a:latin typeface="+mn-lt"/>
                  <a:ea typeface="+mn-ea"/>
                  <a:cs typeface="+mn-cs"/>
                </a:defRPr>
              </a:lvl4pPr>
              <a:lvl5pPr marL="3657600" algn="l" defTabSz="914400" rtl="0" eaLnBrk="1" latinLnBrk="0" hangingPunct="1">
                <a:defRPr sz="3600" kern="1200">
                  <a:solidFill>
                    <a:schemeClr val="lt1"/>
                  </a:solidFill>
                  <a:latin typeface="+mn-lt"/>
                  <a:ea typeface="+mn-ea"/>
                  <a:cs typeface="+mn-cs"/>
                </a:defRPr>
              </a:lvl5pPr>
              <a:lvl6pPr marL="4572000" algn="l" defTabSz="914400" rtl="0" eaLnBrk="1" latinLnBrk="0" hangingPunct="1">
                <a:defRPr sz="3600" kern="1200">
                  <a:solidFill>
                    <a:schemeClr val="lt1"/>
                  </a:solidFill>
                  <a:latin typeface="+mn-lt"/>
                  <a:ea typeface="+mn-ea"/>
                  <a:cs typeface="+mn-cs"/>
                </a:defRPr>
              </a:lvl6pPr>
              <a:lvl7pPr marL="5486400" algn="l" defTabSz="914400" rtl="0" eaLnBrk="1" latinLnBrk="0" hangingPunct="1">
                <a:defRPr sz="3600" kern="1200">
                  <a:solidFill>
                    <a:schemeClr val="lt1"/>
                  </a:solidFill>
                  <a:latin typeface="+mn-lt"/>
                  <a:ea typeface="+mn-ea"/>
                  <a:cs typeface="+mn-cs"/>
                </a:defRPr>
              </a:lvl7pPr>
              <a:lvl8pPr marL="6400800" algn="l" defTabSz="914400" rtl="0" eaLnBrk="1" latinLnBrk="0" hangingPunct="1">
                <a:defRPr sz="3600" kern="1200">
                  <a:solidFill>
                    <a:schemeClr val="lt1"/>
                  </a:solidFill>
                  <a:latin typeface="+mn-lt"/>
                  <a:ea typeface="+mn-ea"/>
                  <a:cs typeface="+mn-cs"/>
                </a:defRPr>
              </a:lvl8pPr>
              <a:lvl9pPr marL="7315200" algn="l" defTabSz="914400" rtl="0" eaLnBrk="1" latinLnBrk="0" hangingPunct="1">
                <a:defRPr sz="3600" kern="1200">
                  <a:solidFill>
                    <a:schemeClr val="lt1"/>
                  </a:solidFill>
                  <a:latin typeface="+mn-lt"/>
                  <a:ea typeface="+mn-ea"/>
                  <a:cs typeface="+mn-cs"/>
                </a:defRPr>
              </a:lvl9pPr>
            </a:lstStyle>
            <a:p>
              <a:pPr algn="ctr"/>
              <a:endParaRPr lang="en-US" sz="1800"/>
            </a:p>
          </p:txBody>
        </p:sp>
        <p:sp>
          <p:nvSpPr>
            <p:cNvPr id="8" name="Rounded Rectangle 7">
              <a:extLst>
                <a:ext uri="{FF2B5EF4-FFF2-40B4-BE49-F238E27FC236}">
                  <a16:creationId xmlns:a16="http://schemas.microsoft.com/office/drawing/2014/main" id="{37CC5113-D92F-6626-26DE-48E02979B5ED}"/>
                </a:ext>
              </a:extLst>
            </p:cNvPr>
            <p:cNvSpPr>
              <a:spLocks noChangeAspect="1"/>
            </p:cNvSpPr>
            <p:nvPr userDrawn="1"/>
          </p:nvSpPr>
          <p:spPr>
            <a:xfrm>
              <a:off x="13811075" y="5087212"/>
              <a:ext cx="974851" cy="455363"/>
            </a:xfrm>
            <a:prstGeom prst="roundRect">
              <a:avLst>
                <a:gd name="adj" fmla="val 50000"/>
              </a:avLst>
            </a:prstGeom>
            <a:solidFill>
              <a:srgbClr val="C6DE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3600" kern="1200">
                  <a:solidFill>
                    <a:schemeClr val="lt1"/>
                  </a:solidFill>
                  <a:latin typeface="+mn-lt"/>
                  <a:ea typeface="+mn-ea"/>
                  <a:cs typeface="+mn-cs"/>
                </a:defRPr>
              </a:lvl1pPr>
              <a:lvl2pPr marL="914400" algn="l" defTabSz="914400" rtl="0" eaLnBrk="1" latinLnBrk="0" hangingPunct="1">
                <a:defRPr sz="3600" kern="1200">
                  <a:solidFill>
                    <a:schemeClr val="lt1"/>
                  </a:solidFill>
                  <a:latin typeface="+mn-lt"/>
                  <a:ea typeface="+mn-ea"/>
                  <a:cs typeface="+mn-cs"/>
                </a:defRPr>
              </a:lvl2pPr>
              <a:lvl3pPr marL="1828800" algn="l" defTabSz="914400" rtl="0" eaLnBrk="1" latinLnBrk="0" hangingPunct="1">
                <a:defRPr sz="3600" kern="1200">
                  <a:solidFill>
                    <a:schemeClr val="lt1"/>
                  </a:solidFill>
                  <a:latin typeface="+mn-lt"/>
                  <a:ea typeface="+mn-ea"/>
                  <a:cs typeface="+mn-cs"/>
                </a:defRPr>
              </a:lvl3pPr>
              <a:lvl4pPr marL="2743200" algn="l" defTabSz="914400" rtl="0" eaLnBrk="1" latinLnBrk="0" hangingPunct="1">
                <a:defRPr sz="3600" kern="1200">
                  <a:solidFill>
                    <a:schemeClr val="lt1"/>
                  </a:solidFill>
                  <a:latin typeface="+mn-lt"/>
                  <a:ea typeface="+mn-ea"/>
                  <a:cs typeface="+mn-cs"/>
                </a:defRPr>
              </a:lvl4pPr>
              <a:lvl5pPr marL="3657600" algn="l" defTabSz="914400" rtl="0" eaLnBrk="1" latinLnBrk="0" hangingPunct="1">
                <a:defRPr sz="3600" kern="1200">
                  <a:solidFill>
                    <a:schemeClr val="lt1"/>
                  </a:solidFill>
                  <a:latin typeface="+mn-lt"/>
                  <a:ea typeface="+mn-ea"/>
                  <a:cs typeface="+mn-cs"/>
                </a:defRPr>
              </a:lvl5pPr>
              <a:lvl6pPr marL="4572000" algn="l" defTabSz="914400" rtl="0" eaLnBrk="1" latinLnBrk="0" hangingPunct="1">
                <a:defRPr sz="3600" kern="1200">
                  <a:solidFill>
                    <a:schemeClr val="lt1"/>
                  </a:solidFill>
                  <a:latin typeface="+mn-lt"/>
                  <a:ea typeface="+mn-ea"/>
                  <a:cs typeface="+mn-cs"/>
                </a:defRPr>
              </a:lvl6pPr>
              <a:lvl7pPr marL="5486400" algn="l" defTabSz="914400" rtl="0" eaLnBrk="1" latinLnBrk="0" hangingPunct="1">
                <a:defRPr sz="3600" kern="1200">
                  <a:solidFill>
                    <a:schemeClr val="lt1"/>
                  </a:solidFill>
                  <a:latin typeface="+mn-lt"/>
                  <a:ea typeface="+mn-ea"/>
                  <a:cs typeface="+mn-cs"/>
                </a:defRPr>
              </a:lvl7pPr>
              <a:lvl8pPr marL="6400800" algn="l" defTabSz="914400" rtl="0" eaLnBrk="1" latinLnBrk="0" hangingPunct="1">
                <a:defRPr sz="3600" kern="1200">
                  <a:solidFill>
                    <a:schemeClr val="lt1"/>
                  </a:solidFill>
                  <a:latin typeface="+mn-lt"/>
                  <a:ea typeface="+mn-ea"/>
                  <a:cs typeface="+mn-cs"/>
                </a:defRPr>
              </a:lvl8pPr>
              <a:lvl9pPr marL="7315200" algn="l" defTabSz="914400" rtl="0" eaLnBrk="1" latinLnBrk="0" hangingPunct="1">
                <a:defRPr sz="3600" kern="1200">
                  <a:solidFill>
                    <a:schemeClr val="lt1"/>
                  </a:solidFill>
                  <a:latin typeface="+mn-lt"/>
                  <a:ea typeface="+mn-ea"/>
                  <a:cs typeface="+mn-cs"/>
                </a:defRPr>
              </a:lvl9pPr>
            </a:lstStyle>
            <a:p>
              <a:pPr algn="ctr"/>
              <a:endParaRPr lang="en-US" sz="1800"/>
            </a:p>
          </p:txBody>
        </p:sp>
        <p:sp>
          <p:nvSpPr>
            <p:cNvPr id="9" name="Rounded Rectangle 8">
              <a:extLst>
                <a:ext uri="{FF2B5EF4-FFF2-40B4-BE49-F238E27FC236}">
                  <a16:creationId xmlns:a16="http://schemas.microsoft.com/office/drawing/2014/main" id="{110987F5-DD40-E463-8F81-4AAC5A5BB15A}"/>
                </a:ext>
              </a:extLst>
            </p:cNvPr>
            <p:cNvSpPr>
              <a:spLocks noChangeAspect="1"/>
            </p:cNvSpPr>
            <p:nvPr userDrawn="1"/>
          </p:nvSpPr>
          <p:spPr>
            <a:xfrm>
              <a:off x="13802627" y="6036681"/>
              <a:ext cx="974851" cy="455363"/>
            </a:xfrm>
            <a:prstGeom prst="roundRect">
              <a:avLst>
                <a:gd name="adj" fmla="val 50000"/>
              </a:avLst>
            </a:prstGeom>
            <a:solidFill>
              <a:srgbClr val="C6DE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3600" kern="1200">
                  <a:solidFill>
                    <a:schemeClr val="lt1"/>
                  </a:solidFill>
                  <a:latin typeface="+mn-lt"/>
                  <a:ea typeface="+mn-ea"/>
                  <a:cs typeface="+mn-cs"/>
                </a:defRPr>
              </a:lvl1pPr>
              <a:lvl2pPr marL="914400" algn="l" defTabSz="914400" rtl="0" eaLnBrk="1" latinLnBrk="0" hangingPunct="1">
                <a:defRPr sz="3600" kern="1200">
                  <a:solidFill>
                    <a:schemeClr val="lt1"/>
                  </a:solidFill>
                  <a:latin typeface="+mn-lt"/>
                  <a:ea typeface="+mn-ea"/>
                  <a:cs typeface="+mn-cs"/>
                </a:defRPr>
              </a:lvl2pPr>
              <a:lvl3pPr marL="1828800" algn="l" defTabSz="914400" rtl="0" eaLnBrk="1" latinLnBrk="0" hangingPunct="1">
                <a:defRPr sz="3600" kern="1200">
                  <a:solidFill>
                    <a:schemeClr val="lt1"/>
                  </a:solidFill>
                  <a:latin typeface="+mn-lt"/>
                  <a:ea typeface="+mn-ea"/>
                  <a:cs typeface="+mn-cs"/>
                </a:defRPr>
              </a:lvl3pPr>
              <a:lvl4pPr marL="2743200" algn="l" defTabSz="914400" rtl="0" eaLnBrk="1" latinLnBrk="0" hangingPunct="1">
                <a:defRPr sz="3600" kern="1200">
                  <a:solidFill>
                    <a:schemeClr val="lt1"/>
                  </a:solidFill>
                  <a:latin typeface="+mn-lt"/>
                  <a:ea typeface="+mn-ea"/>
                  <a:cs typeface="+mn-cs"/>
                </a:defRPr>
              </a:lvl4pPr>
              <a:lvl5pPr marL="3657600" algn="l" defTabSz="914400" rtl="0" eaLnBrk="1" latinLnBrk="0" hangingPunct="1">
                <a:defRPr sz="3600" kern="1200">
                  <a:solidFill>
                    <a:schemeClr val="lt1"/>
                  </a:solidFill>
                  <a:latin typeface="+mn-lt"/>
                  <a:ea typeface="+mn-ea"/>
                  <a:cs typeface="+mn-cs"/>
                </a:defRPr>
              </a:lvl5pPr>
              <a:lvl6pPr marL="4572000" algn="l" defTabSz="914400" rtl="0" eaLnBrk="1" latinLnBrk="0" hangingPunct="1">
                <a:defRPr sz="3600" kern="1200">
                  <a:solidFill>
                    <a:schemeClr val="lt1"/>
                  </a:solidFill>
                  <a:latin typeface="+mn-lt"/>
                  <a:ea typeface="+mn-ea"/>
                  <a:cs typeface="+mn-cs"/>
                </a:defRPr>
              </a:lvl6pPr>
              <a:lvl7pPr marL="5486400" algn="l" defTabSz="914400" rtl="0" eaLnBrk="1" latinLnBrk="0" hangingPunct="1">
                <a:defRPr sz="3600" kern="1200">
                  <a:solidFill>
                    <a:schemeClr val="lt1"/>
                  </a:solidFill>
                  <a:latin typeface="+mn-lt"/>
                  <a:ea typeface="+mn-ea"/>
                  <a:cs typeface="+mn-cs"/>
                </a:defRPr>
              </a:lvl7pPr>
              <a:lvl8pPr marL="6400800" algn="l" defTabSz="914400" rtl="0" eaLnBrk="1" latinLnBrk="0" hangingPunct="1">
                <a:defRPr sz="3600" kern="1200">
                  <a:solidFill>
                    <a:schemeClr val="lt1"/>
                  </a:solidFill>
                  <a:latin typeface="+mn-lt"/>
                  <a:ea typeface="+mn-ea"/>
                  <a:cs typeface="+mn-cs"/>
                </a:defRPr>
              </a:lvl8pPr>
              <a:lvl9pPr marL="7315200" algn="l" defTabSz="914400" rtl="0" eaLnBrk="1" latinLnBrk="0" hangingPunct="1">
                <a:defRPr sz="3600" kern="1200">
                  <a:solidFill>
                    <a:schemeClr val="lt1"/>
                  </a:solidFill>
                  <a:latin typeface="+mn-lt"/>
                  <a:ea typeface="+mn-ea"/>
                  <a:cs typeface="+mn-cs"/>
                </a:defRPr>
              </a:lvl9pPr>
            </a:lstStyle>
            <a:p>
              <a:pPr algn="ctr"/>
              <a:endParaRPr lang="en-US" sz="1800"/>
            </a:p>
          </p:txBody>
        </p:sp>
        <p:sp>
          <p:nvSpPr>
            <p:cNvPr id="10" name="Oval 9">
              <a:extLst>
                <a:ext uri="{FF2B5EF4-FFF2-40B4-BE49-F238E27FC236}">
                  <a16:creationId xmlns:a16="http://schemas.microsoft.com/office/drawing/2014/main" id="{FE4871FB-60CF-A23E-B1EA-82D9CECC351C}"/>
                </a:ext>
              </a:extLst>
            </p:cNvPr>
            <p:cNvSpPr>
              <a:spLocks noChangeAspect="1"/>
            </p:cNvSpPr>
            <p:nvPr userDrawn="1"/>
          </p:nvSpPr>
          <p:spPr>
            <a:xfrm>
              <a:off x="12171379" y="4607179"/>
              <a:ext cx="483678" cy="483678"/>
            </a:xfrm>
            <a:prstGeom prst="ellipse">
              <a:avLst/>
            </a:prstGeom>
            <a:solidFill>
              <a:srgbClr val="4398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3600" kern="1200">
                  <a:solidFill>
                    <a:schemeClr val="lt1"/>
                  </a:solidFill>
                  <a:latin typeface="+mn-lt"/>
                  <a:ea typeface="+mn-ea"/>
                  <a:cs typeface="+mn-cs"/>
                </a:defRPr>
              </a:lvl1pPr>
              <a:lvl2pPr marL="914400" algn="l" defTabSz="914400" rtl="0" eaLnBrk="1" latinLnBrk="0" hangingPunct="1">
                <a:defRPr sz="3600" kern="1200">
                  <a:solidFill>
                    <a:schemeClr val="lt1"/>
                  </a:solidFill>
                  <a:latin typeface="+mn-lt"/>
                  <a:ea typeface="+mn-ea"/>
                  <a:cs typeface="+mn-cs"/>
                </a:defRPr>
              </a:lvl2pPr>
              <a:lvl3pPr marL="1828800" algn="l" defTabSz="914400" rtl="0" eaLnBrk="1" latinLnBrk="0" hangingPunct="1">
                <a:defRPr sz="3600" kern="1200">
                  <a:solidFill>
                    <a:schemeClr val="lt1"/>
                  </a:solidFill>
                  <a:latin typeface="+mn-lt"/>
                  <a:ea typeface="+mn-ea"/>
                  <a:cs typeface="+mn-cs"/>
                </a:defRPr>
              </a:lvl3pPr>
              <a:lvl4pPr marL="2743200" algn="l" defTabSz="914400" rtl="0" eaLnBrk="1" latinLnBrk="0" hangingPunct="1">
                <a:defRPr sz="3600" kern="1200">
                  <a:solidFill>
                    <a:schemeClr val="lt1"/>
                  </a:solidFill>
                  <a:latin typeface="+mn-lt"/>
                  <a:ea typeface="+mn-ea"/>
                  <a:cs typeface="+mn-cs"/>
                </a:defRPr>
              </a:lvl4pPr>
              <a:lvl5pPr marL="3657600" algn="l" defTabSz="914400" rtl="0" eaLnBrk="1" latinLnBrk="0" hangingPunct="1">
                <a:defRPr sz="3600" kern="1200">
                  <a:solidFill>
                    <a:schemeClr val="lt1"/>
                  </a:solidFill>
                  <a:latin typeface="+mn-lt"/>
                  <a:ea typeface="+mn-ea"/>
                  <a:cs typeface="+mn-cs"/>
                </a:defRPr>
              </a:lvl5pPr>
              <a:lvl6pPr marL="4572000" algn="l" defTabSz="914400" rtl="0" eaLnBrk="1" latinLnBrk="0" hangingPunct="1">
                <a:defRPr sz="3600" kern="1200">
                  <a:solidFill>
                    <a:schemeClr val="lt1"/>
                  </a:solidFill>
                  <a:latin typeface="+mn-lt"/>
                  <a:ea typeface="+mn-ea"/>
                  <a:cs typeface="+mn-cs"/>
                </a:defRPr>
              </a:lvl6pPr>
              <a:lvl7pPr marL="5486400" algn="l" defTabSz="914400" rtl="0" eaLnBrk="1" latinLnBrk="0" hangingPunct="1">
                <a:defRPr sz="3600" kern="1200">
                  <a:solidFill>
                    <a:schemeClr val="lt1"/>
                  </a:solidFill>
                  <a:latin typeface="+mn-lt"/>
                  <a:ea typeface="+mn-ea"/>
                  <a:cs typeface="+mn-cs"/>
                </a:defRPr>
              </a:lvl7pPr>
              <a:lvl8pPr marL="6400800" algn="l" defTabSz="914400" rtl="0" eaLnBrk="1" latinLnBrk="0" hangingPunct="1">
                <a:defRPr sz="3600" kern="1200">
                  <a:solidFill>
                    <a:schemeClr val="lt1"/>
                  </a:solidFill>
                  <a:latin typeface="+mn-lt"/>
                  <a:ea typeface="+mn-ea"/>
                  <a:cs typeface="+mn-cs"/>
                </a:defRPr>
              </a:lvl8pPr>
              <a:lvl9pPr marL="7315200" algn="l" defTabSz="914400" rtl="0" eaLnBrk="1" latinLnBrk="0" hangingPunct="1">
                <a:defRPr sz="3600" kern="1200">
                  <a:solidFill>
                    <a:schemeClr val="lt1"/>
                  </a:solidFill>
                  <a:latin typeface="+mn-lt"/>
                  <a:ea typeface="+mn-ea"/>
                  <a:cs typeface="+mn-cs"/>
                </a:defRPr>
              </a:lvl9pPr>
            </a:lstStyle>
            <a:p>
              <a:pPr algn="ctr"/>
              <a:endParaRPr lang="en-US" sz="1800"/>
            </a:p>
          </p:txBody>
        </p:sp>
        <p:sp>
          <p:nvSpPr>
            <p:cNvPr id="11" name="Oval 10">
              <a:extLst>
                <a:ext uri="{FF2B5EF4-FFF2-40B4-BE49-F238E27FC236}">
                  <a16:creationId xmlns:a16="http://schemas.microsoft.com/office/drawing/2014/main" id="{F71888AF-BD31-3D62-2E80-FE4134A43022}"/>
                </a:ext>
              </a:extLst>
            </p:cNvPr>
            <p:cNvSpPr>
              <a:spLocks noChangeAspect="1"/>
            </p:cNvSpPr>
            <p:nvPr userDrawn="1"/>
          </p:nvSpPr>
          <p:spPr>
            <a:xfrm>
              <a:off x="12181978" y="5548489"/>
              <a:ext cx="483678" cy="483678"/>
            </a:xfrm>
            <a:prstGeom prst="ellipse">
              <a:avLst/>
            </a:prstGeom>
            <a:solidFill>
              <a:srgbClr val="4398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3600" kern="1200">
                  <a:solidFill>
                    <a:schemeClr val="lt1"/>
                  </a:solidFill>
                  <a:latin typeface="+mn-lt"/>
                  <a:ea typeface="+mn-ea"/>
                  <a:cs typeface="+mn-cs"/>
                </a:defRPr>
              </a:lvl1pPr>
              <a:lvl2pPr marL="914400" algn="l" defTabSz="914400" rtl="0" eaLnBrk="1" latinLnBrk="0" hangingPunct="1">
                <a:defRPr sz="3600" kern="1200">
                  <a:solidFill>
                    <a:schemeClr val="lt1"/>
                  </a:solidFill>
                  <a:latin typeface="+mn-lt"/>
                  <a:ea typeface="+mn-ea"/>
                  <a:cs typeface="+mn-cs"/>
                </a:defRPr>
              </a:lvl2pPr>
              <a:lvl3pPr marL="1828800" algn="l" defTabSz="914400" rtl="0" eaLnBrk="1" latinLnBrk="0" hangingPunct="1">
                <a:defRPr sz="3600" kern="1200">
                  <a:solidFill>
                    <a:schemeClr val="lt1"/>
                  </a:solidFill>
                  <a:latin typeface="+mn-lt"/>
                  <a:ea typeface="+mn-ea"/>
                  <a:cs typeface="+mn-cs"/>
                </a:defRPr>
              </a:lvl3pPr>
              <a:lvl4pPr marL="2743200" algn="l" defTabSz="914400" rtl="0" eaLnBrk="1" latinLnBrk="0" hangingPunct="1">
                <a:defRPr sz="3600" kern="1200">
                  <a:solidFill>
                    <a:schemeClr val="lt1"/>
                  </a:solidFill>
                  <a:latin typeface="+mn-lt"/>
                  <a:ea typeface="+mn-ea"/>
                  <a:cs typeface="+mn-cs"/>
                </a:defRPr>
              </a:lvl4pPr>
              <a:lvl5pPr marL="3657600" algn="l" defTabSz="914400" rtl="0" eaLnBrk="1" latinLnBrk="0" hangingPunct="1">
                <a:defRPr sz="3600" kern="1200">
                  <a:solidFill>
                    <a:schemeClr val="lt1"/>
                  </a:solidFill>
                  <a:latin typeface="+mn-lt"/>
                  <a:ea typeface="+mn-ea"/>
                  <a:cs typeface="+mn-cs"/>
                </a:defRPr>
              </a:lvl5pPr>
              <a:lvl6pPr marL="4572000" algn="l" defTabSz="914400" rtl="0" eaLnBrk="1" latinLnBrk="0" hangingPunct="1">
                <a:defRPr sz="3600" kern="1200">
                  <a:solidFill>
                    <a:schemeClr val="lt1"/>
                  </a:solidFill>
                  <a:latin typeface="+mn-lt"/>
                  <a:ea typeface="+mn-ea"/>
                  <a:cs typeface="+mn-cs"/>
                </a:defRPr>
              </a:lvl6pPr>
              <a:lvl7pPr marL="5486400" algn="l" defTabSz="914400" rtl="0" eaLnBrk="1" latinLnBrk="0" hangingPunct="1">
                <a:defRPr sz="3600" kern="1200">
                  <a:solidFill>
                    <a:schemeClr val="lt1"/>
                  </a:solidFill>
                  <a:latin typeface="+mn-lt"/>
                  <a:ea typeface="+mn-ea"/>
                  <a:cs typeface="+mn-cs"/>
                </a:defRPr>
              </a:lvl7pPr>
              <a:lvl8pPr marL="6400800" algn="l" defTabSz="914400" rtl="0" eaLnBrk="1" latinLnBrk="0" hangingPunct="1">
                <a:defRPr sz="3600" kern="1200">
                  <a:solidFill>
                    <a:schemeClr val="lt1"/>
                  </a:solidFill>
                  <a:latin typeface="+mn-lt"/>
                  <a:ea typeface="+mn-ea"/>
                  <a:cs typeface="+mn-cs"/>
                </a:defRPr>
              </a:lvl8pPr>
              <a:lvl9pPr marL="7315200" algn="l" defTabSz="914400" rtl="0" eaLnBrk="1" latinLnBrk="0" hangingPunct="1">
                <a:defRPr sz="3600" kern="1200">
                  <a:solidFill>
                    <a:schemeClr val="lt1"/>
                  </a:solidFill>
                  <a:latin typeface="+mn-lt"/>
                  <a:ea typeface="+mn-ea"/>
                  <a:cs typeface="+mn-cs"/>
                </a:defRPr>
              </a:lvl9pPr>
            </a:lstStyle>
            <a:p>
              <a:pPr algn="ctr"/>
              <a:endParaRPr lang="en-US" sz="1800"/>
            </a:p>
          </p:txBody>
        </p:sp>
        <p:sp>
          <p:nvSpPr>
            <p:cNvPr id="12" name="Rounded Rectangle 11">
              <a:extLst>
                <a:ext uri="{FF2B5EF4-FFF2-40B4-BE49-F238E27FC236}">
                  <a16:creationId xmlns:a16="http://schemas.microsoft.com/office/drawing/2014/main" id="{82EBD549-B93B-3A75-E0C9-1035F61346A9}"/>
                </a:ext>
              </a:extLst>
            </p:cNvPr>
            <p:cNvSpPr>
              <a:spLocks noChangeAspect="1"/>
            </p:cNvSpPr>
            <p:nvPr userDrawn="1"/>
          </p:nvSpPr>
          <p:spPr>
            <a:xfrm>
              <a:off x="15162966" y="3213320"/>
              <a:ext cx="974851" cy="455363"/>
            </a:xfrm>
            <a:prstGeom prst="roundRect">
              <a:avLst>
                <a:gd name="adj" fmla="val 50000"/>
              </a:avLst>
            </a:prstGeom>
            <a:solidFill>
              <a:srgbClr val="C6DE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3600" kern="1200">
                  <a:solidFill>
                    <a:schemeClr val="lt1"/>
                  </a:solidFill>
                  <a:latin typeface="+mn-lt"/>
                  <a:ea typeface="+mn-ea"/>
                  <a:cs typeface="+mn-cs"/>
                </a:defRPr>
              </a:lvl1pPr>
              <a:lvl2pPr marL="914400" algn="l" defTabSz="914400" rtl="0" eaLnBrk="1" latinLnBrk="0" hangingPunct="1">
                <a:defRPr sz="3600" kern="1200">
                  <a:solidFill>
                    <a:schemeClr val="lt1"/>
                  </a:solidFill>
                  <a:latin typeface="+mn-lt"/>
                  <a:ea typeface="+mn-ea"/>
                  <a:cs typeface="+mn-cs"/>
                </a:defRPr>
              </a:lvl2pPr>
              <a:lvl3pPr marL="1828800" algn="l" defTabSz="914400" rtl="0" eaLnBrk="1" latinLnBrk="0" hangingPunct="1">
                <a:defRPr sz="3600" kern="1200">
                  <a:solidFill>
                    <a:schemeClr val="lt1"/>
                  </a:solidFill>
                  <a:latin typeface="+mn-lt"/>
                  <a:ea typeface="+mn-ea"/>
                  <a:cs typeface="+mn-cs"/>
                </a:defRPr>
              </a:lvl3pPr>
              <a:lvl4pPr marL="2743200" algn="l" defTabSz="914400" rtl="0" eaLnBrk="1" latinLnBrk="0" hangingPunct="1">
                <a:defRPr sz="3600" kern="1200">
                  <a:solidFill>
                    <a:schemeClr val="lt1"/>
                  </a:solidFill>
                  <a:latin typeface="+mn-lt"/>
                  <a:ea typeface="+mn-ea"/>
                  <a:cs typeface="+mn-cs"/>
                </a:defRPr>
              </a:lvl4pPr>
              <a:lvl5pPr marL="3657600" algn="l" defTabSz="914400" rtl="0" eaLnBrk="1" latinLnBrk="0" hangingPunct="1">
                <a:defRPr sz="3600" kern="1200">
                  <a:solidFill>
                    <a:schemeClr val="lt1"/>
                  </a:solidFill>
                  <a:latin typeface="+mn-lt"/>
                  <a:ea typeface="+mn-ea"/>
                  <a:cs typeface="+mn-cs"/>
                </a:defRPr>
              </a:lvl5pPr>
              <a:lvl6pPr marL="4572000" algn="l" defTabSz="914400" rtl="0" eaLnBrk="1" latinLnBrk="0" hangingPunct="1">
                <a:defRPr sz="3600" kern="1200">
                  <a:solidFill>
                    <a:schemeClr val="lt1"/>
                  </a:solidFill>
                  <a:latin typeface="+mn-lt"/>
                  <a:ea typeface="+mn-ea"/>
                  <a:cs typeface="+mn-cs"/>
                </a:defRPr>
              </a:lvl6pPr>
              <a:lvl7pPr marL="5486400" algn="l" defTabSz="914400" rtl="0" eaLnBrk="1" latinLnBrk="0" hangingPunct="1">
                <a:defRPr sz="3600" kern="1200">
                  <a:solidFill>
                    <a:schemeClr val="lt1"/>
                  </a:solidFill>
                  <a:latin typeface="+mn-lt"/>
                  <a:ea typeface="+mn-ea"/>
                  <a:cs typeface="+mn-cs"/>
                </a:defRPr>
              </a:lvl7pPr>
              <a:lvl8pPr marL="6400800" algn="l" defTabSz="914400" rtl="0" eaLnBrk="1" latinLnBrk="0" hangingPunct="1">
                <a:defRPr sz="3600" kern="1200">
                  <a:solidFill>
                    <a:schemeClr val="lt1"/>
                  </a:solidFill>
                  <a:latin typeface="+mn-lt"/>
                  <a:ea typeface="+mn-ea"/>
                  <a:cs typeface="+mn-cs"/>
                </a:defRPr>
              </a:lvl8pPr>
              <a:lvl9pPr marL="7315200" algn="l" defTabSz="914400" rtl="0" eaLnBrk="1" latinLnBrk="0" hangingPunct="1">
                <a:defRPr sz="3600" kern="1200">
                  <a:solidFill>
                    <a:schemeClr val="lt1"/>
                  </a:solidFill>
                  <a:latin typeface="+mn-lt"/>
                  <a:ea typeface="+mn-ea"/>
                  <a:cs typeface="+mn-cs"/>
                </a:defRPr>
              </a:lvl9pPr>
            </a:lstStyle>
            <a:p>
              <a:pPr algn="ctr"/>
              <a:endParaRPr lang="en-US" sz="1800"/>
            </a:p>
          </p:txBody>
        </p:sp>
        <p:sp>
          <p:nvSpPr>
            <p:cNvPr id="13" name="Rounded Rectangle 12">
              <a:extLst>
                <a:ext uri="{FF2B5EF4-FFF2-40B4-BE49-F238E27FC236}">
                  <a16:creationId xmlns:a16="http://schemas.microsoft.com/office/drawing/2014/main" id="{8506C24C-C1C5-D3D2-19DC-7628F5C55366}"/>
                </a:ext>
              </a:extLst>
            </p:cNvPr>
            <p:cNvSpPr>
              <a:spLocks noChangeAspect="1"/>
            </p:cNvSpPr>
            <p:nvPr userDrawn="1"/>
          </p:nvSpPr>
          <p:spPr>
            <a:xfrm>
              <a:off x="15184165" y="4148237"/>
              <a:ext cx="974851" cy="455363"/>
            </a:xfrm>
            <a:prstGeom prst="roundRect">
              <a:avLst>
                <a:gd name="adj" fmla="val 50000"/>
              </a:avLst>
            </a:prstGeom>
            <a:solidFill>
              <a:srgbClr val="C6DE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3600" kern="1200">
                  <a:solidFill>
                    <a:schemeClr val="lt1"/>
                  </a:solidFill>
                  <a:latin typeface="+mn-lt"/>
                  <a:ea typeface="+mn-ea"/>
                  <a:cs typeface="+mn-cs"/>
                </a:defRPr>
              </a:lvl1pPr>
              <a:lvl2pPr marL="914400" algn="l" defTabSz="914400" rtl="0" eaLnBrk="1" latinLnBrk="0" hangingPunct="1">
                <a:defRPr sz="3600" kern="1200">
                  <a:solidFill>
                    <a:schemeClr val="lt1"/>
                  </a:solidFill>
                  <a:latin typeface="+mn-lt"/>
                  <a:ea typeface="+mn-ea"/>
                  <a:cs typeface="+mn-cs"/>
                </a:defRPr>
              </a:lvl2pPr>
              <a:lvl3pPr marL="1828800" algn="l" defTabSz="914400" rtl="0" eaLnBrk="1" latinLnBrk="0" hangingPunct="1">
                <a:defRPr sz="3600" kern="1200">
                  <a:solidFill>
                    <a:schemeClr val="lt1"/>
                  </a:solidFill>
                  <a:latin typeface="+mn-lt"/>
                  <a:ea typeface="+mn-ea"/>
                  <a:cs typeface="+mn-cs"/>
                </a:defRPr>
              </a:lvl3pPr>
              <a:lvl4pPr marL="2743200" algn="l" defTabSz="914400" rtl="0" eaLnBrk="1" latinLnBrk="0" hangingPunct="1">
                <a:defRPr sz="3600" kern="1200">
                  <a:solidFill>
                    <a:schemeClr val="lt1"/>
                  </a:solidFill>
                  <a:latin typeface="+mn-lt"/>
                  <a:ea typeface="+mn-ea"/>
                  <a:cs typeface="+mn-cs"/>
                </a:defRPr>
              </a:lvl4pPr>
              <a:lvl5pPr marL="3657600" algn="l" defTabSz="914400" rtl="0" eaLnBrk="1" latinLnBrk="0" hangingPunct="1">
                <a:defRPr sz="3600" kern="1200">
                  <a:solidFill>
                    <a:schemeClr val="lt1"/>
                  </a:solidFill>
                  <a:latin typeface="+mn-lt"/>
                  <a:ea typeface="+mn-ea"/>
                  <a:cs typeface="+mn-cs"/>
                </a:defRPr>
              </a:lvl5pPr>
              <a:lvl6pPr marL="4572000" algn="l" defTabSz="914400" rtl="0" eaLnBrk="1" latinLnBrk="0" hangingPunct="1">
                <a:defRPr sz="3600" kern="1200">
                  <a:solidFill>
                    <a:schemeClr val="lt1"/>
                  </a:solidFill>
                  <a:latin typeface="+mn-lt"/>
                  <a:ea typeface="+mn-ea"/>
                  <a:cs typeface="+mn-cs"/>
                </a:defRPr>
              </a:lvl6pPr>
              <a:lvl7pPr marL="5486400" algn="l" defTabSz="914400" rtl="0" eaLnBrk="1" latinLnBrk="0" hangingPunct="1">
                <a:defRPr sz="3600" kern="1200">
                  <a:solidFill>
                    <a:schemeClr val="lt1"/>
                  </a:solidFill>
                  <a:latin typeface="+mn-lt"/>
                  <a:ea typeface="+mn-ea"/>
                  <a:cs typeface="+mn-cs"/>
                </a:defRPr>
              </a:lvl7pPr>
              <a:lvl8pPr marL="6400800" algn="l" defTabSz="914400" rtl="0" eaLnBrk="1" latinLnBrk="0" hangingPunct="1">
                <a:defRPr sz="3600" kern="1200">
                  <a:solidFill>
                    <a:schemeClr val="lt1"/>
                  </a:solidFill>
                  <a:latin typeface="+mn-lt"/>
                  <a:ea typeface="+mn-ea"/>
                  <a:cs typeface="+mn-cs"/>
                </a:defRPr>
              </a:lvl8pPr>
              <a:lvl9pPr marL="7315200" algn="l" defTabSz="914400" rtl="0" eaLnBrk="1" latinLnBrk="0" hangingPunct="1">
                <a:defRPr sz="3600" kern="1200">
                  <a:solidFill>
                    <a:schemeClr val="lt1"/>
                  </a:solidFill>
                  <a:latin typeface="+mn-lt"/>
                  <a:ea typeface="+mn-ea"/>
                  <a:cs typeface="+mn-cs"/>
                </a:defRPr>
              </a:lvl9pPr>
            </a:lstStyle>
            <a:p>
              <a:pPr algn="ctr"/>
              <a:endParaRPr lang="en-US" sz="1800"/>
            </a:p>
          </p:txBody>
        </p:sp>
        <p:sp>
          <p:nvSpPr>
            <p:cNvPr id="14" name="Rounded Rectangle 13">
              <a:extLst>
                <a:ext uri="{FF2B5EF4-FFF2-40B4-BE49-F238E27FC236}">
                  <a16:creationId xmlns:a16="http://schemas.microsoft.com/office/drawing/2014/main" id="{B68BCC2C-BA18-C524-594E-B1175D6D72D0}"/>
                </a:ext>
              </a:extLst>
            </p:cNvPr>
            <p:cNvSpPr>
              <a:spLocks noChangeAspect="1"/>
            </p:cNvSpPr>
            <p:nvPr userDrawn="1"/>
          </p:nvSpPr>
          <p:spPr>
            <a:xfrm>
              <a:off x="13823827" y="4621337"/>
              <a:ext cx="1935872" cy="455363"/>
            </a:xfrm>
            <a:prstGeom prst="roundRect">
              <a:avLst>
                <a:gd name="adj" fmla="val 50000"/>
              </a:avLst>
            </a:prstGeom>
            <a:solidFill>
              <a:srgbClr val="0528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3600" kern="1200">
                  <a:solidFill>
                    <a:schemeClr val="lt1"/>
                  </a:solidFill>
                  <a:latin typeface="+mn-lt"/>
                  <a:ea typeface="+mn-ea"/>
                  <a:cs typeface="+mn-cs"/>
                </a:defRPr>
              </a:lvl1pPr>
              <a:lvl2pPr marL="914400" algn="l" defTabSz="914400" rtl="0" eaLnBrk="1" latinLnBrk="0" hangingPunct="1">
                <a:defRPr sz="3600" kern="1200">
                  <a:solidFill>
                    <a:schemeClr val="lt1"/>
                  </a:solidFill>
                  <a:latin typeface="+mn-lt"/>
                  <a:ea typeface="+mn-ea"/>
                  <a:cs typeface="+mn-cs"/>
                </a:defRPr>
              </a:lvl2pPr>
              <a:lvl3pPr marL="1828800" algn="l" defTabSz="914400" rtl="0" eaLnBrk="1" latinLnBrk="0" hangingPunct="1">
                <a:defRPr sz="3600" kern="1200">
                  <a:solidFill>
                    <a:schemeClr val="lt1"/>
                  </a:solidFill>
                  <a:latin typeface="+mn-lt"/>
                  <a:ea typeface="+mn-ea"/>
                  <a:cs typeface="+mn-cs"/>
                </a:defRPr>
              </a:lvl3pPr>
              <a:lvl4pPr marL="2743200" algn="l" defTabSz="914400" rtl="0" eaLnBrk="1" latinLnBrk="0" hangingPunct="1">
                <a:defRPr sz="3600" kern="1200">
                  <a:solidFill>
                    <a:schemeClr val="lt1"/>
                  </a:solidFill>
                  <a:latin typeface="+mn-lt"/>
                  <a:ea typeface="+mn-ea"/>
                  <a:cs typeface="+mn-cs"/>
                </a:defRPr>
              </a:lvl4pPr>
              <a:lvl5pPr marL="3657600" algn="l" defTabSz="914400" rtl="0" eaLnBrk="1" latinLnBrk="0" hangingPunct="1">
                <a:defRPr sz="3600" kern="1200">
                  <a:solidFill>
                    <a:schemeClr val="lt1"/>
                  </a:solidFill>
                  <a:latin typeface="+mn-lt"/>
                  <a:ea typeface="+mn-ea"/>
                  <a:cs typeface="+mn-cs"/>
                </a:defRPr>
              </a:lvl5pPr>
              <a:lvl6pPr marL="4572000" algn="l" defTabSz="914400" rtl="0" eaLnBrk="1" latinLnBrk="0" hangingPunct="1">
                <a:defRPr sz="3600" kern="1200">
                  <a:solidFill>
                    <a:schemeClr val="lt1"/>
                  </a:solidFill>
                  <a:latin typeface="+mn-lt"/>
                  <a:ea typeface="+mn-ea"/>
                  <a:cs typeface="+mn-cs"/>
                </a:defRPr>
              </a:lvl6pPr>
              <a:lvl7pPr marL="5486400" algn="l" defTabSz="914400" rtl="0" eaLnBrk="1" latinLnBrk="0" hangingPunct="1">
                <a:defRPr sz="3600" kern="1200">
                  <a:solidFill>
                    <a:schemeClr val="lt1"/>
                  </a:solidFill>
                  <a:latin typeface="+mn-lt"/>
                  <a:ea typeface="+mn-ea"/>
                  <a:cs typeface="+mn-cs"/>
                </a:defRPr>
              </a:lvl7pPr>
              <a:lvl8pPr marL="6400800" algn="l" defTabSz="914400" rtl="0" eaLnBrk="1" latinLnBrk="0" hangingPunct="1">
                <a:defRPr sz="3600" kern="1200">
                  <a:solidFill>
                    <a:schemeClr val="lt1"/>
                  </a:solidFill>
                  <a:latin typeface="+mn-lt"/>
                  <a:ea typeface="+mn-ea"/>
                  <a:cs typeface="+mn-cs"/>
                </a:defRPr>
              </a:lvl8pPr>
              <a:lvl9pPr marL="7315200" algn="l" defTabSz="914400" rtl="0" eaLnBrk="1" latinLnBrk="0" hangingPunct="1">
                <a:defRPr sz="3600" kern="1200">
                  <a:solidFill>
                    <a:schemeClr val="lt1"/>
                  </a:solidFill>
                  <a:latin typeface="+mn-lt"/>
                  <a:ea typeface="+mn-ea"/>
                  <a:cs typeface="+mn-cs"/>
                </a:defRPr>
              </a:lvl9pPr>
            </a:lstStyle>
            <a:p>
              <a:pPr algn="ctr"/>
              <a:endParaRPr lang="en-US" sz="1800"/>
            </a:p>
          </p:txBody>
        </p:sp>
        <p:sp>
          <p:nvSpPr>
            <p:cNvPr id="15" name="Rounded Rectangle 14">
              <a:extLst>
                <a:ext uri="{FF2B5EF4-FFF2-40B4-BE49-F238E27FC236}">
                  <a16:creationId xmlns:a16="http://schemas.microsoft.com/office/drawing/2014/main" id="{21BAB3D9-F800-E8B0-8692-42D490A874C8}"/>
                </a:ext>
              </a:extLst>
            </p:cNvPr>
            <p:cNvSpPr>
              <a:spLocks noChangeAspect="1"/>
            </p:cNvSpPr>
            <p:nvPr userDrawn="1"/>
          </p:nvSpPr>
          <p:spPr>
            <a:xfrm>
              <a:off x="10082152" y="4621337"/>
              <a:ext cx="1935872" cy="455363"/>
            </a:xfrm>
            <a:prstGeom prst="roundRect">
              <a:avLst>
                <a:gd name="adj" fmla="val 50000"/>
              </a:avLst>
            </a:prstGeom>
            <a:solidFill>
              <a:srgbClr val="0528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3600" kern="1200">
                  <a:solidFill>
                    <a:schemeClr val="lt1"/>
                  </a:solidFill>
                  <a:latin typeface="+mn-lt"/>
                  <a:ea typeface="+mn-ea"/>
                  <a:cs typeface="+mn-cs"/>
                </a:defRPr>
              </a:lvl1pPr>
              <a:lvl2pPr marL="914400" algn="l" defTabSz="914400" rtl="0" eaLnBrk="1" latinLnBrk="0" hangingPunct="1">
                <a:defRPr sz="3600" kern="1200">
                  <a:solidFill>
                    <a:schemeClr val="lt1"/>
                  </a:solidFill>
                  <a:latin typeface="+mn-lt"/>
                  <a:ea typeface="+mn-ea"/>
                  <a:cs typeface="+mn-cs"/>
                </a:defRPr>
              </a:lvl2pPr>
              <a:lvl3pPr marL="1828800" algn="l" defTabSz="914400" rtl="0" eaLnBrk="1" latinLnBrk="0" hangingPunct="1">
                <a:defRPr sz="3600" kern="1200">
                  <a:solidFill>
                    <a:schemeClr val="lt1"/>
                  </a:solidFill>
                  <a:latin typeface="+mn-lt"/>
                  <a:ea typeface="+mn-ea"/>
                  <a:cs typeface="+mn-cs"/>
                </a:defRPr>
              </a:lvl3pPr>
              <a:lvl4pPr marL="2743200" algn="l" defTabSz="914400" rtl="0" eaLnBrk="1" latinLnBrk="0" hangingPunct="1">
                <a:defRPr sz="3600" kern="1200">
                  <a:solidFill>
                    <a:schemeClr val="lt1"/>
                  </a:solidFill>
                  <a:latin typeface="+mn-lt"/>
                  <a:ea typeface="+mn-ea"/>
                  <a:cs typeface="+mn-cs"/>
                </a:defRPr>
              </a:lvl4pPr>
              <a:lvl5pPr marL="3657600" algn="l" defTabSz="914400" rtl="0" eaLnBrk="1" latinLnBrk="0" hangingPunct="1">
                <a:defRPr sz="3600" kern="1200">
                  <a:solidFill>
                    <a:schemeClr val="lt1"/>
                  </a:solidFill>
                  <a:latin typeface="+mn-lt"/>
                  <a:ea typeface="+mn-ea"/>
                  <a:cs typeface="+mn-cs"/>
                </a:defRPr>
              </a:lvl5pPr>
              <a:lvl6pPr marL="4572000" algn="l" defTabSz="914400" rtl="0" eaLnBrk="1" latinLnBrk="0" hangingPunct="1">
                <a:defRPr sz="3600" kern="1200">
                  <a:solidFill>
                    <a:schemeClr val="lt1"/>
                  </a:solidFill>
                  <a:latin typeface="+mn-lt"/>
                  <a:ea typeface="+mn-ea"/>
                  <a:cs typeface="+mn-cs"/>
                </a:defRPr>
              </a:lvl6pPr>
              <a:lvl7pPr marL="5486400" algn="l" defTabSz="914400" rtl="0" eaLnBrk="1" latinLnBrk="0" hangingPunct="1">
                <a:defRPr sz="3600" kern="1200">
                  <a:solidFill>
                    <a:schemeClr val="lt1"/>
                  </a:solidFill>
                  <a:latin typeface="+mn-lt"/>
                  <a:ea typeface="+mn-ea"/>
                  <a:cs typeface="+mn-cs"/>
                </a:defRPr>
              </a:lvl7pPr>
              <a:lvl8pPr marL="6400800" algn="l" defTabSz="914400" rtl="0" eaLnBrk="1" latinLnBrk="0" hangingPunct="1">
                <a:defRPr sz="3600" kern="1200">
                  <a:solidFill>
                    <a:schemeClr val="lt1"/>
                  </a:solidFill>
                  <a:latin typeface="+mn-lt"/>
                  <a:ea typeface="+mn-ea"/>
                  <a:cs typeface="+mn-cs"/>
                </a:defRPr>
              </a:lvl8pPr>
              <a:lvl9pPr marL="7315200" algn="l" defTabSz="914400" rtl="0" eaLnBrk="1" latinLnBrk="0" hangingPunct="1">
                <a:defRPr sz="3600" kern="1200">
                  <a:solidFill>
                    <a:schemeClr val="lt1"/>
                  </a:solidFill>
                  <a:latin typeface="+mn-lt"/>
                  <a:ea typeface="+mn-ea"/>
                  <a:cs typeface="+mn-cs"/>
                </a:defRPr>
              </a:lvl9pPr>
            </a:lstStyle>
            <a:p>
              <a:pPr algn="ctr"/>
              <a:endParaRPr lang="en-US" sz="1800"/>
            </a:p>
          </p:txBody>
        </p:sp>
        <p:sp>
          <p:nvSpPr>
            <p:cNvPr id="16" name="Rounded Rectangle 15">
              <a:extLst>
                <a:ext uri="{FF2B5EF4-FFF2-40B4-BE49-F238E27FC236}">
                  <a16:creationId xmlns:a16="http://schemas.microsoft.com/office/drawing/2014/main" id="{FEFE7046-B79F-EF6E-F744-4392006F59C6}"/>
                </a:ext>
              </a:extLst>
            </p:cNvPr>
            <p:cNvSpPr>
              <a:spLocks noChangeAspect="1"/>
            </p:cNvSpPr>
            <p:nvPr userDrawn="1"/>
          </p:nvSpPr>
          <p:spPr>
            <a:xfrm>
              <a:off x="10071552" y="3681708"/>
              <a:ext cx="1935872" cy="455363"/>
            </a:xfrm>
            <a:prstGeom prst="roundRect">
              <a:avLst>
                <a:gd name="adj" fmla="val 50000"/>
              </a:avLst>
            </a:prstGeom>
            <a:solidFill>
              <a:srgbClr val="0528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3600" kern="1200">
                  <a:solidFill>
                    <a:schemeClr val="lt1"/>
                  </a:solidFill>
                  <a:latin typeface="+mn-lt"/>
                  <a:ea typeface="+mn-ea"/>
                  <a:cs typeface="+mn-cs"/>
                </a:defRPr>
              </a:lvl1pPr>
              <a:lvl2pPr marL="914400" algn="l" defTabSz="914400" rtl="0" eaLnBrk="1" latinLnBrk="0" hangingPunct="1">
                <a:defRPr sz="3600" kern="1200">
                  <a:solidFill>
                    <a:schemeClr val="lt1"/>
                  </a:solidFill>
                  <a:latin typeface="+mn-lt"/>
                  <a:ea typeface="+mn-ea"/>
                  <a:cs typeface="+mn-cs"/>
                </a:defRPr>
              </a:lvl2pPr>
              <a:lvl3pPr marL="1828800" algn="l" defTabSz="914400" rtl="0" eaLnBrk="1" latinLnBrk="0" hangingPunct="1">
                <a:defRPr sz="3600" kern="1200">
                  <a:solidFill>
                    <a:schemeClr val="lt1"/>
                  </a:solidFill>
                  <a:latin typeface="+mn-lt"/>
                  <a:ea typeface="+mn-ea"/>
                  <a:cs typeface="+mn-cs"/>
                </a:defRPr>
              </a:lvl3pPr>
              <a:lvl4pPr marL="2743200" algn="l" defTabSz="914400" rtl="0" eaLnBrk="1" latinLnBrk="0" hangingPunct="1">
                <a:defRPr sz="3600" kern="1200">
                  <a:solidFill>
                    <a:schemeClr val="lt1"/>
                  </a:solidFill>
                  <a:latin typeface="+mn-lt"/>
                  <a:ea typeface="+mn-ea"/>
                  <a:cs typeface="+mn-cs"/>
                </a:defRPr>
              </a:lvl4pPr>
              <a:lvl5pPr marL="3657600" algn="l" defTabSz="914400" rtl="0" eaLnBrk="1" latinLnBrk="0" hangingPunct="1">
                <a:defRPr sz="3600" kern="1200">
                  <a:solidFill>
                    <a:schemeClr val="lt1"/>
                  </a:solidFill>
                  <a:latin typeface="+mn-lt"/>
                  <a:ea typeface="+mn-ea"/>
                  <a:cs typeface="+mn-cs"/>
                </a:defRPr>
              </a:lvl5pPr>
              <a:lvl6pPr marL="4572000" algn="l" defTabSz="914400" rtl="0" eaLnBrk="1" latinLnBrk="0" hangingPunct="1">
                <a:defRPr sz="3600" kern="1200">
                  <a:solidFill>
                    <a:schemeClr val="lt1"/>
                  </a:solidFill>
                  <a:latin typeface="+mn-lt"/>
                  <a:ea typeface="+mn-ea"/>
                  <a:cs typeface="+mn-cs"/>
                </a:defRPr>
              </a:lvl6pPr>
              <a:lvl7pPr marL="5486400" algn="l" defTabSz="914400" rtl="0" eaLnBrk="1" latinLnBrk="0" hangingPunct="1">
                <a:defRPr sz="3600" kern="1200">
                  <a:solidFill>
                    <a:schemeClr val="lt1"/>
                  </a:solidFill>
                  <a:latin typeface="+mn-lt"/>
                  <a:ea typeface="+mn-ea"/>
                  <a:cs typeface="+mn-cs"/>
                </a:defRPr>
              </a:lvl7pPr>
              <a:lvl8pPr marL="6400800" algn="l" defTabSz="914400" rtl="0" eaLnBrk="1" latinLnBrk="0" hangingPunct="1">
                <a:defRPr sz="3600" kern="1200">
                  <a:solidFill>
                    <a:schemeClr val="lt1"/>
                  </a:solidFill>
                  <a:latin typeface="+mn-lt"/>
                  <a:ea typeface="+mn-ea"/>
                  <a:cs typeface="+mn-cs"/>
                </a:defRPr>
              </a:lvl8pPr>
              <a:lvl9pPr marL="7315200" algn="l" defTabSz="914400" rtl="0" eaLnBrk="1" latinLnBrk="0" hangingPunct="1">
                <a:defRPr sz="3600" kern="1200">
                  <a:solidFill>
                    <a:schemeClr val="lt1"/>
                  </a:solidFill>
                  <a:latin typeface="+mn-lt"/>
                  <a:ea typeface="+mn-ea"/>
                  <a:cs typeface="+mn-cs"/>
                </a:defRPr>
              </a:lvl9pPr>
            </a:lstStyle>
            <a:p>
              <a:pPr algn="ctr"/>
              <a:endParaRPr lang="en-US" sz="1800"/>
            </a:p>
          </p:txBody>
        </p:sp>
        <p:sp>
          <p:nvSpPr>
            <p:cNvPr id="17" name="Rounded Rectangle 16">
              <a:extLst>
                <a:ext uri="{FF2B5EF4-FFF2-40B4-BE49-F238E27FC236}">
                  <a16:creationId xmlns:a16="http://schemas.microsoft.com/office/drawing/2014/main" id="{29233CAB-28BA-174D-8AAC-145C381573CD}"/>
                </a:ext>
              </a:extLst>
            </p:cNvPr>
            <p:cNvSpPr>
              <a:spLocks noChangeAspect="1"/>
            </p:cNvSpPr>
            <p:nvPr userDrawn="1"/>
          </p:nvSpPr>
          <p:spPr>
            <a:xfrm>
              <a:off x="13781428" y="2752875"/>
              <a:ext cx="1935872" cy="455363"/>
            </a:xfrm>
            <a:prstGeom prst="roundRect">
              <a:avLst>
                <a:gd name="adj" fmla="val 50000"/>
              </a:avLst>
            </a:prstGeom>
            <a:solidFill>
              <a:srgbClr val="0528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3600" kern="1200">
                  <a:solidFill>
                    <a:schemeClr val="lt1"/>
                  </a:solidFill>
                  <a:latin typeface="+mn-lt"/>
                  <a:ea typeface="+mn-ea"/>
                  <a:cs typeface="+mn-cs"/>
                </a:defRPr>
              </a:lvl1pPr>
              <a:lvl2pPr marL="914400" algn="l" defTabSz="914400" rtl="0" eaLnBrk="1" latinLnBrk="0" hangingPunct="1">
                <a:defRPr sz="3600" kern="1200">
                  <a:solidFill>
                    <a:schemeClr val="lt1"/>
                  </a:solidFill>
                  <a:latin typeface="+mn-lt"/>
                  <a:ea typeface="+mn-ea"/>
                  <a:cs typeface="+mn-cs"/>
                </a:defRPr>
              </a:lvl2pPr>
              <a:lvl3pPr marL="1828800" algn="l" defTabSz="914400" rtl="0" eaLnBrk="1" latinLnBrk="0" hangingPunct="1">
                <a:defRPr sz="3600" kern="1200">
                  <a:solidFill>
                    <a:schemeClr val="lt1"/>
                  </a:solidFill>
                  <a:latin typeface="+mn-lt"/>
                  <a:ea typeface="+mn-ea"/>
                  <a:cs typeface="+mn-cs"/>
                </a:defRPr>
              </a:lvl3pPr>
              <a:lvl4pPr marL="2743200" algn="l" defTabSz="914400" rtl="0" eaLnBrk="1" latinLnBrk="0" hangingPunct="1">
                <a:defRPr sz="3600" kern="1200">
                  <a:solidFill>
                    <a:schemeClr val="lt1"/>
                  </a:solidFill>
                  <a:latin typeface="+mn-lt"/>
                  <a:ea typeface="+mn-ea"/>
                  <a:cs typeface="+mn-cs"/>
                </a:defRPr>
              </a:lvl4pPr>
              <a:lvl5pPr marL="3657600" algn="l" defTabSz="914400" rtl="0" eaLnBrk="1" latinLnBrk="0" hangingPunct="1">
                <a:defRPr sz="3600" kern="1200">
                  <a:solidFill>
                    <a:schemeClr val="lt1"/>
                  </a:solidFill>
                  <a:latin typeface="+mn-lt"/>
                  <a:ea typeface="+mn-ea"/>
                  <a:cs typeface="+mn-cs"/>
                </a:defRPr>
              </a:lvl5pPr>
              <a:lvl6pPr marL="4572000" algn="l" defTabSz="914400" rtl="0" eaLnBrk="1" latinLnBrk="0" hangingPunct="1">
                <a:defRPr sz="3600" kern="1200">
                  <a:solidFill>
                    <a:schemeClr val="lt1"/>
                  </a:solidFill>
                  <a:latin typeface="+mn-lt"/>
                  <a:ea typeface="+mn-ea"/>
                  <a:cs typeface="+mn-cs"/>
                </a:defRPr>
              </a:lvl6pPr>
              <a:lvl7pPr marL="5486400" algn="l" defTabSz="914400" rtl="0" eaLnBrk="1" latinLnBrk="0" hangingPunct="1">
                <a:defRPr sz="3600" kern="1200">
                  <a:solidFill>
                    <a:schemeClr val="lt1"/>
                  </a:solidFill>
                  <a:latin typeface="+mn-lt"/>
                  <a:ea typeface="+mn-ea"/>
                  <a:cs typeface="+mn-cs"/>
                </a:defRPr>
              </a:lvl7pPr>
              <a:lvl8pPr marL="6400800" algn="l" defTabSz="914400" rtl="0" eaLnBrk="1" latinLnBrk="0" hangingPunct="1">
                <a:defRPr sz="3600" kern="1200">
                  <a:solidFill>
                    <a:schemeClr val="lt1"/>
                  </a:solidFill>
                  <a:latin typeface="+mn-lt"/>
                  <a:ea typeface="+mn-ea"/>
                  <a:cs typeface="+mn-cs"/>
                </a:defRPr>
              </a:lvl8pPr>
              <a:lvl9pPr marL="7315200" algn="l" defTabSz="914400" rtl="0" eaLnBrk="1" latinLnBrk="0" hangingPunct="1">
                <a:defRPr sz="3600" kern="1200">
                  <a:solidFill>
                    <a:schemeClr val="lt1"/>
                  </a:solidFill>
                  <a:latin typeface="+mn-lt"/>
                  <a:ea typeface="+mn-ea"/>
                  <a:cs typeface="+mn-cs"/>
                </a:defRPr>
              </a:lvl9pPr>
            </a:lstStyle>
            <a:p>
              <a:pPr algn="ctr"/>
              <a:endParaRPr lang="en-US" sz="1800"/>
            </a:p>
          </p:txBody>
        </p:sp>
        <p:sp>
          <p:nvSpPr>
            <p:cNvPr id="18" name="Rounded Rectangle 17">
              <a:extLst>
                <a:ext uri="{FF2B5EF4-FFF2-40B4-BE49-F238E27FC236}">
                  <a16:creationId xmlns:a16="http://schemas.microsoft.com/office/drawing/2014/main" id="{F84B83DA-CA1D-1FCC-8B11-32FF33F8791E}"/>
                </a:ext>
              </a:extLst>
            </p:cNvPr>
            <p:cNvSpPr>
              <a:spLocks noChangeAspect="1"/>
            </p:cNvSpPr>
            <p:nvPr userDrawn="1"/>
          </p:nvSpPr>
          <p:spPr>
            <a:xfrm>
              <a:off x="13802627" y="1820106"/>
              <a:ext cx="1935872" cy="455363"/>
            </a:xfrm>
            <a:prstGeom prst="roundRect">
              <a:avLst>
                <a:gd name="adj" fmla="val 50000"/>
              </a:avLst>
            </a:prstGeom>
            <a:solidFill>
              <a:srgbClr val="0528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3600" kern="1200">
                  <a:solidFill>
                    <a:schemeClr val="lt1"/>
                  </a:solidFill>
                  <a:latin typeface="+mn-lt"/>
                  <a:ea typeface="+mn-ea"/>
                  <a:cs typeface="+mn-cs"/>
                </a:defRPr>
              </a:lvl1pPr>
              <a:lvl2pPr marL="914400" algn="l" defTabSz="914400" rtl="0" eaLnBrk="1" latinLnBrk="0" hangingPunct="1">
                <a:defRPr sz="3600" kern="1200">
                  <a:solidFill>
                    <a:schemeClr val="lt1"/>
                  </a:solidFill>
                  <a:latin typeface="+mn-lt"/>
                  <a:ea typeface="+mn-ea"/>
                  <a:cs typeface="+mn-cs"/>
                </a:defRPr>
              </a:lvl2pPr>
              <a:lvl3pPr marL="1828800" algn="l" defTabSz="914400" rtl="0" eaLnBrk="1" latinLnBrk="0" hangingPunct="1">
                <a:defRPr sz="3600" kern="1200">
                  <a:solidFill>
                    <a:schemeClr val="lt1"/>
                  </a:solidFill>
                  <a:latin typeface="+mn-lt"/>
                  <a:ea typeface="+mn-ea"/>
                  <a:cs typeface="+mn-cs"/>
                </a:defRPr>
              </a:lvl3pPr>
              <a:lvl4pPr marL="2743200" algn="l" defTabSz="914400" rtl="0" eaLnBrk="1" latinLnBrk="0" hangingPunct="1">
                <a:defRPr sz="3600" kern="1200">
                  <a:solidFill>
                    <a:schemeClr val="lt1"/>
                  </a:solidFill>
                  <a:latin typeface="+mn-lt"/>
                  <a:ea typeface="+mn-ea"/>
                  <a:cs typeface="+mn-cs"/>
                </a:defRPr>
              </a:lvl4pPr>
              <a:lvl5pPr marL="3657600" algn="l" defTabSz="914400" rtl="0" eaLnBrk="1" latinLnBrk="0" hangingPunct="1">
                <a:defRPr sz="3600" kern="1200">
                  <a:solidFill>
                    <a:schemeClr val="lt1"/>
                  </a:solidFill>
                  <a:latin typeface="+mn-lt"/>
                  <a:ea typeface="+mn-ea"/>
                  <a:cs typeface="+mn-cs"/>
                </a:defRPr>
              </a:lvl5pPr>
              <a:lvl6pPr marL="4572000" algn="l" defTabSz="914400" rtl="0" eaLnBrk="1" latinLnBrk="0" hangingPunct="1">
                <a:defRPr sz="3600" kern="1200">
                  <a:solidFill>
                    <a:schemeClr val="lt1"/>
                  </a:solidFill>
                  <a:latin typeface="+mn-lt"/>
                  <a:ea typeface="+mn-ea"/>
                  <a:cs typeface="+mn-cs"/>
                </a:defRPr>
              </a:lvl6pPr>
              <a:lvl7pPr marL="5486400" algn="l" defTabSz="914400" rtl="0" eaLnBrk="1" latinLnBrk="0" hangingPunct="1">
                <a:defRPr sz="3600" kern="1200">
                  <a:solidFill>
                    <a:schemeClr val="lt1"/>
                  </a:solidFill>
                  <a:latin typeface="+mn-lt"/>
                  <a:ea typeface="+mn-ea"/>
                  <a:cs typeface="+mn-cs"/>
                </a:defRPr>
              </a:lvl7pPr>
              <a:lvl8pPr marL="6400800" algn="l" defTabSz="914400" rtl="0" eaLnBrk="1" latinLnBrk="0" hangingPunct="1">
                <a:defRPr sz="3600" kern="1200">
                  <a:solidFill>
                    <a:schemeClr val="lt1"/>
                  </a:solidFill>
                  <a:latin typeface="+mn-lt"/>
                  <a:ea typeface="+mn-ea"/>
                  <a:cs typeface="+mn-cs"/>
                </a:defRPr>
              </a:lvl8pPr>
              <a:lvl9pPr marL="7315200" algn="l" defTabSz="914400" rtl="0" eaLnBrk="1" latinLnBrk="0" hangingPunct="1">
                <a:defRPr sz="3600" kern="1200">
                  <a:solidFill>
                    <a:schemeClr val="lt1"/>
                  </a:solidFill>
                  <a:latin typeface="+mn-lt"/>
                  <a:ea typeface="+mn-ea"/>
                  <a:cs typeface="+mn-cs"/>
                </a:defRPr>
              </a:lvl9pPr>
            </a:lstStyle>
            <a:p>
              <a:pPr algn="ctr"/>
              <a:endParaRPr lang="en-US" sz="1800"/>
            </a:p>
          </p:txBody>
        </p:sp>
        <p:sp>
          <p:nvSpPr>
            <p:cNvPr id="19" name="Rounded Rectangle 18">
              <a:extLst>
                <a:ext uri="{FF2B5EF4-FFF2-40B4-BE49-F238E27FC236}">
                  <a16:creationId xmlns:a16="http://schemas.microsoft.com/office/drawing/2014/main" id="{2D8D2E77-7DF6-651C-AFAC-A0DAD041D125}"/>
                </a:ext>
              </a:extLst>
            </p:cNvPr>
            <p:cNvSpPr>
              <a:spLocks noChangeAspect="1"/>
            </p:cNvSpPr>
            <p:nvPr userDrawn="1"/>
          </p:nvSpPr>
          <p:spPr>
            <a:xfrm>
              <a:off x="16643333" y="3213320"/>
              <a:ext cx="1935872" cy="455363"/>
            </a:xfrm>
            <a:prstGeom prst="roundRect">
              <a:avLst>
                <a:gd name="adj" fmla="val 50000"/>
              </a:avLst>
            </a:prstGeom>
            <a:solidFill>
              <a:srgbClr val="0528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3600" kern="1200">
                  <a:solidFill>
                    <a:schemeClr val="lt1"/>
                  </a:solidFill>
                  <a:latin typeface="+mn-lt"/>
                  <a:ea typeface="+mn-ea"/>
                  <a:cs typeface="+mn-cs"/>
                </a:defRPr>
              </a:lvl1pPr>
              <a:lvl2pPr marL="914400" algn="l" defTabSz="914400" rtl="0" eaLnBrk="1" latinLnBrk="0" hangingPunct="1">
                <a:defRPr sz="3600" kern="1200">
                  <a:solidFill>
                    <a:schemeClr val="lt1"/>
                  </a:solidFill>
                  <a:latin typeface="+mn-lt"/>
                  <a:ea typeface="+mn-ea"/>
                  <a:cs typeface="+mn-cs"/>
                </a:defRPr>
              </a:lvl2pPr>
              <a:lvl3pPr marL="1828800" algn="l" defTabSz="914400" rtl="0" eaLnBrk="1" latinLnBrk="0" hangingPunct="1">
                <a:defRPr sz="3600" kern="1200">
                  <a:solidFill>
                    <a:schemeClr val="lt1"/>
                  </a:solidFill>
                  <a:latin typeface="+mn-lt"/>
                  <a:ea typeface="+mn-ea"/>
                  <a:cs typeface="+mn-cs"/>
                </a:defRPr>
              </a:lvl3pPr>
              <a:lvl4pPr marL="2743200" algn="l" defTabSz="914400" rtl="0" eaLnBrk="1" latinLnBrk="0" hangingPunct="1">
                <a:defRPr sz="3600" kern="1200">
                  <a:solidFill>
                    <a:schemeClr val="lt1"/>
                  </a:solidFill>
                  <a:latin typeface="+mn-lt"/>
                  <a:ea typeface="+mn-ea"/>
                  <a:cs typeface="+mn-cs"/>
                </a:defRPr>
              </a:lvl4pPr>
              <a:lvl5pPr marL="3657600" algn="l" defTabSz="914400" rtl="0" eaLnBrk="1" latinLnBrk="0" hangingPunct="1">
                <a:defRPr sz="3600" kern="1200">
                  <a:solidFill>
                    <a:schemeClr val="lt1"/>
                  </a:solidFill>
                  <a:latin typeface="+mn-lt"/>
                  <a:ea typeface="+mn-ea"/>
                  <a:cs typeface="+mn-cs"/>
                </a:defRPr>
              </a:lvl5pPr>
              <a:lvl6pPr marL="4572000" algn="l" defTabSz="914400" rtl="0" eaLnBrk="1" latinLnBrk="0" hangingPunct="1">
                <a:defRPr sz="3600" kern="1200">
                  <a:solidFill>
                    <a:schemeClr val="lt1"/>
                  </a:solidFill>
                  <a:latin typeface="+mn-lt"/>
                  <a:ea typeface="+mn-ea"/>
                  <a:cs typeface="+mn-cs"/>
                </a:defRPr>
              </a:lvl6pPr>
              <a:lvl7pPr marL="5486400" algn="l" defTabSz="914400" rtl="0" eaLnBrk="1" latinLnBrk="0" hangingPunct="1">
                <a:defRPr sz="3600" kern="1200">
                  <a:solidFill>
                    <a:schemeClr val="lt1"/>
                  </a:solidFill>
                  <a:latin typeface="+mn-lt"/>
                  <a:ea typeface="+mn-ea"/>
                  <a:cs typeface="+mn-cs"/>
                </a:defRPr>
              </a:lvl7pPr>
              <a:lvl8pPr marL="6400800" algn="l" defTabSz="914400" rtl="0" eaLnBrk="1" latinLnBrk="0" hangingPunct="1">
                <a:defRPr sz="3600" kern="1200">
                  <a:solidFill>
                    <a:schemeClr val="lt1"/>
                  </a:solidFill>
                  <a:latin typeface="+mn-lt"/>
                  <a:ea typeface="+mn-ea"/>
                  <a:cs typeface="+mn-cs"/>
                </a:defRPr>
              </a:lvl8pPr>
              <a:lvl9pPr marL="7315200" algn="l" defTabSz="914400" rtl="0" eaLnBrk="1" latinLnBrk="0" hangingPunct="1">
                <a:defRPr sz="3600" kern="1200">
                  <a:solidFill>
                    <a:schemeClr val="lt1"/>
                  </a:solidFill>
                  <a:latin typeface="+mn-lt"/>
                  <a:ea typeface="+mn-ea"/>
                  <a:cs typeface="+mn-cs"/>
                </a:defRPr>
              </a:lvl9pPr>
            </a:lstStyle>
            <a:p>
              <a:pPr algn="ctr"/>
              <a:endParaRPr lang="en-US" sz="1800"/>
            </a:p>
          </p:txBody>
        </p:sp>
        <p:sp>
          <p:nvSpPr>
            <p:cNvPr id="20" name="Rounded Rectangle 19">
              <a:extLst>
                <a:ext uri="{FF2B5EF4-FFF2-40B4-BE49-F238E27FC236}">
                  <a16:creationId xmlns:a16="http://schemas.microsoft.com/office/drawing/2014/main" id="{2EE6CBC7-90FF-56FA-6C86-0103A7268D86}"/>
                </a:ext>
              </a:extLst>
            </p:cNvPr>
            <p:cNvSpPr>
              <a:spLocks noChangeAspect="1"/>
            </p:cNvSpPr>
            <p:nvPr userDrawn="1"/>
          </p:nvSpPr>
          <p:spPr>
            <a:xfrm>
              <a:off x="16590334" y="2284517"/>
              <a:ext cx="929299" cy="455363"/>
            </a:xfrm>
            <a:prstGeom prst="roundRect">
              <a:avLst>
                <a:gd name="adj" fmla="val 50000"/>
              </a:avLst>
            </a:prstGeom>
            <a:solidFill>
              <a:srgbClr val="0528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3600" kern="1200">
                  <a:solidFill>
                    <a:schemeClr val="lt1"/>
                  </a:solidFill>
                  <a:latin typeface="+mn-lt"/>
                  <a:ea typeface="+mn-ea"/>
                  <a:cs typeface="+mn-cs"/>
                </a:defRPr>
              </a:lvl1pPr>
              <a:lvl2pPr marL="914400" algn="l" defTabSz="914400" rtl="0" eaLnBrk="1" latinLnBrk="0" hangingPunct="1">
                <a:defRPr sz="3600" kern="1200">
                  <a:solidFill>
                    <a:schemeClr val="lt1"/>
                  </a:solidFill>
                  <a:latin typeface="+mn-lt"/>
                  <a:ea typeface="+mn-ea"/>
                  <a:cs typeface="+mn-cs"/>
                </a:defRPr>
              </a:lvl2pPr>
              <a:lvl3pPr marL="1828800" algn="l" defTabSz="914400" rtl="0" eaLnBrk="1" latinLnBrk="0" hangingPunct="1">
                <a:defRPr sz="3600" kern="1200">
                  <a:solidFill>
                    <a:schemeClr val="lt1"/>
                  </a:solidFill>
                  <a:latin typeface="+mn-lt"/>
                  <a:ea typeface="+mn-ea"/>
                  <a:cs typeface="+mn-cs"/>
                </a:defRPr>
              </a:lvl3pPr>
              <a:lvl4pPr marL="2743200" algn="l" defTabSz="914400" rtl="0" eaLnBrk="1" latinLnBrk="0" hangingPunct="1">
                <a:defRPr sz="3600" kern="1200">
                  <a:solidFill>
                    <a:schemeClr val="lt1"/>
                  </a:solidFill>
                  <a:latin typeface="+mn-lt"/>
                  <a:ea typeface="+mn-ea"/>
                  <a:cs typeface="+mn-cs"/>
                </a:defRPr>
              </a:lvl4pPr>
              <a:lvl5pPr marL="3657600" algn="l" defTabSz="914400" rtl="0" eaLnBrk="1" latinLnBrk="0" hangingPunct="1">
                <a:defRPr sz="3600" kern="1200">
                  <a:solidFill>
                    <a:schemeClr val="lt1"/>
                  </a:solidFill>
                  <a:latin typeface="+mn-lt"/>
                  <a:ea typeface="+mn-ea"/>
                  <a:cs typeface="+mn-cs"/>
                </a:defRPr>
              </a:lvl5pPr>
              <a:lvl6pPr marL="4572000" algn="l" defTabSz="914400" rtl="0" eaLnBrk="1" latinLnBrk="0" hangingPunct="1">
                <a:defRPr sz="3600" kern="1200">
                  <a:solidFill>
                    <a:schemeClr val="lt1"/>
                  </a:solidFill>
                  <a:latin typeface="+mn-lt"/>
                  <a:ea typeface="+mn-ea"/>
                  <a:cs typeface="+mn-cs"/>
                </a:defRPr>
              </a:lvl6pPr>
              <a:lvl7pPr marL="5486400" algn="l" defTabSz="914400" rtl="0" eaLnBrk="1" latinLnBrk="0" hangingPunct="1">
                <a:defRPr sz="3600" kern="1200">
                  <a:solidFill>
                    <a:schemeClr val="lt1"/>
                  </a:solidFill>
                  <a:latin typeface="+mn-lt"/>
                  <a:ea typeface="+mn-ea"/>
                  <a:cs typeface="+mn-cs"/>
                </a:defRPr>
              </a:lvl7pPr>
              <a:lvl8pPr marL="6400800" algn="l" defTabSz="914400" rtl="0" eaLnBrk="1" latinLnBrk="0" hangingPunct="1">
                <a:defRPr sz="3600" kern="1200">
                  <a:solidFill>
                    <a:schemeClr val="lt1"/>
                  </a:solidFill>
                  <a:latin typeface="+mn-lt"/>
                  <a:ea typeface="+mn-ea"/>
                  <a:cs typeface="+mn-cs"/>
                </a:defRPr>
              </a:lvl8pPr>
              <a:lvl9pPr marL="7315200" algn="l" defTabSz="914400" rtl="0" eaLnBrk="1" latinLnBrk="0" hangingPunct="1">
                <a:defRPr sz="3600" kern="1200">
                  <a:solidFill>
                    <a:schemeClr val="lt1"/>
                  </a:solidFill>
                  <a:latin typeface="+mn-lt"/>
                  <a:ea typeface="+mn-ea"/>
                  <a:cs typeface="+mn-cs"/>
                </a:defRPr>
              </a:lvl9pPr>
            </a:lstStyle>
            <a:p>
              <a:pPr algn="ctr"/>
              <a:endParaRPr lang="en-US" sz="1800"/>
            </a:p>
          </p:txBody>
        </p:sp>
        <p:sp>
          <p:nvSpPr>
            <p:cNvPr id="21" name="Rounded Rectangle 20">
              <a:extLst>
                <a:ext uri="{FF2B5EF4-FFF2-40B4-BE49-F238E27FC236}">
                  <a16:creationId xmlns:a16="http://schemas.microsoft.com/office/drawing/2014/main" id="{54B2DEB9-30AF-D30B-7B1A-FBC654D92EBE}"/>
                </a:ext>
              </a:extLst>
            </p:cNvPr>
            <p:cNvSpPr>
              <a:spLocks noChangeAspect="1"/>
            </p:cNvSpPr>
            <p:nvPr userDrawn="1"/>
          </p:nvSpPr>
          <p:spPr>
            <a:xfrm>
              <a:off x="15215962" y="2284518"/>
              <a:ext cx="974851" cy="455363"/>
            </a:xfrm>
            <a:prstGeom prst="roundRect">
              <a:avLst>
                <a:gd name="adj" fmla="val 50000"/>
              </a:avLst>
            </a:prstGeom>
            <a:solidFill>
              <a:srgbClr val="C6DE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3600" kern="1200">
                  <a:solidFill>
                    <a:schemeClr val="lt1"/>
                  </a:solidFill>
                  <a:latin typeface="+mn-lt"/>
                  <a:ea typeface="+mn-ea"/>
                  <a:cs typeface="+mn-cs"/>
                </a:defRPr>
              </a:lvl1pPr>
              <a:lvl2pPr marL="914400" algn="l" defTabSz="914400" rtl="0" eaLnBrk="1" latinLnBrk="0" hangingPunct="1">
                <a:defRPr sz="3600" kern="1200">
                  <a:solidFill>
                    <a:schemeClr val="lt1"/>
                  </a:solidFill>
                  <a:latin typeface="+mn-lt"/>
                  <a:ea typeface="+mn-ea"/>
                  <a:cs typeface="+mn-cs"/>
                </a:defRPr>
              </a:lvl2pPr>
              <a:lvl3pPr marL="1828800" algn="l" defTabSz="914400" rtl="0" eaLnBrk="1" latinLnBrk="0" hangingPunct="1">
                <a:defRPr sz="3600" kern="1200">
                  <a:solidFill>
                    <a:schemeClr val="lt1"/>
                  </a:solidFill>
                  <a:latin typeface="+mn-lt"/>
                  <a:ea typeface="+mn-ea"/>
                  <a:cs typeface="+mn-cs"/>
                </a:defRPr>
              </a:lvl3pPr>
              <a:lvl4pPr marL="2743200" algn="l" defTabSz="914400" rtl="0" eaLnBrk="1" latinLnBrk="0" hangingPunct="1">
                <a:defRPr sz="3600" kern="1200">
                  <a:solidFill>
                    <a:schemeClr val="lt1"/>
                  </a:solidFill>
                  <a:latin typeface="+mn-lt"/>
                  <a:ea typeface="+mn-ea"/>
                  <a:cs typeface="+mn-cs"/>
                </a:defRPr>
              </a:lvl4pPr>
              <a:lvl5pPr marL="3657600" algn="l" defTabSz="914400" rtl="0" eaLnBrk="1" latinLnBrk="0" hangingPunct="1">
                <a:defRPr sz="3600" kern="1200">
                  <a:solidFill>
                    <a:schemeClr val="lt1"/>
                  </a:solidFill>
                  <a:latin typeface="+mn-lt"/>
                  <a:ea typeface="+mn-ea"/>
                  <a:cs typeface="+mn-cs"/>
                </a:defRPr>
              </a:lvl5pPr>
              <a:lvl6pPr marL="4572000" algn="l" defTabSz="914400" rtl="0" eaLnBrk="1" latinLnBrk="0" hangingPunct="1">
                <a:defRPr sz="3600" kern="1200">
                  <a:solidFill>
                    <a:schemeClr val="lt1"/>
                  </a:solidFill>
                  <a:latin typeface="+mn-lt"/>
                  <a:ea typeface="+mn-ea"/>
                  <a:cs typeface="+mn-cs"/>
                </a:defRPr>
              </a:lvl6pPr>
              <a:lvl7pPr marL="5486400" algn="l" defTabSz="914400" rtl="0" eaLnBrk="1" latinLnBrk="0" hangingPunct="1">
                <a:defRPr sz="3600" kern="1200">
                  <a:solidFill>
                    <a:schemeClr val="lt1"/>
                  </a:solidFill>
                  <a:latin typeface="+mn-lt"/>
                  <a:ea typeface="+mn-ea"/>
                  <a:cs typeface="+mn-cs"/>
                </a:defRPr>
              </a:lvl7pPr>
              <a:lvl8pPr marL="6400800" algn="l" defTabSz="914400" rtl="0" eaLnBrk="1" latinLnBrk="0" hangingPunct="1">
                <a:defRPr sz="3600" kern="1200">
                  <a:solidFill>
                    <a:schemeClr val="lt1"/>
                  </a:solidFill>
                  <a:latin typeface="+mn-lt"/>
                  <a:ea typeface="+mn-ea"/>
                  <a:cs typeface="+mn-cs"/>
                </a:defRPr>
              </a:lvl8pPr>
              <a:lvl9pPr marL="7315200" algn="l" defTabSz="914400" rtl="0" eaLnBrk="1" latinLnBrk="0" hangingPunct="1">
                <a:defRPr sz="3600" kern="1200">
                  <a:solidFill>
                    <a:schemeClr val="lt1"/>
                  </a:solidFill>
                  <a:latin typeface="+mn-lt"/>
                  <a:ea typeface="+mn-ea"/>
                  <a:cs typeface="+mn-cs"/>
                </a:defRPr>
              </a:lvl9pPr>
            </a:lstStyle>
            <a:p>
              <a:pPr algn="ctr"/>
              <a:endParaRPr lang="en-US" sz="1800"/>
            </a:p>
          </p:txBody>
        </p:sp>
        <p:sp>
          <p:nvSpPr>
            <p:cNvPr id="22" name="Rounded Rectangle 21">
              <a:extLst>
                <a:ext uri="{FF2B5EF4-FFF2-40B4-BE49-F238E27FC236}">
                  <a16:creationId xmlns:a16="http://schemas.microsoft.com/office/drawing/2014/main" id="{440AA245-6860-0E2C-427A-584BD68D56E7}"/>
                </a:ext>
              </a:extLst>
            </p:cNvPr>
            <p:cNvSpPr>
              <a:spLocks noChangeAspect="1"/>
            </p:cNvSpPr>
            <p:nvPr userDrawn="1"/>
          </p:nvSpPr>
          <p:spPr>
            <a:xfrm>
              <a:off x="9121309" y="5087212"/>
              <a:ext cx="1935872" cy="455363"/>
            </a:xfrm>
            <a:prstGeom prst="roundRect">
              <a:avLst>
                <a:gd name="adj" fmla="val 50000"/>
              </a:avLst>
            </a:prstGeom>
            <a:solidFill>
              <a:srgbClr val="6CAB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3600" kern="1200">
                  <a:solidFill>
                    <a:schemeClr val="lt1"/>
                  </a:solidFill>
                  <a:latin typeface="+mn-lt"/>
                  <a:ea typeface="+mn-ea"/>
                  <a:cs typeface="+mn-cs"/>
                </a:defRPr>
              </a:lvl1pPr>
              <a:lvl2pPr marL="914400" algn="l" defTabSz="914400" rtl="0" eaLnBrk="1" latinLnBrk="0" hangingPunct="1">
                <a:defRPr sz="3600" kern="1200">
                  <a:solidFill>
                    <a:schemeClr val="lt1"/>
                  </a:solidFill>
                  <a:latin typeface="+mn-lt"/>
                  <a:ea typeface="+mn-ea"/>
                  <a:cs typeface="+mn-cs"/>
                </a:defRPr>
              </a:lvl2pPr>
              <a:lvl3pPr marL="1828800" algn="l" defTabSz="914400" rtl="0" eaLnBrk="1" latinLnBrk="0" hangingPunct="1">
                <a:defRPr sz="3600" kern="1200">
                  <a:solidFill>
                    <a:schemeClr val="lt1"/>
                  </a:solidFill>
                  <a:latin typeface="+mn-lt"/>
                  <a:ea typeface="+mn-ea"/>
                  <a:cs typeface="+mn-cs"/>
                </a:defRPr>
              </a:lvl3pPr>
              <a:lvl4pPr marL="2743200" algn="l" defTabSz="914400" rtl="0" eaLnBrk="1" latinLnBrk="0" hangingPunct="1">
                <a:defRPr sz="3600" kern="1200">
                  <a:solidFill>
                    <a:schemeClr val="lt1"/>
                  </a:solidFill>
                  <a:latin typeface="+mn-lt"/>
                  <a:ea typeface="+mn-ea"/>
                  <a:cs typeface="+mn-cs"/>
                </a:defRPr>
              </a:lvl4pPr>
              <a:lvl5pPr marL="3657600" algn="l" defTabSz="914400" rtl="0" eaLnBrk="1" latinLnBrk="0" hangingPunct="1">
                <a:defRPr sz="3600" kern="1200">
                  <a:solidFill>
                    <a:schemeClr val="lt1"/>
                  </a:solidFill>
                  <a:latin typeface="+mn-lt"/>
                  <a:ea typeface="+mn-ea"/>
                  <a:cs typeface="+mn-cs"/>
                </a:defRPr>
              </a:lvl5pPr>
              <a:lvl6pPr marL="4572000" algn="l" defTabSz="914400" rtl="0" eaLnBrk="1" latinLnBrk="0" hangingPunct="1">
                <a:defRPr sz="3600" kern="1200">
                  <a:solidFill>
                    <a:schemeClr val="lt1"/>
                  </a:solidFill>
                  <a:latin typeface="+mn-lt"/>
                  <a:ea typeface="+mn-ea"/>
                  <a:cs typeface="+mn-cs"/>
                </a:defRPr>
              </a:lvl6pPr>
              <a:lvl7pPr marL="5486400" algn="l" defTabSz="914400" rtl="0" eaLnBrk="1" latinLnBrk="0" hangingPunct="1">
                <a:defRPr sz="3600" kern="1200">
                  <a:solidFill>
                    <a:schemeClr val="lt1"/>
                  </a:solidFill>
                  <a:latin typeface="+mn-lt"/>
                  <a:ea typeface="+mn-ea"/>
                  <a:cs typeface="+mn-cs"/>
                </a:defRPr>
              </a:lvl7pPr>
              <a:lvl8pPr marL="6400800" algn="l" defTabSz="914400" rtl="0" eaLnBrk="1" latinLnBrk="0" hangingPunct="1">
                <a:defRPr sz="3600" kern="1200">
                  <a:solidFill>
                    <a:schemeClr val="lt1"/>
                  </a:solidFill>
                  <a:latin typeface="+mn-lt"/>
                  <a:ea typeface="+mn-ea"/>
                  <a:cs typeface="+mn-cs"/>
                </a:defRPr>
              </a:lvl8pPr>
              <a:lvl9pPr marL="7315200" algn="l" defTabSz="914400" rtl="0" eaLnBrk="1" latinLnBrk="0" hangingPunct="1">
                <a:defRPr sz="3600" kern="1200">
                  <a:solidFill>
                    <a:schemeClr val="lt1"/>
                  </a:solidFill>
                  <a:latin typeface="+mn-lt"/>
                  <a:ea typeface="+mn-ea"/>
                  <a:cs typeface="+mn-cs"/>
                </a:defRPr>
              </a:lvl9pPr>
            </a:lstStyle>
            <a:p>
              <a:pPr algn="ctr"/>
              <a:endParaRPr lang="en-US" sz="1800"/>
            </a:p>
          </p:txBody>
        </p:sp>
        <p:sp>
          <p:nvSpPr>
            <p:cNvPr id="23" name="Rounded Rectangle 22">
              <a:extLst>
                <a:ext uri="{FF2B5EF4-FFF2-40B4-BE49-F238E27FC236}">
                  <a16:creationId xmlns:a16="http://schemas.microsoft.com/office/drawing/2014/main" id="{71AF9457-8C80-1CF4-8F03-7E42449D43FF}"/>
                </a:ext>
              </a:extLst>
            </p:cNvPr>
            <p:cNvSpPr>
              <a:spLocks noChangeAspect="1"/>
            </p:cNvSpPr>
            <p:nvPr userDrawn="1"/>
          </p:nvSpPr>
          <p:spPr>
            <a:xfrm>
              <a:off x="9138782" y="4148237"/>
              <a:ext cx="1935872" cy="455363"/>
            </a:xfrm>
            <a:prstGeom prst="roundRect">
              <a:avLst>
                <a:gd name="adj" fmla="val 50000"/>
              </a:avLst>
            </a:prstGeom>
            <a:solidFill>
              <a:srgbClr val="6CAB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3600" kern="1200">
                  <a:solidFill>
                    <a:schemeClr val="lt1"/>
                  </a:solidFill>
                  <a:latin typeface="+mn-lt"/>
                  <a:ea typeface="+mn-ea"/>
                  <a:cs typeface="+mn-cs"/>
                </a:defRPr>
              </a:lvl1pPr>
              <a:lvl2pPr marL="914400" algn="l" defTabSz="914400" rtl="0" eaLnBrk="1" latinLnBrk="0" hangingPunct="1">
                <a:defRPr sz="3600" kern="1200">
                  <a:solidFill>
                    <a:schemeClr val="lt1"/>
                  </a:solidFill>
                  <a:latin typeface="+mn-lt"/>
                  <a:ea typeface="+mn-ea"/>
                  <a:cs typeface="+mn-cs"/>
                </a:defRPr>
              </a:lvl2pPr>
              <a:lvl3pPr marL="1828800" algn="l" defTabSz="914400" rtl="0" eaLnBrk="1" latinLnBrk="0" hangingPunct="1">
                <a:defRPr sz="3600" kern="1200">
                  <a:solidFill>
                    <a:schemeClr val="lt1"/>
                  </a:solidFill>
                  <a:latin typeface="+mn-lt"/>
                  <a:ea typeface="+mn-ea"/>
                  <a:cs typeface="+mn-cs"/>
                </a:defRPr>
              </a:lvl3pPr>
              <a:lvl4pPr marL="2743200" algn="l" defTabSz="914400" rtl="0" eaLnBrk="1" latinLnBrk="0" hangingPunct="1">
                <a:defRPr sz="3600" kern="1200">
                  <a:solidFill>
                    <a:schemeClr val="lt1"/>
                  </a:solidFill>
                  <a:latin typeface="+mn-lt"/>
                  <a:ea typeface="+mn-ea"/>
                  <a:cs typeface="+mn-cs"/>
                </a:defRPr>
              </a:lvl4pPr>
              <a:lvl5pPr marL="3657600" algn="l" defTabSz="914400" rtl="0" eaLnBrk="1" latinLnBrk="0" hangingPunct="1">
                <a:defRPr sz="3600" kern="1200">
                  <a:solidFill>
                    <a:schemeClr val="lt1"/>
                  </a:solidFill>
                  <a:latin typeface="+mn-lt"/>
                  <a:ea typeface="+mn-ea"/>
                  <a:cs typeface="+mn-cs"/>
                </a:defRPr>
              </a:lvl5pPr>
              <a:lvl6pPr marL="4572000" algn="l" defTabSz="914400" rtl="0" eaLnBrk="1" latinLnBrk="0" hangingPunct="1">
                <a:defRPr sz="3600" kern="1200">
                  <a:solidFill>
                    <a:schemeClr val="lt1"/>
                  </a:solidFill>
                  <a:latin typeface="+mn-lt"/>
                  <a:ea typeface="+mn-ea"/>
                  <a:cs typeface="+mn-cs"/>
                </a:defRPr>
              </a:lvl6pPr>
              <a:lvl7pPr marL="5486400" algn="l" defTabSz="914400" rtl="0" eaLnBrk="1" latinLnBrk="0" hangingPunct="1">
                <a:defRPr sz="3600" kern="1200">
                  <a:solidFill>
                    <a:schemeClr val="lt1"/>
                  </a:solidFill>
                  <a:latin typeface="+mn-lt"/>
                  <a:ea typeface="+mn-ea"/>
                  <a:cs typeface="+mn-cs"/>
                </a:defRPr>
              </a:lvl7pPr>
              <a:lvl8pPr marL="6400800" algn="l" defTabSz="914400" rtl="0" eaLnBrk="1" latinLnBrk="0" hangingPunct="1">
                <a:defRPr sz="3600" kern="1200">
                  <a:solidFill>
                    <a:schemeClr val="lt1"/>
                  </a:solidFill>
                  <a:latin typeface="+mn-lt"/>
                  <a:ea typeface="+mn-ea"/>
                  <a:cs typeface="+mn-cs"/>
                </a:defRPr>
              </a:lvl8pPr>
              <a:lvl9pPr marL="7315200" algn="l" defTabSz="914400" rtl="0" eaLnBrk="1" latinLnBrk="0" hangingPunct="1">
                <a:defRPr sz="3600" kern="1200">
                  <a:solidFill>
                    <a:schemeClr val="lt1"/>
                  </a:solidFill>
                  <a:latin typeface="+mn-lt"/>
                  <a:ea typeface="+mn-ea"/>
                  <a:cs typeface="+mn-cs"/>
                </a:defRPr>
              </a:lvl9pPr>
            </a:lstStyle>
            <a:p>
              <a:pPr algn="ctr"/>
              <a:endParaRPr lang="en-US" sz="1800"/>
            </a:p>
          </p:txBody>
        </p:sp>
        <p:sp>
          <p:nvSpPr>
            <p:cNvPr id="24" name="Rounded Rectangle 23">
              <a:extLst>
                <a:ext uri="{FF2B5EF4-FFF2-40B4-BE49-F238E27FC236}">
                  <a16:creationId xmlns:a16="http://schemas.microsoft.com/office/drawing/2014/main" id="{BDADFD7E-0623-55B3-15DF-A8CBC20A1F50}"/>
                </a:ext>
              </a:extLst>
            </p:cNvPr>
            <p:cNvSpPr>
              <a:spLocks noChangeAspect="1"/>
            </p:cNvSpPr>
            <p:nvPr userDrawn="1"/>
          </p:nvSpPr>
          <p:spPr>
            <a:xfrm>
              <a:off x="10043478" y="5562647"/>
              <a:ext cx="1935872" cy="455363"/>
            </a:xfrm>
            <a:prstGeom prst="roundRect">
              <a:avLst>
                <a:gd name="adj" fmla="val 50000"/>
              </a:avLst>
            </a:prstGeom>
            <a:noFill/>
            <a:ln>
              <a:solidFill>
                <a:srgbClr val="6CABF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3600" kern="1200">
                  <a:solidFill>
                    <a:schemeClr val="lt1"/>
                  </a:solidFill>
                  <a:latin typeface="+mn-lt"/>
                  <a:ea typeface="+mn-ea"/>
                  <a:cs typeface="+mn-cs"/>
                </a:defRPr>
              </a:lvl1pPr>
              <a:lvl2pPr marL="914400" algn="l" defTabSz="914400" rtl="0" eaLnBrk="1" latinLnBrk="0" hangingPunct="1">
                <a:defRPr sz="3600" kern="1200">
                  <a:solidFill>
                    <a:schemeClr val="lt1"/>
                  </a:solidFill>
                  <a:latin typeface="+mn-lt"/>
                  <a:ea typeface="+mn-ea"/>
                  <a:cs typeface="+mn-cs"/>
                </a:defRPr>
              </a:lvl2pPr>
              <a:lvl3pPr marL="1828800" algn="l" defTabSz="914400" rtl="0" eaLnBrk="1" latinLnBrk="0" hangingPunct="1">
                <a:defRPr sz="3600" kern="1200">
                  <a:solidFill>
                    <a:schemeClr val="lt1"/>
                  </a:solidFill>
                  <a:latin typeface="+mn-lt"/>
                  <a:ea typeface="+mn-ea"/>
                  <a:cs typeface="+mn-cs"/>
                </a:defRPr>
              </a:lvl3pPr>
              <a:lvl4pPr marL="2743200" algn="l" defTabSz="914400" rtl="0" eaLnBrk="1" latinLnBrk="0" hangingPunct="1">
                <a:defRPr sz="3600" kern="1200">
                  <a:solidFill>
                    <a:schemeClr val="lt1"/>
                  </a:solidFill>
                  <a:latin typeface="+mn-lt"/>
                  <a:ea typeface="+mn-ea"/>
                  <a:cs typeface="+mn-cs"/>
                </a:defRPr>
              </a:lvl4pPr>
              <a:lvl5pPr marL="3657600" algn="l" defTabSz="914400" rtl="0" eaLnBrk="1" latinLnBrk="0" hangingPunct="1">
                <a:defRPr sz="3600" kern="1200">
                  <a:solidFill>
                    <a:schemeClr val="lt1"/>
                  </a:solidFill>
                  <a:latin typeface="+mn-lt"/>
                  <a:ea typeface="+mn-ea"/>
                  <a:cs typeface="+mn-cs"/>
                </a:defRPr>
              </a:lvl5pPr>
              <a:lvl6pPr marL="4572000" algn="l" defTabSz="914400" rtl="0" eaLnBrk="1" latinLnBrk="0" hangingPunct="1">
                <a:defRPr sz="3600" kern="1200">
                  <a:solidFill>
                    <a:schemeClr val="lt1"/>
                  </a:solidFill>
                  <a:latin typeface="+mn-lt"/>
                  <a:ea typeface="+mn-ea"/>
                  <a:cs typeface="+mn-cs"/>
                </a:defRPr>
              </a:lvl6pPr>
              <a:lvl7pPr marL="5486400" algn="l" defTabSz="914400" rtl="0" eaLnBrk="1" latinLnBrk="0" hangingPunct="1">
                <a:defRPr sz="3600" kern="1200">
                  <a:solidFill>
                    <a:schemeClr val="lt1"/>
                  </a:solidFill>
                  <a:latin typeface="+mn-lt"/>
                  <a:ea typeface="+mn-ea"/>
                  <a:cs typeface="+mn-cs"/>
                </a:defRPr>
              </a:lvl7pPr>
              <a:lvl8pPr marL="6400800" algn="l" defTabSz="914400" rtl="0" eaLnBrk="1" latinLnBrk="0" hangingPunct="1">
                <a:defRPr sz="3600" kern="1200">
                  <a:solidFill>
                    <a:schemeClr val="lt1"/>
                  </a:solidFill>
                  <a:latin typeface="+mn-lt"/>
                  <a:ea typeface="+mn-ea"/>
                  <a:cs typeface="+mn-cs"/>
                </a:defRPr>
              </a:lvl8pPr>
              <a:lvl9pPr marL="7315200" algn="l" defTabSz="914400" rtl="0" eaLnBrk="1" latinLnBrk="0" hangingPunct="1">
                <a:defRPr sz="3600" kern="1200">
                  <a:solidFill>
                    <a:schemeClr val="lt1"/>
                  </a:solidFill>
                  <a:latin typeface="+mn-lt"/>
                  <a:ea typeface="+mn-ea"/>
                  <a:cs typeface="+mn-cs"/>
                </a:defRPr>
              </a:lvl9pPr>
            </a:lstStyle>
            <a:p>
              <a:pPr algn="ctr"/>
              <a:endParaRPr lang="en-US" sz="1800"/>
            </a:p>
          </p:txBody>
        </p:sp>
        <p:sp>
          <p:nvSpPr>
            <p:cNvPr id="25" name="Rounded Rectangle 24">
              <a:extLst>
                <a:ext uri="{FF2B5EF4-FFF2-40B4-BE49-F238E27FC236}">
                  <a16:creationId xmlns:a16="http://schemas.microsoft.com/office/drawing/2014/main" id="{816FE234-DC30-967E-E9B5-5E6AA6D2C015}"/>
                </a:ext>
              </a:extLst>
            </p:cNvPr>
            <p:cNvSpPr>
              <a:spLocks noChangeAspect="1"/>
            </p:cNvSpPr>
            <p:nvPr userDrawn="1"/>
          </p:nvSpPr>
          <p:spPr>
            <a:xfrm>
              <a:off x="10064679" y="2756528"/>
              <a:ext cx="1904808" cy="448056"/>
            </a:xfrm>
            <a:prstGeom prst="roundRect">
              <a:avLst>
                <a:gd name="adj" fmla="val 50000"/>
              </a:avLst>
            </a:prstGeom>
            <a:noFill/>
            <a:ln>
              <a:solidFill>
                <a:srgbClr val="6CABF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3600" kern="1200">
                  <a:solidFill>
                    <a:schemeClr val="lt1"/>
                  </a:solidFill>
                  <a:latin typeface="+mn-lt"/>
                  <a:ea typeface="+mn-ea"/>
                  <a:cs typeface="+mn-cs"/>
                </a:defRPr>
              </a:lvl1pPr>
              <a:lvl2pPr marL="914400" algn="l" defTabSz="914400" rtl="0" eaLnBrk="1" latinLnBrk="0" hangingPunct="1">
                <a:defRPr sz="3600" kern="1200">
                  <a:solidFill>
                    <a:schemeClr val="lt1"/>
                  </a:solidFill>
                  <a:latin typeface="+mn-lt"/>
                  <a:ea typeface="+mn-ea"/>
                  <a:cs typeface="+mn-cs"/>
                </a:defRPr>
              </a:lvl2pPr>
              <a:lvl3pPr marL="1828800" algn="l" defTabSz="914400" rtl="0" eaLnBrk="1" latinLnBrk="0" hangingPunct="1">
                <a:defRPr sz="3600" kern="1200">
                  <a:solidFill>
                    <a:schemeClr val="lt1"/>
                  </a:solidFill>
                  <a:latin typeface="+mn-lt"/>
                  <a:ea typeface="+mn-ea"/>
                  <a:cs typeface="+mn-cs"/>
                </a:defRPr>
              </a:lvl3pPr>
              <a:lvl4pPr marL="2743200" algn="l" defTabSz="914400" rtl="0" eaLnBrk="1" latinLnBrk="0" hangingPunct="1">
                <a:defRPr sz="3600" kern="1200">
                  <a:solidFill>
                    <a:schemeClr val="lt1"/>
                  </a:solidFill>
                  <a:latin typeface="+mn-lt"/>
                  <a:ea typeface="+mn-ea"/>
                  <a:cs typeface="+mn-cs"/>
                </a:defRPr>
              </a:lvl4pPr>
              <a:lvl5pPr marL="3657600" algn="l" defTabSz="914400" rtl="0" eaLnBrk="1" latinLnBrk="0" hangingPunct="1">
                <a:defRPr sz="3600" kern="1200">
                  <a:solidFill>
                    <a:schemeClr val="lt1"/>
                  </a:solidFill>
                  <a:latin typeface="+mn-lt"/>
                  <a:ea typeface="+mn-ea"/>
                  <a:cs typeface="+mn-cs"/>
                </a:defRPr>
              </a:lvl5pPr>
              <a:lvl6pPr marL="4572000" algn="l" defTabSz="914400" rtl="0" eaLnBrk="1" latinLnBrk="0" hangingPunct="1">
                <a:defRPr sz="3600" kern="1200">
                  <a:solidFill>
                    <a:schemeClr val="lt1"/>
                  </a:solidFill>
                  <a:latin typeface="+mn-lt"/>
                  <a:ea typeface="+mn-ea"/>
                  <a:cs typeface="+mn-cs"/>
                </a:defRPr>
              </a:lvl6pPr>
              <a:lvl7pPr marL="5486400" algn="l" defTabSz="914400" rtl="0" eaLnBrk="1" latinLnBrk="0" hangingPunct="1">
                <a:defRPr sz="3600" kern="1200">
                  <a:solidFill>
                    <a:schemeClr val="lt1"/>
                  </a:solidFill>
                  <a:latin typeface="+mn-lt"/>
                  <a:ea typeface="+mn-ea"/>
                  <a:cs typeface="+mn-cs"/>
                </a:defRPr>
              </a:lvl7pPr>
              <a:lvl8pPr marL="6400800" algn="l" defTabSz="914400" rtl="0" eaLnBrk="1" latinLnBrk="0" hangingPunct="1">
                <a:defRPr sz="3600" kern="1200">
                  <a:solidFill>
                    <a:schemeClr val="lt1"/>
                  </a:solidFill>
                  <a:latin typeface="+mn-lt"/>
                  <a:ea typeface="+mn-ea"/>
                  <a:cs typeface="+mn-cs"/>
                </a:defRPr>
              </a:lvl8pPr>
              <a:lvl9pPr marL="7315200" algn="l" defTabSz="914400" rtl="0" eaLnBrk="1" latinLnBrk="0" hangingPunct="1">
                <a:defRPr sz="3600" kern="1200">
                  <a:solidFill>
                    <a:schemeClr val="lt1"/>
                  </a:solidFill>
                  <a:latin typeface="+mn-lt"/>
                  <a:ea typeface="+mn-ea"/>
                  <a:cs typeface="+mn-cs"/>
                </a:defRPr>
              </a:lvl9pPr>
            </a:lstStyle>
            <a:p>
              <a:pPr algn="ctr"/>
              <a:endParaRPr lang="en-US" sz="1800"/>
            </a:p>
          </p:txBody>
        </p:sp>
        <p:sp>
          <p:nvSpPr>
            <p:cNvPr id="26" name="Rounded Rectangle 25">
              <a:extLst>
                <a:ext uri="{FF2B5EF4-FFF2-40B4-BE49-F238E27FC236}">
                  <a16:creationId xmlns:a16="http://schemas.microsoft.com/office/drawing/2014/main" id="{CD443877-DC98-4E9E-792F-5478B5541463}"/>
                </a:ext>
              </a:extLst>
            </p:cNvPr>
            <p:cNvSpPr>
              <a:spLocks noChangeAspect="1"/>
            </p:cNvSpPr>
            <p:nvPr userDrawn="1"/>
          </p:nvSpPr>
          <p:spPr>
            <a:xfrm>
              <a:off x="13785152" y="3685361"/>
              <a:ext cx="1904808" cy="448056"/>
            </a:xfrm>
            <a:prstGeom prst="roundRect">
              <a:avLst>
                <a:gd name="adj" fmla="val 50000"/>
              </a:avLst>
            </a:prstGeom>
            <a:noFill/>
            <a:ln>
              <a:solidFill>
                <a:srgbClr val="6CABF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3600" kern="1200">
                  <a:solidFill>
                    <a:schemeClr val="lt1"/>
                  </a:solidFill>
                  <a:latin typeface="+mn-lt"/>
                  <a:ea typeface="+mn-ea"/>
                  <a:cs typeface="+mn-cs"/>
                </a:defRPr>
              </a:lvl1pPr>
              <a:lvl2pPr marL="914400" algn="l" defTabSz="914400" rtl="0" eaLnBrk="1" latinLnBrk="0" hangingPunct="1">
                <a:defRPr sz="3600" kern="1200">
                  <a:solidFill>
                    <a:schemeClr val="lt1"/>
                  </a:solidFill>
                  <a:latin typeface="+mn-lt"/>
                  <a:ea typeface="+mn-ea"/>
                  <a:cs typeface="+mn-cs"/>
                </a:defRPr>
              </a:lvl2pPr>
              <a:lvl3pPr marL="1828800" algn="l" defTabSz="914400" rtl="0" eaLnBrk="1" latinLnBrk="0" hangingPunct="1">
                <a:defRPr sz="3600" kern="1200">
                  <a:solidFill>
                    <a:schemeClr val="lt1"/>
                  </a:solidFill>
                  <a:latin typeface="+mn-lt"/>
                  <a:ea typeface="+mn-ea"/>
                  <a:cs typeface="+mn-cs"/>
                </a:defRPr>
              </a:lvl3pPr>
              <a:lvl4pPr marL="2743200" algn="l" defTabSz="914400" rtl="0" eaLnBrk="1" latinLnBrk="0" hangingPunct="1">
                <a:defRPr sz="3600" kern="1200">
                  <a:solidFill>
                    <a:schemeClr val="lt1"/>
                  </a:solidFill>
                  <a:latin typeface="+mn-lt"/>
                  <a:ea typeface="+mn-ea"/>
                  <a:cs typeface="+mn-cs"/>
                </a:defRPr>
              </a:lvl4pPr>
              <a:lvl5pPr marL="3657600" algn="l" defTabSz="914400" rtl="0" eaLnBrk="1" latinLnBrk="0" hangingPunct="1">
                <a:defRPr sz="3600" kern="1200">
                  <a:solidFill>
                    <a:schemeClr val="lt1"/>
                  </a:solidFill>
                  <a:latin typeface="+mn-lt"/>
                  <a:ea typeface="+mn-ea"/>
                  <a:cs typeface="+mn-cs"/>
                </a:defRPr>
              </a:lvl5pPr>
              <a:lvl6pPr marL="4572000" algn="l" defTabSz="914400" rtl="0" eaLnBrk="1" latinLnBrk="0" hangingPunct="1">
                <a:defRPr sz="3600" kern="1200">
                  <a:solidFill>
                    <a:schemeClr val="lt1"/>
                  </a:solidFill>
                  <a:latin typeface="+mn-lt"/>
                  <a:ea typeface="+mn-ea"/>
                  <a:cs typeface="+mn-cs"/>
                </a:defRPr>
              </a:lvl6pPr>
              <a:lvl7pPr marL="5486400" algn="l" defTabSz="914400" rtl="0" eaLnBrk="1" latinLnBrk="0" hangingPunct="1">
                <a:defRPr sz="3600" kern="1200">
                  <a:solidFill>
                    <a:schemeClr val="lt1"/>
                  </a:solidFill>
                  <a:latin typeface="+mn-lt"/>
                  <a:ea typeface="+mn-ea"/>
                  <a:cs typeface="+mn-cs"/>
                </a:defRPr>
              </a:lvl7pPr>
              <a:lvl8pPr marL="6400800" algn="l" defTabSz="914400" rtl="0" eaLnBrk="1" latinLnBrk="0" hangingPunct="1">
                <a:defRPr sz="3600" kern="1200">
                  <a:solidFill>
                    <a:schemeClr val="lt1"/>
                  </a:solidFill>
                  <a:latin typeface="+mn-lt"/>
                  <a:ea typeface="+mn-ea"/>
                  <a:cs typeface="+mn-cs"/>
                </a:defRPr>
              </a:lvl8pPr>
              <a:lvl9pPr marL="7315200" algn="l" defTabSz="914400" rtl="0" eaLnBrk="1" latinLnBrk="0" hangingPunct="1">
                <a:defRPr sz="3600" kern="1200">
                  <a:solidFill>
                    <a:schemeClr val="lt1"/>
                  </a:solidFill>
                  <a:latin typeface="+mn-lt"/>
                  <a:ea typeface="+mn-ea"/>
                  <a:cs typeface="+mn-cs"/>
                </a:defRPr>
              </a:lvl9pPr>
            </a:lstStyle>
            <a:p>
              <a:pPr algn="ctr"/>
              <a:endParaRPr lang="en-US" sz="1800"/>
            </a:p>
          </p:txBody>
        </p:sp>
        <p:sp>
          <p:nvSpPr>
            <p:cNvPr id="27" name="Rounded Rectangle 26">
              <a:extLst>
                <a:ext uri="{FF2B5EF4-FFF2-40B4-BE49-F238E27FC236}">
                  <a16:creationId xmlns:a16="http://schemas.microsoft.com/office/drawing/2014/main" id="{3F10644B-AB2F-E862-CF9F-6AE89D64940A}"/>
                </a:ext>
              </a:extLst>
            </p:cNvPr>
            <p:cNvSpPr>
              <a:spLocks noChangeAspect="1"/>
            </p:cNvSpPr>
            <p:nvPr userDrawn="1"/>
          </p:nvSpPr>
          <p:spPr>
            <a:xfrm>
              <a:off x="12884184" y="4148237"/>
              <a:ext cx="1935872" cy="455363"/>
            </a:xfrm>
            <a:prstGeom prst="roundRect">
              <a:avLst>
                <a:gd name="adj" fmla="val 50000"/>
              </a:avLst>
            </a:prstGeom>
            <a:solidFill>
              <a:srgbClr val="6CAB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3600" kern="1200">
                  <a:solidFill>
                    <a:schemeClr val="lt1"/>
                  </a:solidFill>
                  <a:latin typeface="+mn-lt"/>
                  <a:ea typeface="+mn-ea"/>
                  <a:cs typeface="+mn-cs"/>
                </a:defRPr>
              </a:lvl1pPr>
              <a:lvl2pPr marL="914400" algn="l" defTabSz="914400" rtl="0" eaLnBrk="1" latinLnBrk="0" hangingPunct="1">
                <a:defRPr sz="3600" kern="1200">
                  <a:solidFill>
                    <a:schemeClr val="lt1"/>
                  </a:solidFill>
                  <a:latin typeface="+mn-lt"/>
                  <a:ea typeface="+mn-ea"/>
                  <a:cs typeface="+mn-cs"/>
                </a:defRPr>
              </a:lvl2pPr>
              <a:lvl3pPr marL="1828800" algn="l" defTabSz="914400" rtl="0" eaLnBrk="1" latinLnBrk="0" hangingPunct="1">
                <a:defRPr sz="3600" kern="1200">
                  <a:solidFill>
                    <a:schemeClr val="lt1"/>
                  </a:solidFill>
                  <a:latin typeface="+mn-lt"/>
                  <a:ea typeface="+mn-ea"/>
                  <a:cs typeface="+mn-cs"/>
                </a:defRPr>
              </a:lvl3pPr>
              <a:lvl4pPr marL="2743200" algn="l" defTabSz="914400" rtl="0" eaLnBrk="1" latinLnBrk="0" hangingPunct="1">
                <a:defRPr sz="3600" kern="1200">
                  <a:solidFill>
                    <a:schemeClr val="lt1"/>
                  </a:solidFill>
                  <a:latin typeface="+mn-lt"/>
                  <a:ea typeface="+mn-ea"/>
                  <a:cs typeface="+mn-cs"/>
                </a:defRPr>
              </a:lvl4pPr>
              <a:lvl5pPr marL="3657600" algn="l" defTabSz="914400" rtl="0" eaLnBrk="1" latinLnBrk="0" hangingPunct="1">
                <a:defRPr sz="3600" kern="1200">
                  <a:solidFill>
                    <a:schemeClr val="lt1"/>
                  </a:solidFill>
                  <a:latin typeface="+mn-lt"/>
                  <a:ea typeface="+mn-ea"/>
                  <a:cs typeface="+mn-cs"/>
                </a:defRPr>
              </a:lvl5pPr>
              <a:lvl6pPr marL="4572000" algn="l" defTabSz="914400" rtl="0" eaLnBrk="1" latinLnBrk="0" hangingPunct="1">
                <a:defRPr sz="3600" kern="1200">
                  <a:solidFill>
                    <a:schemeClr val="lt1"/>
                  </a:solidFill>
                  <a:latin typeface="+mn-lt"/>
                  <a:ea typeface="+mn-ea"/>
                  <a:cs typeface="+mn-cs"/>
                </a:defRPr>
              </a:lvl6pPr>
              <a:lvl7pPr marL="5486400" algn="l" defTabSz="914400" rtl="0" eaLnBrk="1" latinLnBrk="0" hangingPunct="1">
                <a:defRPr sz="3600" kern="1200">
                  <a:solidFill>
                    <a:schemeClr val="lt1"/>
                  </a:solidFill>
                  <a:latin typeface="+mn-lt"/>
                  <a:ea typeface="+mn-ea"/>
                  <a:cs typeface="+mn-cs"/>
                </a:defRPr>
              </a:lvl7pPr>
              <a:lvl8pPr marL="6400800" algn="l" defTabSz="914400" rtl="0" eaLnBrk="1" latinLnBrk="0" hangingPunct="1">
                <a:defRPr sz="3600" kern="1200">
                  <a:solidFill>
                    <a:schemeClr val="lt1"/>
                  </a:solidFill>
                  <a:latin typeface="+mn-lt"/>
                  <a:ea typeface="+mn-ea"/>
                  <a:cs typeface="+mn-cs"/>
                </a:defRPr>
              </a:lvl8pPr>
              <a:lvl9pPr marL="7315200" algn="l" defTabSz="914400" rtl="0" eaLnBrk="1" latinLnBrk="0" hangingPunct="1">
                <a:defRPr sz="3600" kern="1200">
                  <a:solidFill>
                    <a:schemeClr val="lt1"/>
                  </a:solidFill>
                  <a:latin typeface="+mn-lt"/>
                  <a:ea typeface="+mn-ea"/>
                  <a:cs typeface="+mn-cs"/>
                </a:defRPr>
              </a:lvl9pPr>
            </a:lstStyle>
            <a:p>
              <a:pPr algn="ctr"/>
              <a:endParaRPr lang="en-US" sz="1800"/>
            </a:p>
          </p:txBody>
        </p:sp>
        <p:sp>
          <p:nvSpPr>
            <p:cNvPr id="28" name="Rounded Rectangle 27">
              <a:extLst>
                <a:ext uri="{FF2B5EF4-FFF2-40B4-BE49-F238E27FC236}">
                  <a16:creationId xmlns:a16="http://schemas.microsoft.com/office/drawing/2014/main" id="{EBD417FA-64A5-7F10-0AD7-267343FE5F0C}"/>
                </a:ext>
              </a:extLst>
            </p:cNvPr>
            <p:cNvSpPr>
              <a:spLocks noChangeAspect="1"/>
            </p:cNvSpPr>
            <p:nvPr userDrawn="1"/>
          </p:nvSpPr>
          <p:spPr>
            <a:xfrm>
              <a:off x="12852388" y="3213320"/>
              <a:ext cx="1943681" cy="457200"/>
            </a:xfrm>
            <a:prstGeom prst="roundRect">
              <a:avLst>
                <a:gd name="adj" fmla="val 50000"/>
              </a:avLst>
            </a:prstGeom>
            <a:solidFill>
              <a:srgbClr val="6CAB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3600" kern="1200">
                  <a:solidFill>
                    <a:schemeClr val="lt1"/>
                  </a:solidFill>
                  <a:latin typeface="+mn-lt"/>
                  <a:ea typeface="+mn-ea"/>
                  <a:cs typeface="+mn-cs"/>
                </a:defRPr>
              </a:lvl1pPr>
              <a:lvl2pPr marL="914400" algn="l" defTabSz="914400" rtl="0" eaLnBrk="1" latinLnBrk="0" hangingPunct="1">
                <a:defRPr sz="3600" kern="1200">
                  <a:solidFill>
                    <a:schemeClr val="lt1"/>
                  </a:solidFill>
                  <a:latin typeface="+mn-lt"/>
                  <a:ea typeface="+mn-ea"/>
                  <a:cs typeface="+mn-cs"/>
                </a:defRPr>
              </a:lvl2pPr>
              <a:lvl3pPr marL="1828800" algn="l" defTabSz="914400" rtl="0" eaLnBrk="1" latinLnBrk="0" hangingPunct="1">
                <a:defRPr sz="3600" kern="1200">
                  <a:solidFill>
                    <a:schemeClr val="lt1"/>
                  </a:solidFill>
                  <a:latin typeface="+mn-lt"/>
                  <a:ea typeface="+mn-ea"/>
                  <a:cs typeface="+mn-cs"/>
                </a:defRPr>
              </a:lvl3pPr>
              <a:lvl4pPr marL="2743200" algn="l" defTabSz="914400" rtl="0" eaLnBrk="1" latinLnBrk="0" hangingPunct="1">
                <a:defRPr sz="3600" kern="1200">
                  <a:solidFill>
                    <a:schemeClr val="lt1"/>
                  </a:solidFill>
                  <a:latin typeface="+mn-lt"/>
                  <a:ea typeface="+mn-ea"/>
                  <a:cs typeface="+mn-cs"/>
                </a:defRPr>
              </a:lvl4pPr>
              <a:lvl5pPr marL="3657600" algn="l" defTabSz="914400" rtl="0" eaLnBrk="1" latinLnBrk="0" hangingPunct="1">
                <a:defRPr sz="3600" kern="1200">
                  <a:solidFill>
                    <a:schemeClr val="lt1"/>
                  </a:solidFill>
                  <a:latin typeface="+mn-lt"/>
                  <a:ea typeface="+mn-ea"/>
                  <a:cs typeface="+mn-cs"/>
                </a:defRPr>
              </a:lvl5pPr>
              <a:lvl6pPr marL="4572000" algn="l" defTabSz="914400" rtl="0" eaLnBrk="1" latinLnBrk="0" hangingPunct="1">
                <a:defRPr sz="3600" kern="1200">
                  <a:solidFill>
                    <a:schemeClr val="lt1"/>
                  </a:solidFill>
                  <a:latin typeface="+mn-lt"/>
                  <a:ea typeface="+mn-ea"/>
                  <a:cs typeface="+mn-cs"/>
                </a:defRPr>
              </a:lvl6pPr>
              <a:lvl7pPr marL="5486400" algn="l" defTabSz="914400" rtl="0" eaLnBrk="1" latinLnBrk="0" hangingPunct="1">
                <a:defRPr sz="3600" kern="1200">
                  <a:solidFill>
                    <a:schemeClr val="lt1"/>
                  </a:solidFill>
                  <a:latin typeface="+mn-lt"/>
                  <a:ea typeface="+mn-ea"/>
                  <a:cs typeface="+mn-cs"/>
                </a:defRPr>
              </a:lvl7pPr>
              <a:lvl8pPr marL="6400800" algn="l" defTabSz="914400" rtl="0" eaLnBrk="1" latinLnBrk="0" hangingPunct="1">
                <a:defRPr sz="3600" kern="1200">
                  <a:solidFill>
                    <a:schemeClr val="lt1"/>
                  </a:solidFill>
                  <a:latin typeface="+mn-lt"/>
                  <a:ea typeface="+mn-ea"/>
                  <a:cs typeface="+mn-cs"/>
                </a:defRPr>
              </a:lvl8pPr>
              <a:lvl9pPr marL="7315200" algn="l" defTabSz="914400" rtl="0" eaLnBrk="1" latinLnBrk="0" hangingPunct="1">
                <a:defRPr sz="3600" kern="1200">
                  <a:solidFill>
                    <a:schemeClr val="lt1"/>
                  </a:solidFill>
                  <a:latin typeface="+mn-lt"/>
                  <a:ea typeface="+mn-ea"/>
                  <a:cs typeface="+mn-cs"/>
                </a:defRPr>
              </a:lvl9pPr>
            </a:lstStyle>
            <a:p>
              <a:pPr algn="ctr"/>
              <a:endParaRPr lang="en-US" sz="1800"/>
            </a:p>
          </p:txBody>
        </p:sp>
      </p:grpSp>
      <p:pic>
        <p:nvPicPr>
          <p:cNvPr id="29" name="Picture 6">
            <a:extLst>
              <a:ext uri="{FF2B5EF4-FFF2-40B4-BE49-F238E27FC236}">
                <a16:creationId xmlns:a16="http://schemas.microsoft.com/office/drawing/2014/main" id="{5F0130EF-06FA-F400-FE8E-52D82D2A089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5925307" y="8896491"/>
            <a:ext cx="1467881" cy="609309"/>
          </a:xfrm>
          <a:prstGeom prst="rect">
            <a:avLst/>
          </a:prstGeom>
        </p:spPr>
      </p:pic>
    </p:spTree>
    <p:custDataLst>
      <p:tags r:id="rId1"/>
    </p:custDataLst>
    <p:extLst>
      <p:ext uri="{BB962C8B-B14F-4D97-AF65-F5344CB8AC3E}">
        <p14:creationId xmlns:p14="http://schemas.microsoft.com/office/powerpoint/2010/main" val="41617064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SAS - Alternate Closing 2">
    <p:bg>
      <p:bgPr>
        <a:solidFill>
          <a:schemeClr val="bg1"/>
        </a:solidFill>
        <a:effectLst/>
      </p:bgPr>
    </p:bg>
    <p:spTree>
      <p:nvGrpSpPr>
        <p:cNvPr id="1" name=""/>
        <p:cNvGrpSpPr/>
        <p:nvPr/>
      </p:nvGrpSpPr>
      <p:grpSpPr>
        <a:xfrm>
          <a:off x="0" y="0"/>
          <a:ext cx="0" cy="0"/>
          <a:chOff x="0" y="0"/>
          <a:chExt cx="0" cy="0"/>
        </a:xfrm>
      </p:grpSpPr>
      <p:sp>
        <p:nvSpPr>
          <p:cNvPr id="2" name="Text Placeholder 15">
            <a:extLst>
              <a:ext uri="{FF2B5EF4-FFF2-40B4-BE49-F238E27FC236}">
                <a16:creationId xmlns:a16="http://schemas.microsoft.com/office/drawing/2014/main" id="{514B8423-CFFD-1921-7480-8BEC78F05FFD}"/>
              </a:ext>
            </a:extLst>
          </p:cNvPr>
          <p:cNvSpPr>
            <a:spLocks noGrp="1"/>
          </p:cNvSpPr>
          <p:nvPr>
            <p:ph type="body" sz="quarter" idx="11" hasCustomPrompt="1"/>
          </p:nvPr>
        </p:nvSpPr>
        <p:spPr>
          <a:xfrm>
            <a:off x="1252433" y="8276977"/>
            <a:ext cx="8233214" cy="1057522"/>
          </a:xfrm>
          <a:prstGeom prst="rect">
            <a:avLst/>
          </a:prstGeom>
        </p:spPr>
        <p:txBody>
          <a:bodyPr wrap="square" anchor="ctr" anchorCtr="0">
            <a:normAutofit/>
          </a:bodyPr>
          <a:lstStyle>
            <a:lvl1pPr marL="0" indent="0">
              <a:lnSpc>
                <a:spcPct val="100000"/>
              </a:lnSpc>
              <a:spcBef>
                <a:spcPts val="600"/>
              </a:spcBef>
              <a:buNone/>
              <a:defRPr sz="2800">
                <a:solidFill>
                  <a:schemeClr val="accent2"/>
                </a:solidFill>
              </a:defRPr>
            </a:lvl1pPr>
            <a:lvl2pPr marL="365760" indent="0">
              <a:buNone/>
              <a:defRPr sz="2200">
                <a:solidFill>
                  <a:schemeClr val="accent3"/>
                </a:solidFill>
              </a:defRPr>
            </a:lvl2pPr>
            <a:lvl3pPr marL="731520" indent="0">
              <a:buNone/>
              <a:defRPr sz="2100">
                <a:solidFill>
                  <a:schemeClr val="accent3"/>
                </a:solidFill>
              </a:defRPr>
            </a:lvl3pPr>
            <a:lvl4pPr marL="2057400" indent="0">
              <a:buNone/>
              <a:defRPr sz="2000">
                <a:solidFill>
                  <a:schemeClr val="accent3"/>
                </a:solidFill>
              </a:defRPr>
            </a:lvl4pPr>
            <a:lvl5pPr marL="2743200" indent="0">
              <a:buNone/>
              <a:defRPr sz="2000">
                <a:solidFill>
                  <a:schemeClr val="accent3"/>
                </a:solidFill>
              </a:defRPr>
            </a:lvl5pPr>
          </a:lstStyle>
          <a:p>
            <a:pPr lvl="0"/>
            <a:r>
              <a:rPr lang="en-US"/>
              <a:t>Click to add a website or email address</a:t>
            </a:r>
          </a:p>
        </p:txBody>
      </p:sp>
      <p:sp>
        <p:nvSpPr>
          <p:cNvPr id="3" name="TextBox 4">
            <a:extLst>
              <a:ext uri="{FF2B5EF4-FFF2-40B4-BE49-F238E27FC236}">
                <a16:creationId xmlns:a16="http://schemas.microsoft.com/office/drawing/2014/main" id="{50615BBA-3709-50D7-A61C-9CF9B79E7B6F}"/>
              </a:ext>
            </a:extLst>
          </p:cNvPr>
          <p:cNvSpPr txBox="1"/>
          <p:nvPr userDrawn="1"/>
        </p:nvSpPr>
        <p:spPr>
          <a:xfrm>
            <a:off x="1252432" y="9855354"/>
            <a:ext cx="5029200" cy="246221"/>
          </a:xfrm>
          <a:prstGeom prst="rect">
            <a:avLst/>
          </a:prstGeom>
          <a:noFill/>
        </p:spPr>
        <p:txBody>
          <a:bodyPr wrap="square" lIns="0" anchor="b" anchorCtr="0">
            <a:spAutoFit/>
          </a:bodyPr>
          <a:lstStyle/>
          <a:p>
            <a:pPr marL="0" marR="0" lvl="0" indent="0" algn="l" defTabSz="548626" rtl="0" eaLnBrk="0" fontAlgn="auto" latinLnBrk="0" hangingPunct="0">
              <a:lnSpc>
                <a:spcPct val="100000"/>
              </a:lnSpc>
              <a:spcBef>
                <a:spcPts val="0"/>
              </a:spcBef>
              <a:spcAft>
                <a:spcPts val="0"/>
              </a:spcAft>
              <a:buClrTx/>
              <a:buSzTx/>
              <a:buFontTx/>
              <a:buNone/>
              <a:tabLst/>
              <a:defRPr/>
            </a:pPr>
            <a:r>
              <a:rPr kumimoji="0" lang="en-US" sz="1000" b="0" i="0" u="none" strike="noStrike" kern="300" cap="none" spc="100" normalizeH="0" baseline="0" noProof="0">
                <a:ln>
                  <a:noFill/>
                </a:ln>
                <a:solidFill>
                  <a:schemeClr val="accent3"/>
                </a:solidFill>
                <a:effectLst/>
                <a:uLnTx/>
                <a:uFillTx/>
                <a:latin typeface="+mn-lt"/>
                <a:ea typeface="Anova Bold" panose="020B0703020203020204" pitchFamily="34" charset="0"/>
                <a:cs typeface="Anova Light" panose="020B0403020203020204" pitchFamily="34" charset="0"/>
              </a:rPr>
              <a:t>Copyright © SAS Institute Inc. All rights reserved.</a:t>
            </a:r>
          </a:p>
        </p:txBody>
      </p:sp>
      <p:sp>
        <p:nvSpPr>
          <p:cNvPr id="4" name="Title Placeholder 1">
            <a:extLst>
              <a:ext uri="{FF2B5EF4-FFF2-40B4-BE49-F238E27FC236}">
                <a16:creationId xmlns:a16="http://schemas.microsoft.com/office/drawing/2014/main" id="{D4B2F2F3-887A-DCB3-23D3-5ED58F01CCB0}"/>
              </a:ext>
            </a:extLst>
          </p:cNvPr>
          <p:cNvSpPr>
            <a:spLocks noGrp="1"/>
          </p:cNvSpPr>
          <p:nvPr>
            <p:ph type="title" hasCustomPrompt="1"/>
          </p:nvPr>
        </p:nvSpPr>
        <p:spPr>
          <a:xfrm>
            <a:off x="1252432" y="2909924"/>
            <a:ext cx="8231810" cy="3436008"/>
          </a:xfrm>
          <a:prstGeom prst="rect">
            <a:avLst/>
          </a:prstGeom>
        </p:spPr>
        <p:txBody>
          <a:bodyPr vert="horz" wrap="square" lIns="0" tIns="0" rIns="0" bIns="0" rtlCol="0" anchor="b" anchorCtr="0">
            <a:normAutofit/>
          </a:bodyPr>
          <a:lstStyle>
            <a:lvl1pPr>
              <a:lnSpc>
                <a:spcPct val="100000"/>
              </a:lnSpc>
              <a:spcBef>
                <a:spcPts val="600"/>
              </a:spcBef>
              <a:defRPr sz="6000">
                <a:solidFill>
                  <a:schemeClr val="bg2"/>
                </a:solidFill>
              </a:defRPr>
            </a:lvl1pPr>
          </a:lstStyle>
          <a:p>
            <a:r>
              <a:rPr lang="en-US"/>
              <a:t>Click to add presentation closing</a:t>
            </a:r>
          </a:p>
        </p:txBody>
      </p:sp>
      <p:pic>
        <p:nvPicPr>
          <p:cNvPr id="29" name="Picture 6">
            <a:extLst>
              <a:ext uri="{FF2B5EF4-FFF2-40B4-BE49-F238E27FC236}">
                <a16:creationId xmlns:a16="http://schemas.microsoft.com/office/drawing/2014/main" id="{5F0130EF-06FA-F400-FE8E-52D82D2A089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5925307" y="8896491"/>
            <a:ext cx="1467881" cy="609309"/>
          </a:xfrm>
          <a:prstGeom prst="rect">
            <a:avLst/>
          </a:prstGeom>
        </p:spPr>
      </p:pic>
      <p:grpSp>
        <p:nvGrpSpPr>
          <p:cNvPr id="30" name="Group 29">
            <a:extLst>
              <a:ext uri="{FF2B5EF4-FFF2-40B4-BE49-F238E27FC236}">
                <a16:creationId xmlns:a16="http://schemas.microsoft.com/office/drawing/2014/main" id="{92CE9D91-6E12-6B83-4264-DC3E43BCF383}"/>
              </a:ext>
            </a:extLst>
          </p:cNvPr>
          <p:cNvGrpSpPr/>
          <p:nvPr userDrawn="1"/>
        </p:nvGrpSpPr>
        <p:grpSpPr>
          <a:xfrm rot="5400000">
            <a:off x="5657241" y="2913038"/>
            <a:ext cx="14713652" cy="3784822"/>
            <a:chOff x="1699521" y="3863340"/>
            <a:chExt cx="17045679" cy="4384693"/>
          </a:xfrm>
        </p:grpSpPr>
        <p:sp>
          <p:nvSpPr>
            <p:cNvPr id="31" name="Rounded Rectangle 30">
              <a:extLst>
                <a:ext uri="{FF2B5EF4-FFF2-40B4-BE49-F238E27FC236}">
                  <a16:creationId xmlns:a16="http://schemas.microsoft.com/office/drawing/2014/main" id="{1C23351C-4D91-8FEB-950B-F89EB76EDF5F}"/>
                </a:ext>
              </a:extLst>
            </p:cNvPr>
            <p:cNvSpPr>
              <a:spLocks noChangeAspect="1"/>
            </p:cNvSpPr>
            <p:nvPr/>
          </p:nvSpPr>
          <p:spPr>
            <a:xfrm>
              <a:off x="1816063" y="3881628"/>
              <a:ext cx="10860002" cy="1280160"/>
            </a:xfrm>
            <a:prstGeom prst="roundRect">
              <a:avLst>
                <a:gd name="adj" fmla="val 50000"/>
              </a:avLst>
            </a:prstGeom>
            <a:solidFill>
              <a:srgbClr val="C6DE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3600" kern="1200">
                  <a:solidFill>
                    <a:schemeClr val="lt1"/>
                  </a:solidFill>
                  <a:latin typeface="+mn-lt"/>
                  <a:ea typeface="+mn-ea"/>
                  <a:cs typeface="+mn-cs"/>
                </a:defRPr>
              </a:lvl1pPr>
              <a:lvl2pPr marL="914400" algn="l" defTabSz="914400" rtl="0" eaLnBrk="1" latinLnBrk="0" hangingPunct="1">
                <a:defRPr sz="3600" kern="1200">
                  <a:solidFill>
                    <a:schemeClr val="lt1"/>
                  </a:solidFill>
                  <a:latin typeface="+mn-lt"/>
                  <a:ea typeface="+mn-ea"/>
                  <a:cs typeface="+mn-cs"/>
                </a:defRPr>
              </a:lvl2pPr>
              <a:lvl3pPr marL="1828800" algn="l" defTabSz="914400" rtl="0" eaLnBrk="1" latinLnBrk="0" hangingPunct="1">
                <a:defRPr sz="3600" kern="1200">
                  <a:solidFill>
                    <a:schemeClr val="lt1"/>
                  </a:solidFill>
                  <a:latin typeface="+mn-lt"/>
                  <a:ea typeface="+mn-ea"/>
                  <a:cs typeface="+mn-cs"/>
                </a:defRPr>
              </a:lvl3pPr>
              <a:lvl4pPr marL="2743200" algn="l" defTabSz="914400" rtl="0" eaLnBrk="1" latinLnBrk="0" hangingPunct="1">
                <a:defRPr sz="3600" kern="1200">
                  <a:solidFill>
                    <a:schemeClr val="lt1"/>
                  </a:solidFill>
                  <a:latin typeface="+mn-lt"/>
                  <a:ea typeface="+mn-ea"/>
                  <a:cs typeface="+mn-cs"/>
                </a:defRPr>
              </a:lvl4pPr>
              <a:lvl5pPr marL="3657600" algn="l" defTabSz="914400" rtl="0" eaLnBrk="1" latinLnBrk="0" hangingPunct="1">
                <a:defRPr sz="3600" kern="1200">
                  <a:solidFill>
                    <a:schemeClr val="lt1"/>
                  </a:solidFill>
                  <a:latin typeface="+mn-lt"/>
                  <a:ea typeface="+mn-ea"/>
                  <a:cs typeface="+mn-cs"/>
                </a:defRPr>
              </a:lvl5pPr>
              <a:lvl6pPr marL="4572000" algn="l" defTabSz="914400" rtl="0" eaLnBrk="1" latinLnBrk="0" hangingPunct="1">
                <a:defRPr sz="3600" kern="1200">
                  <a:solidFill>
                    <a:schemeClr val="lt1"/>
                  </a:solidFill>
                  <a:latin typeface="+mn-lt"/>
                  <a:ea typeface="+mn-ea"/>
                  <a:cs typeface="+mn-cs"/>
                </a:defRPr>
              </a:lvl6pPr>
              <a:lvl7pPr marL="5486400" algn="l" defTabSz="914400" rtl="0" eaLnBrk="1" latinLnBrk="0" hangingPunct="1">
                <a:defRPr sz="3600" kern="1200">
                  <a:solidFill>
                    <a:schemeClr val="lt1"/>
                  </a:solidFill>
                  <a:latin typeface="+mn-lt"/>
                  <a:ea typeface="+mn-ea"/>
                  <a:cs typeface="+mn-cs"/>
                </a:defRPr>
              </a:lvl7pPr>
              <a:lvl8pPr marL="6400800" algn="l" defTabSz="914400" rtl="0" eaLnBrk="1" latinLnBrk="0" hangingPunct="1">
                <a:defRPr sz="3600" kern="1200">
                  <a:solidFill>
                    <a:schemeClr val="lt1"/>
                  </a:solidFill>
                  <a:latin typeface="+mn-lt"/>
                  <a:ea typeface="+mn-ea"/>
                  <a:cs typeface="+mn-cs"/>
                </a:defRPr>
              </a:lvl8pPr>
              <a:lvl9pPr marL="7315200" algn="l" defTabSz="914400" rtl="0" eaLnBrk="1" latinLnBrk="0" hangingPunct="1">
                <a:defRPr sz="3600" kern="1200">
                  <a:solidFill>
                    <a:schemeClr val="lt1"/>
                  </a:solidFill>
                  <a:latin typeface="+mn-lt"/>
                  <a:ea typeface="+mn-ea"/>
                  <a:cs typeface="+mn-cs"/>
                </a:defRPr>
              </a:lvl9pPr>
            </a:lstStyle>
            <a:p>
              <a:pPr algn="ctr"/>
              <a:endParaRPr lang="en-US" sz="1800"/>
            </a:p>
          </p:txBody>
        </p:sp>
        <p:sp>
          <p:nvSpPr>
            <p:cNvPr id="32" name="Rounded Rectangle 31">
              <a:extLst>
                <a:ext uri="{FF2B5EF4-FFF2-40B4-BE49-F238E27FC236}">
                  <a16:creationId xmlns:a16="http://schemas.microsoft.com/office/drawing/2014/main" id="{EC7FFBBF-121F-7015-536A-57EC78FE58C9}"/>
                </a:ext>
              </a:extLst>
            </p:cNvPr>
            <p:cNvSpPr>
              <a:spLocks noChangeAspect="1"/>
            </p:cNvSpPr>
            <p:nvPr/>
          </p:nvSpPr>
          <p:spPr>
            <a:xfrm>
              <a:off x="11217125" y="5418718"/>
              <a:ext cx="2740595" cy="1280160"/>
            </a:xfrm>
            <a:prstGeom prst="roundRect">
              <a:avLst>
                <a:gd name="adj"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3600" kern="1200">
                  <a:solidFill>
                    <a:schemeClr val="lt1"/>
                  </a:solidFill>
                  <a:latin typeface="+mn-lt"/>
                  <a:ea typeface="+mn-ea"/>
                  <a:cs typeface="+mn-cs"/>
                </a:defRPr>
              </a:lvl1pPr>
              <a:lvl2pPr marL="914400" algn="l" defTabSz="914400" rtl="0" eaLnBrk="1" latinLnBrk="0" hangingPunct="1">
                <a:defRPr sz="3600" kern="1200">
                  <a:solidFill>
                    <a:schemeClr val="lt1"/>
                  </a:solidFill>
                  <a:latin typeface="+mn-lt"/>
                  <a:ea typeface="+mn-ea"/>
                  <a:cs typeface="+mn-cs"/>
                </a:defRPr>
              </a:lvl2pPr>
              <a:lvl3pPr marL="1828800" algn="l" defTabSz="914400" rtl="0" eaLnBrk="1" latinLnBrk="0" hangingPunct="1">
                <a:defRPr sz="3600" kern="1200">
                  <a:solidFill>
                    <a:schemeClr val="lt1"/>
                  </a:solidFill>
                  <a:latin typeface="+mn-lt"/>
                  <a:ea typeface="+mn-ea"/>
                  <a:cs typeface="+mn-cs"/>
                </a:defRPr>
              </a:lvl3pPr>
              <a:lvl4pPr marL="2743200" algn="l" defTabSz="914400" rtl="0" eaLnBrk="1" latinLnBrk="0" hangingPunct="1">
                <a:defRPr sz="3600" kern="1200">
                  <a:solidFill>
                    <a:schemeClr val="lt1"/>
                  </a:solidFill>
                  <a:latin typeface="+mn-lt"/>
                  <a:ea typeface="+mn-ea"/>
                  <a:cs typeface="+mn-cs"/>
                </a:defRPr>
              </a:lvl4pPr>
              <a:lvl5pPr marL="3657600" algn="l" defTabSz="914400" rtl="0" eaLnBrk="1" latinLnBrk="0" hangingPunct="1">
                <a:defRPr sz="3600" kern="1200">
                  <a:solidFill>
                    <a:schemeClr val="lt1"/>
                  </a:solidFill>
                  <a:latin typeface="+mn-lt"/>
                  <a:ea typeface="+mn-ea"/>
                  <a:cs typeface="+mn-cs"/>
                </a:defRPr>
              </a:lvl5pPr>
              <a:lvl6pPr marL="4572000" algn="l" defTabSz="914400" rtl="0" eaLnBrk="1" latinLnBrk="0" hangingPunct="1">
                <a:defRPr sz="3600" kern="1200">
                  <a:solidFill>
                    <a:schemeClr val="lt1"/>
                  </a:solidFill>
                  <a:latin typeface="+mn-lt"/>
                  <a:ea typeface="+mn-ea"/>
                  <a:cs typeface="+mn-cs"/>
                </a:defRPr>
              </a:lvl6pPr>
              <a:lvl7pPr marL="5486400" algn="l" defTabSz="914400" rtl="0" eaLnBrk="1" latinLnBrk="0" hangingPunct="1">
                <a:defRPr sz="3600" kern="1200">
                  <a:solidFill>
                    <a:schemeClr val="lt1"/>
                  </a:solidFill>
                  <a:latin typeface="+mn-lt"/>
                  <a:ea typeface="+mn-ea"/>
                  <a:cs typeface="+mn-cs"/>
                </a:defRPr>
              </a:lvl7pPr>
              <a:lvl8pPr marL="6400800" algn="l" defTabSz="914400" rtl="0" eaLnBrk="1" latinLnBrk="0" hangingPunct="1">
                <a:defRPr sz="3600" kern="1200">
                  <a:solidFill>
                    <a:schemeClr val="lt1"/>
                  </a:solidFill>
                  <a:latin typeface="+mn-lt"/>
                  <a:ea typeface="+mn-ea"/>
                  <a:cs typeface="+mn-cs"/>
                </a:defRPr>
              </a:lvl8pPr>
              <a:lvl9pPr marL="7315200" algn="l" defTabSz="914400" rtl="0" eaLnBrk="1" latinLnBrk="0" hangingPunct="1">
                <a:defRPr sz="3600" kern="1200">
                  <a:solidFill>
                    <a:schemeClr val="lt1"/>
                  </a:solidFill>
                  <a:latin typeface="+mn-lt"/>
                  <a:ea typeface="+mn-ea"/>
                  <a:cs typeface="+mn-cs"/>
                </a:defRPr>
              </a:lvl9pPr>
            </a:lstStyle>
            <a:p>
              <a:pPr algn="ctr"/>
              <a:endParaRPr lang="en-US" sz="1800"/>
            </a:p>
          </p:txBody>
        </p:sp>
        <p:sp>
          <p:nvSpPr>
            <p:cNvPr id="33" name="Oval 32">
              <a:extLst>
                <a:ext uri="{FF2B5EF4-FFF2-40B4-BE49-F238E27FC236}">
                  <a16:creationId xmlns:a16="http://schemas.microsoft.com/office/drawing/2014/main" id="{717E0156-DCF8-487A-F08D-E273333506A8}"/>
                </a:ext>
              </a:extLst>
            </p:cNvPr>
            <p:cNvSpPr>
              <a:spLocks noChangeAspect="1"/>
            </p:cNvSpPr>
            <p:nvPr/>
          </p:nvSpPr>
          <p:spPr>
            <a:xfrm>
              <a:off x="11423316" y="5418718"/>
              <a:ext cx="1280160" cy="1280160"/>
            </a:xfrm>
            <a:prstGeom prst="ellipse">
              <a:avLst/>
            </a:prstGeom>
            <a:solidFill>
              <a:srgbClr val="4398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3600" kern="1200">
                  <a:solidFill>
                    <a:schemeClr val="lt1"/>
                  </a:solidFill>
                  <a:latin typeface="+mn-lt"/>
                  <a:ea typeface="+mn-ea"/>
                  <a:cs typeface="+mn-cs"/>
                </a:defRPr>
              </a:lvl1pPr>
              <a:lvl2pPr marL="914400" algn="l" defTabSz="914400" rtl="0" eaLnBrk="1" latinLnBrk="0" hangingPunct="1">
                <a:defRPr sz="3600" kern="1200">
                  <a:solidFill>
                    <a:schemeClr val="lt1"/>
                  </a:solidFill>
                  <a:latin typeface="+mn-lt"/>
                  <a:ea typeface="+mn-ea"/>
                  <a:cs typeface="+mn-cs"/>
                </a:defRPr>
              </a:lvl2pPr>
              <a:lvl3pPr marL="1828800" algn="l" defTabSz="914400" rtl="0" eaLnBrk="1" latinLnBrk="0" hangingPunct="1">
                <a:defRPr sz="3600" kern="1200">
                  <a:solidFill>
                    <a:schemeClr val="lt1"/>
                  </a:solidFill>
                  <a:latin typeface="+mn-lt"/>
                  <a:ea typeface="+mn-ea"/>
                  <a:cs typeface="+mn-cs"/>
                </a:defRPr>
              </a:lvl3pPr>
              <a:lvl4pPr marL="2743200" algn="l" defTabSz="914400" rtl="0" eaLnBrk="1" latinLnBrk="0" hangingPunct="1">
                <a:defRPr sz="3600" kern="1200">
                  <a:solidFill>
                    <a:schemeClr val="lt1"/>
                  </a:solidFill>
                  <a:latin typeface="+mn-lt"/>
                  <a:ea typeface="+mn-ea"/>
                  <a:cs typeface="+mn-cs"/>
                </a:defRPr>
              </a:lvl4pPr>
              <a:lvl5pPr marL="3657600" algn="l" defTabSz="914400" rtl="0" eaLnBrk="1" latinLnBrk="0" hangingPunct="1">
                <a:defRPr sz="3600" kern="1200">
                  <a:solidFill>
                    <a:schemeClr val="lt1"/>
                  </a:solidFill>
                  <a:latin typeface="+mn-lt"/>
                  <a:ea typeface="+mn-ea"/>
                  <a:cs typeface="+mn-cs"/>
                </a:defRPr>
              </a:lvl5pPr>
              <a:lvl6pPr marL="4572000" algn="l" defTabSz="914400" rtl="0" eaLnBrk="1" latinLnBrk="0" hangingPunct="1">
                <a:defRPr sz="3600" kern="1200">
                  <a:solidFill>
                    <a:schemeClr val="lt1"/>
                  </a:solidFill>
                  <a:latin typeface="+mn-lt"/>
                  <a:ea typeface="+mn-ea"/>
                  <a:cs typeface="+mn-cs"/>
                </a:defRPr>
              </a:lvl6pPr>
              <a:lvl7pPr marL="5486400" algn="l" defTabSz="914400" rtl="0" eaLnBrk="1" latinLnBrk="0" hangingPunct="1">
                <a:defRPr sz="3600" kern="1200">
                  <a:solidFill>
                    <a:schemeClr val="lt1"/>
                  </a:solidFill>
                  <a:latin typeface="+mn-lt"/>
                  <a:ea typeface="+mn-ea"/>
                  <a:cs typeface="+mn-cs"/>
                </a:defRPr>
              </a:lvl7pPr>
              <a:lvl8pPr marL="6400800" algn="l" defTabSz="914400" rtl="0" eaLnBrk="1" latinLnBrk="0" hangingPunct="1">
                <a:defRPr sz="3600" kern="1200">
                  <a:solidFill>
                    <a:schemeClr val="lt1"/>
                  </a:solidFill>
                  <a:latin typeface="+mn-lt"/>
                  <a:ea typeface="+mn-ea"/>
                  <a:cs typeface="+mn-cs"/>
                </a:defRPr>
              </a:lvl8pPr>
              <a:lvl9pPr marL="7315200" algn="l" defTabSz="914400" rtl="0" eaLnBrk="1" latinLnBrk="0" hangingPunct="1">
                <a:defRPr sz="3600" kern="1200">
                  <a:solidFill>
                    <a:schemeClr val="lt1"/>
                  </a:solidFill>
                  <a:latin typeface="+mn-lt"/>
                  <a:ea typeface="+mn-ea"/>
                  <a:cs typeface="+mn-cs"/>
                </a:defRPr>
              </a:lvl9pPr>
            </a:lstStyle>
            <a:p>
              <a:pPr algn="ctr"/>
              <a:endParaRPr lang="en-US" sz="1800"/>
            </a:p>
          </p:txBody>
        </p:sp>
        <p:sp>
          <p:nvSpPr>
            <p:cNvPr id="34" name="Oval 33">
              <a:extLst>
                <a:ext uri="{FF2B5EF4-FFF2-40B4-BE49-F238E27FC236}">
                  <a16:creationId xmlns:a16="http://schemas.microsoft.com/office/drawing/2014/main" id="{17F0C5F9-2950-7BCE-0851-DA5FB939530A}"/>
                </a:ext>
              </a:extLst>
            </p:cNvPr>
            <p:cNvSpPr>
              <a:spLocks noChangeAspect="1"/>
            </p:cNvSpPr>
            <p:nvPr/>
          </p:nvSpPr>
          <p:spPr>
            <a:xfrm>
              <a:off x="12933934" y="3881628"/>
              <a:ext cx="1280160" cy="1280160"/>
            </a:xfrm>
            <a:prstGeom prst="ellipse">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3600" kern="1200">
                  <a:solidFill>
                    <a:schemeClr val="lt1"/>
                  </a:solidFill>
                  <a:latin typeface="+mn-lt"/>
                  <a:ea typeface="+mn-ea"/>
                  <a:cs typeface="+mn-cs"/>
                </a:defRPr>
              </a:lvl1pPr>
              <a:lvl2pPr marL="914400" algn="l" defTabSz="914400" rtl="0" eaLnBrk="1" latinLnBrk="0" hangingPunct="1">
                <a:defRPr sz="3600" kern="1200">
                  <a:solidFill>
                    <a:schemeClr val="lt1"/>
                  </a:solidFill>
                  <a:latin typeface="+mn-lt"/>
                  <a:ea typeface="+mn-ea"/>
                  <a:cs typeface="+mn-cs"/>
                </a:defRPr>
              </a:lvl2pPr>
              <a:lvl3pPr marL="1828800" algn="l" defTabSz="914400" rtl="0" eaLnBrk="1" latinLnBrk="0" hangingPunct="1">
                <a:defRPr sz="3600" kern="1200">
                  <a:solidFill>
                    <a:schemeClr val="lt1"/>
                  </a:solidFill>
                  <a:latin typeface="+mn-lt"/>
                  <a:ea typeface="+mn-ea"/>
                  <a:cs typeface="+mn-cs"/>
                </a:defRPr>
              </a:lvl3pPr>
              <a:lvl4pPr marL="2743200" algn="l" defTabSz="914400" rtl="0" eaLnBrk="1" latinLnBrk="0" hangingPunct="1">
                <a:defRPr sz="3600" kern="1200">
                  <a:solidFill>
                    <a:schemeClr val="lt1"/>
                  </a:solidFill>
                  <a:latin typeface="+mn-lt"/>
                  <a:ea typeface="+mn-ea"/>
                  <a:cs typeface="+mn-cs"/>
                </a:defRPr>
              </a:lvl4pPr>
              <a:lvl5pPr marL="3657600" algn="l" defTabSz="914400" rtl="0" eaLnBrk="1" latinLnBrk="0" hangingPunct="1">
                <a:defRPr sz="3600" kern="1200">
                  <a:solidFill>
                    <a:schemeClr val="lt1"/>
                  </a:solidFill>
                  <a:latin typeface="+mn-lt"/>
                  <a:ea typeface="+mn-ea"/>
                  <a:cs typeface="+mn-cs"/>
                </a:defRPr>
              </a:lvl5pPr>
              <a:lvl6pPr marL="4572000" algn="l" defTabSz="914400" rtl="0" eaLnBrk="1" latinLnBrk="0" hangingPunct="1">
                <a:defRPr sz="3600" kern="1200">
                  <a:solidFill>
                    <a:schemeClr val="lt1"/>
                  </a:solidFill>
                  <a:latin typeface="+mn-lt"/>
                  <a:ea typeface="+mn-ea"/>
                  <a:cs typeface="+mn-cs"/>
                </a:defRPr>
              </a:lvl6pPr>
              <a:lvl7pPr marL="5486400" algn="l" defTabSz="914400" rtl="0" eaLnBrk="1" latinLnBrk="0" hangingPunct="1">
                <a:defRPr sz="3600" kern="1200">
                  <a:solidFill>
                    <a:schemeClr val="lt1"/>
                  </a:solidFill>
                  <a:latin typeface="+mn-lt"/>
                  <a:ea typeface="+mn-ea"/>
                  <a:cs typeface="+mn-cs"/>
                </a:defRPr>
              </a:lvl7pPr>
              <a:lvl8pPr marL="6400800" algn="l" defTabSz="914400" rtl="0" eaLnBrk="1" latinLnBrk="0" hangingPunct="1">
                <a:defRPr sz="3600" kern="1200">
                  <a:solidFill>
                    <a:schemeClr val="lt1"/>
                  </a:solidFill>
                  <a:latin typeface="+mn-lt"/>
                  <a:ea typeface="+mn-ea"/>
                  <a:cs typeface="+mn-cs"/>
                </a:defRPr>
              </a:lvl8pPr>
              <a:lvl9pPr marL="7315200" algn="l" defTabSz="914400" rtl="0" eaLnBrk="1" latinLnBrk="0" hangingPunct="1">
                <a:defRPr sz="3600" kern="1200">
                  <a:solidFill>
                    <a:schemeClr val="lt1"/>
                  </a:solidFill>
                  <a:latin typeface="+mn-lt"/>
                  <a:ea typeface="+mn-ea"/>
                  <a:cs typeface="+mn-cs"/>
                </a:defRPr>
              </a:lvl9pPr>
            </a:lstStyle>
            <a:p>
              <a:pPr algn="ctr"/>
              <a:endParaRPr lang="en-US" sz="1800"/>
            </a:p>
          </p:txBody>
        </p:sp>
        <p:sp>
          <p:nvSpPr>
            <p:cNvPr id="35" name="Oval 34">
              <a:extLst>
                <a:ext uri="{FF2B5EF4-FFF2-40B4-BE49-F238E27FC236}">
                  <a16:creationId xmlns:a16="http://schemas.microsoft.com/office/drawing/2014/main" id="{A1F96B99-BE61-63C1-DB3A-B7D4241F178A}"/>
                </a:ext>
              </a:extLst>
            </p:cNvPr>
            <p:cNvSpPr>
              <a:spLocks noChangeAspect="1"/>
            </p:cNvSpPr>
            <p:nvPr/>
          </p:nvSpPr>
          <p:spPr>
            <a:xfrm>
              <a:off x="9862099" y="5418718"/>
              <a:ext cx="1280160" cy="1280160"/>
            </a:xfrm>
            <a:prstGeom prst="ellipse">
              <a:avLst/>
            </a:prstGeom>
            <a:solidFill>
              <a:srgbClr val="C6DE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3600" kern="1200">
                  <a:solidFill>
                    <a:schemeClr val="lt1"/>
                  </a:solidFill>
                  <a:latin typeface="+mn-lt"/>
                  <a:ea typeface="+mn-ea"/>
                  <a:cs typeface="+mn-cs"/>
                </a:defRPr>
              </a:lvl1pPr>
              <a:lvl2pPr marL="914400" algn="l" defTabSz="914400" rtl="0" eaLnBrk="1" latinLnBrk="0" hangingPunct="1">
                <a:defRPr sz="3600" kern="1200">
                  <a:solidFill>
                    <a:schemeClr val="lt1"/>
                  </a:solidFill>
                  <a:latin typeface="+mn-lt"/>
                  <a:ea typeface="+mn-ea"/>
                  <a:cs typeface="+mn-cs"/>
                </a:defRPr>
              </a:lvl2pPr>
              <a:lvl3pPr marL="1828800" algn="l" defTabSz="914400" rtl="0" eaLnBrk="1" latinLnBrk="0" hangingPunct="1">
                <a:defRPr sz="3600" kern="1200">
                  <a:solidFill>
                    <a:schemeClr val="lt1"/>
                  </a:solidFill>
                  <a:latin typeface="+mn-lt"/>
                  <a:ea typeface="+mn-ea"/>
                  <a:cs typeface="+mn-cs"/>
                </a:defRPr>
              </a:lvl3pPr>
              <a:lvl4pPr marL="2743200" algn="l" defTabSz="914400" rtl="0" eaLnBrk="1" latinLnBrk="0" hangingPunct="1">
                <a:defRPr sz="3600" kern="1200">
                  <a:solidFill>
                    <a:schemeClr val="lt1"/>
                  </a:solidFill>
                  <a:latin typeface="+mn-lt"/>
                  <a:ea typeface="+mn-ea"/>
                  <a:cs typeface="+mn-cs"/>
                </a:defRPr>
              </a:lvl4pPr>
              <a:lvl5pPr marL="3657600" algn="l" defTabSz="914400" rtl="0" eaLnBrk="1" latinLnBrk="0" hangingPunct="1">
                <a:defRPr sz="3600" kern="1200">
                  <a:solidFill>
                    <a:schemeClr val="lt1"/>
                  </a:solidFill>
                  <a:latin typeface="+mn-lt"/>
                  <a:ea typeface="+mn-ea"/>
                  <a:cs typeface="+mn-cs"/>
                </a:defRPr>
              </a:lvl5pPr>
              <a:lvl6pPr marL="4572000" algn="l" defTabSz="914400" rtl="0" eaLnBrk="1" latinLnBrk="0" hangingPunct="1">
                <a:defRPr sz="3600" kern="1200">
                  <a:solidFill>
                    <a:schemeClr val="lt1"/>
                  </a:solidFill>
                  <a:latin typeface="+mn-lt"/>
                  <a:ea typeface="+mn-ea"/>
                  <a:cs typeface="+mn-cs"/>
                </a:defRPr>
              </a:lvl6pPr>
              <a:lvl7pPr marL="5486400" algn="l" defTabSz="914400" rtl="0" eaLnBrk="1" latinLnBrk="0" hangingPunct="1">
                <a:defRPr sz="3600" kern="1200">
                  <a:solidFill>
                    <a:schemeClr val="lt1"/>
                  </a:solidFill>
                  <a:latin typeface="+mn-lt"/>
                  <a:ea typeface="+mn-ea"/>
                  <a:cs typeface="+mn-cs"/>
                </a:defRPr>
              </a:lvl7pPr>
              <a:lvl8pPr marL="6400800" algn="l" defTabSz="914400" rtl="0" eaLnBrk="1" latinLnBrk="0" hangingPunct="1">
                <a:defRPr sz="3600" kern="1200">
                  <a:solidFill>
                    <a:schemeClr val="lt1"/>
                  </a:solidFill>
                  <a:latin typeface="+mn-lt"/>
                  <a:ea typeface="+mn-ea"/>
                  <a:cs typeface="+mn-cs"/>
                </a:defRPr>
              </a:lvl8pPr>
              <a:lvl9pPr marL="7315200" algn="l" defTabSz="914400" rtl="0" eaLnBrk="1" latinLnBrk="0" hangingPunct="1">
                <a:defRPr sz="3600" kern="1200">
                  <a:solidFill>
                    <a:schemeClr val="lt1"/>
                  </a:solidFill>
                  <a:latin typeface="+mn-lt"/>
                  <a:ea typeface="+mn-ea"/>
                  <a:cs typeface="+mn-cs"/>
                </a:defRPr>
              </a:lvl9pPr>
            </a:lstStyle>
            <a:p>
              <a:pPr algn="ctr"/>
              <a:endParaRPr lang="en-US" sz="1800"/>
            </a:p>
          </p:txBody>
        </p:sp>
        <p:sp>
          <p:nvSpPr>
            <p:cNvPr id="36" name="Rounded Rectangle 35">
              <a:extLst>
                <a:ext uri="{FF2B5EF4-FFF2-40B4-BE49-F238E27FC236}">
                  <a16:creationId xmlns:a16="http://schemas.microsoft.com/office/drawing/2014/main" id="{502A8451-0781-EA99-5895-D3FB22D54FE1}"/>
                </a:ext>
              </a:extLst>
            </p:cNvPr>
            <p:cNvSpPr>
              <a:spLocks noChangeAspect="1"/>
            </p:cNvSpPr>
            <p:nvPr/>
          </p:nvSpPr>
          <p:spPr>
            <a:xfrm>
              <a:off x="16004605" y="3877818"/>
              <a:ext cx="2740595" cy="1280160"/>
            </a:xfrm>
            <a:prstGeom prst="roundRect">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3600" kern="1200">
                  <a:solidFill>
                    <a:schemeClr val="lt1"/>
                  </a:solidFill>
                  <a:latin typeface="+mn-lt"/>
                  <a:ea typeface="+mn-ea"/>
                  <a:cs typeface="+mn-cs"/>
                </a:defRPr>
              </a:lvl1pPr>
              <a:lvl2pPr marL="914400" algn="l" defTabSz="914400" rtl="0" eaLnBrk="1" latinLnBrk="0" hangingPunct="1">
                <a:defRPr sz="3600" kern="1200">
                  <a:solidFill>
                    <a:schemeClr val="lt1"/>
                  </a:solidFill>
                  <a:latin typeface="+mn-lt"/>
                  <a:ea typeface="+mn-ea"/>
                  <a:cs typeface="+mn-cs"/>
                </a:defRPr>
              </a:lvl2pPr>
              <a:lvl3pPr marL="1828800" algn="l" defTabSz="914400" rtl="0" eaLnBrk="1" latinLnBrk="0" hangingPunct="1">
                <a:defRPr sz="3600" kern="1200">
                  <a:solidFill>
                    <a:schemeClr val="lt1"/>
                  </a:solidFill>
                  <a:latin typeface="+mn-lt"/>
                  <a:ea typeface="+mn-ea"/>
                  <a:cs typeface="+mn-cs"/>
                </a:defRPr>
              </a:lvl3pPr>
              <a:lvl4pPr marL="2743200" algn="l" defTabSz="914400" rtl="0" eaLnBrk="1" latinLnBrk="0" hangingPunct="1">
                <a:defRPr sz="3600" kern="1200">
                  <a:solidFill>
                    <a:schemeClr val="lt1"/>
                  </a:solidFill>
                  <a:latin typeface="+mn-lt"/>
                  <a:ea typeface="+mn-ea"/>
                  <a:cs typeface="+mn-cs"/>
                </a:defRPr>
              </a:lvl4pPr>
              <a:lvl5pPr marL="3657600" algn="l" defTabSz="914400" rtl="0" eaLnBrk="1" latinLnBrk="0" hangingPunct="1">
                <a:defRPr sz="3600" kern="1200">
                  <a:solidFill>
                    <a:schemeClr val="lt1"/>
                  </a:solidFill>
                  <a:latin typeface="+mn-lt"/>
                  <a:ea typeface="+mn-ea"/>
                  <a:cs typeface="+mn-cs"/>
                </a:defRPr>
              </a:lvl5pPr>
              <a:lvl6pPr marL="4572000" algn="l" defTabSz="914400" rtl="0" eaLnBrk="1" latinLnBrk="0" hangingPunct="1">
                <a:defRPr sz="3600" kern="1200">
                  <a:solidFill>
                    <a:schemeClr val="lt1"/>
                  </a:solidFill>
                  <a:latin typeface="+mn-lt"/>
                  <a:ea typeface="+mn-ea"/>
                  <a:cs typeface="+mn-cs"/>
                </a:defRPr>
              </a:lvl6pPr>
              <a:lvl7pPr marL="5486400" algn="l" defTabSz="914400" rtl="0" eaLnBrk="1" latinLnBrk="0" hangingPunct="1">
                <a:defRPr sz="3600" kern="1200">
                  <a:solidFill>
                    <a:schemeClr val="lt1"/>
                  </a:solidFill>
                  <a:latin typeface="+mn-lt"/>
                  <a:ea typeface="+mn-ea"/>
                  <a:cs typeface="+mn-cs"/>
                </a:defRPr>
              </a:lvl7pPr>
              <a:lvl8pPr marL="6400800" algn="l" defTabSz="914400" rtl="0" eaLnBrk="1" latinLnBrk="0" hangingPunct="1">
                <a:defRPr sz="3600" kern="1200">
                  <a:solidFill>
                    <a:schemeClr val="lt1"/>
                  </a:solidFill>
                  <a:latin typeface="+mn-lt"/>
                  <a:ea typeface="+mn-ea"/>
                  <a:cs typeface="+mn-cs"/>
                </a:defRPr>
              </a:lvl8pPr>
              <a:lvl9pPr marL="7315200" algn="l" defTabSz="914400" rtl="0" eaLnBrk="1" latinLnBrk="0" hangingPunct="1">
                <a:defRPr sz="3600" kern="1200">
                  <a:solidFill>
                    <a:schemeClr val="lt1"/>
                  </a:solidFill>
                  <a:latin typeface="+mn-lt"/>
                  <a:ea typeface="+mn-ea"/>
                  <a:cs typeface="+mn-cs"/>
                </a:defRPr>
              </a:lvl9pPr>
            </a:lstStyle>
            <a:p>
              <a:pPr algn="ctr"/>
              <a:endParaRPr lang="en-US" sz="1800"/>
            </a:p>
          </p:txBody>
        </p:sp>
        <p:sp>
          <p:nvSpPr>
            <p:cNvPr id="37" name="Oval 36">
              <a:extLst>
                <a:ext uri="{FF2B5EF4-FFF2-40B4-BE49-F238E27FC236}">
                  <a16:creationId xmlns:a16="http://schemas.microsoft.com/office/drawing/2014/main" id="{688EC016-C5B3-9B1C-C936-2C5F11852A82}"/>
                </a:ext>
              </a:extLst>
            </p:cNvPr>
            <p:cNvSpPr>
              <a:spLocks noChangeAspect="1"/>
            </p:cNvSpPr>
            <p:nvPr/>
          </p:nvSpPr>
          <p:spPr>
            <a:xfrm>
              <a:off x="17128426" y="3877818"/>
              <a:ext cx="1280160" cy="128016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3600" kern="1200">
                  <a:solidFill>
                    <a:schemeClr val="lt1"/>
                  </a:solidFill>
                  <a:latin typeface="+mn-lt"/>
                  <a:ea typeface="+mn-ea"/>
                  <a:cs typeface="+mn-cs"/>
                </a:defRPr>
              </a:lvl1pPr>
              <a:lvl2pPr marL="914400" algn="l" defTabSz="914400" rtl="0" eaLnBrk="1" latinLnBrk="0" hangingPunct="1">
                <a:defRPr sz="3600" kern="1200">
                  <a:solidFill>
                    <a:schemeClr val="lt1"/>
                  </a:solidFill>
                  <a:latin typeface="+mn-lt"/>
                  <a:ea typeface="+mn-ea"/>
                  <a:cs typeface="+mn-cs"/>
                </a:defRPr>
              </a:lvl2pPr>
              <a:lvl3pPr marL="1828800" algn="l" defTabSz="914400" rtl="0" eaLnBrk="1" latinLnBrk="0" hangingPunct="1">
                <a:defRPr sz="3600" kern="1200">
                  <a:solidFill>
                    <a:schemeClr val="lt1"/>
                  </a:solidFill>
                  <a:latin typeface="+mn-lt"/>
                  <a:ea typeface="+mn-ea"/>
                  <a:cs typeface="+mn-cs"/>
                </a:defRPr>
              </a:lvl3pPr>
              <a:lvl4pPr marL="2743200" algn="l" defTabSz="914400" rtl="0" eaLnBrk="1" latinLnBrk="0" hangingPunct="1">
                <a:defRPr sz="3600" kern="1200">
                  <a:solidFill>
                    <a:schemeClr val="lt1"/>
                  </a:solidFill>
                  <a:latin typeface="+mn-lt"/>
                  <a:ea typeface="+mn-ea"/>
                  <a:cs typeface="+mn-cs"/>
                </a:defRPr>
              </a:lvl4pPr>
              <a:lvl5pPr marL="3657600" algn="l" defTabSz="914400" rtl="0" eaLnBrk="1" latinLnBrk="0" hangingPunct="1">
                <a:defRPr sz="3600" kern="1200">
                  <a:solidFill>
                    <a:schemeClr val="lt1"/>
                  </a:solidFill>
                  <a:latin typeface="+mn-lt"/>
                  <a:ea typeface="+mn-ea"/>
                  <a:cs typeface="+mn-cs"/>
                </a:defRPr>
              </a:lvl5pPr>
              <a:lvl6pPr marL="4572000" algn="l" defTabSz="914400" rtl="0" eaLnBrk="1" latinLnBrk="0" hangingPunct="1">
                <a:defRPr sz="3600" kern="1200">
                  <a:solidFill>
                    <a:schemeClr val="lt1"/>
                  </a:solidFill>
                  <a:latin typeface="+mn-lt"/>
                  <a:ea typeface="+mn-ea"/>
                  <a:cs typeface="+mn-cs"/>
                </a:defRPr>
              </a:lvl6pPr>
              <a:lvl7pPr marL="5486400" algn="l" defTabSz="914400" rtl="0" eaLnBrk="1" latinLnBrk="0" hangingPunct="1">
                <a:defRPr sz="3600" kern="1200">
                  <a:solidFill>
                    <a:schemeClr val="lt1"/>
                  </a:solidFill>
                  <a:latin typeface="+mn-lt"/>
                  <a:ea typeface="+mn-ea"/>
                  <a:cs typeface="+mn-cs"/>
                </a:defRPr>
              </a:lvl7pPr>
              <a:lvl8pPr marL="6400800" algn="l" defTabSz="914400" rtl="0" eaLnBrk="1" latinLnBrk="0" hangingPunct="1">
                <a:defRPr sz="3600" kern="1200">
                  <a:solidFill>
                    <a:schemeClr val="lt1"/>
                  </a:solidFill>
                  <a:latin typeface="+mn-lt"/>
                  <a:ea typeface="+mn-ea"/>
                  <a:cs typeface="+mn-cs"/>
                </a:defRPr>
              </a:lvl8pPr>
              <a:lvl9pPr marL="7315200" algn="l" defTabSz="914400" rtl="0" eaLnBrk="1" latinLnBrk="0" hangingPunct="1">
                <a:defRPr sz="3600" kern="1200">
                  <a:solidFill>
                    <a:schemeClr val="lt1"/>
                  </a:solidFill>
                  <a:latin typeface="+mn-lt"/>
                  <a:ea typeface="+mn-ea"/>
                  <a:cs typeface="+mn-cs"/>
                </a:defRPr>
              </a:lvl9pPr>
            </a:lstStyle>
            <a:p>
              <a:pPr algn="ctr"/>
              <a:endParaRPr lang="en-US" sz="1800"/>
            </a:p>
          </p:txBody>
        </p:sp>
        <p:sp>
          <p:nvSpPr>
            <p:cNvPr id="38" name="Oval 37">
              <a:extLst>
                <a:ext uri="{FF2B5EF4-FFF2-40B4-BE49-F238E27FC236}">
                  <a16:creationId xmlns:a16="http://schemas.microsoft.com/office/drawing/2014/main" id="{C95C65DE-5859-F6A4-BCE7-288D9E2BA86D}"/>
                </a:ext>
              </a:extLst>
            </p:cNvPr>
            <p:cNvSpPr>
              <a:spLocks noChangeAspect="1"/>
            </p:cNvSpPr>
            <p:nvPr/>
          </p:nvSpPr>
          <p:spPr>
            <a:xfrm>
              <a:off x="8950657" y="3889881"/>
              <a:ext cx="1280160" cy="1280160"/>
            </a:xfrm>
            <a:prstGeom prst="ellipse">
              <a:avLst/>
            </a:prstGeom>
            <a:solidFill>
              <a:srgbClr val="4398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3600" kern="1200">
                  <a:solidFill>
                    <a:schemeClr val="lt1"/>
                  </a:solidFill>
                  <a:latin typeface="+mn-lt"/>
                  <a:ea typeface="+mn-ea"/>
                  <a:cs typeface="+mn-cs"/>
                </a:defRPr>
              </a:lvl1pPr>
              <a:lvl2pPr marL="914400" algn="l" defTabSz="914400" rtl="0" eaLnBrk="1" latinLnBrk="0" hangingPunct="1">
                <a:defRPr sz="3600" kern="1200">
                  <a:solidFill>
                    <a:schemeClr val="lt1"/>
                  </a:solidFill>
                  <a:latin typeface="+mn-lt"/>
                  <a:ea typeface="+mn-ea"/>
                  <a:cs typeface="+mn-cs"/>
                </a:defRPr>
              </a:lvl2pPr>
              <a:lvl3pPr marL="1828800" algn="l" defTabSz="914400" rtl="0" eaLnBrk="1" latinLnBrk="0" hangingPunct="1">
                <a:defRPr sz="3600" kern="1200">
                  <a:solidFill>
                    <a:schemeClr val="lt1"/>
                  </a:solidFill>
                  <a:latin typeface="+mn-lt"/>
                  <a:ea typeface="+mn-ea"/>
                  <a:cs typeface="+mn-cs"/>
                </a:defRPr>
              </a:lvl3pPr>
              <a:lvl4pPr marL="2743200" algn="l" defTabSz="914400" rtl="0" eaLnBrk="1" latinLnBrk="0" hangingPunct="1">
                <a:defRPr sz="3600" kern="1200">
                  <a:solidFill>
                    <a:schemeClr val="lt1"/>
                  </a:solidFill>
                  <a:latin typeface="+mn-lt"/>
                  <a:ea typeface="+mn-ea"/>
                  <a:cs typeface="+mn-cs"/>
                </a:defRPr>
              </a:lvl4pPr>
              <a:lvl5pPr marL="3657600" algn="l" defTabSz="914400" rtl="0" eaLnBrk="1" latinLnBrk="0" hangingPunct="1">
                <a:defRPr sz="3600" kern="1200">
                  <a:solidFill>
                    <a:schemeClr val="lt1"/>
                  </a:solidFill>
                  <a:latin typeface="+mn-lt"/>
                  <a:ea typeface="+mn-ea"/>
                  <a:cs typeface="+mn-cs"/>
                </a:defRPr>
              </a:lvl5pPr>
              <a:lvl6pPr marL="4572000" algn="l" defTabSz="914400" rtl="0" eaLnBrk="1" latinLnBrk="0" hangingPunct="1">
                <a:defRPr sz="3600" kern="1200">
                  <a:solidFill>
                    <a:schemeClr val="lt1"/>
                  </a:solidFill>
                  <a:latin typeface="+mn-lt"/>
                  <a:ea typeface="+mn-ea"/>
                  <a:cs typeface="+mn-cs"/>
                </a:defRPr>
              </a:lvl6pPr>
              <a:lvl7pPr marL="5486400" algn="l" defTabSz="914400" rtl="0" eaLnBrk="1" latinLnBrk="0" hangingPunct="1">
                <a:defRPr sz="3600" kern="1200">
                  <a:solidFill>
                    <a:schemeClr val="lt1"/>
                  </a:solidFill>
                  <a:latin typeface="+mn-lt"/>
                  <a:ea typeface="+mn-ea"/>
                  <a:cs typeface="+mn-cs"/>
                </a:defRPr>
              </a:lvl7pPr>
              <a:lvl8pPr marL="6400800" algn="l" defTabSz="914400" rtl="0" eaLnBrk="1" latinLnBrk="0" hangingPunct="1">
                <a:defRPr sz="3600" kern="1200">
                  <a:solidFill>
                    <a:schemeClr val="lt1"/>
                  </a:solidFill>
                  <a:latin typeface="+mn-lt"/>
                  <a:ea typeface="+mn-ea"/>
                  <a:cs typeface="+mn-cs"/>
                </a:defRPr>
              </a:lvl8pPr>
              <a:lvl9pPr marL="7315200" algn="l" defTabSz="914400" rtl="0" eaLnBrk="1" latinLnBrk="0" hangingPunct="1">
                <a:defRPr sz="3600" kern="1200">
                  <a:solidFill>
                    <a:schemeClr val="lt1"/>
                  </a:solidFill>
                  <a:latin typeface="+mn-lt"/>
                  <a:ea typeface="+mn-ea"/>
                  <a:cs typeface="+mn-cs"/>
                </a:defRPr>
              </a:lvl9pPr>
            </a:lstStyle>
            <a:p>
              <a:pPr algn="ctr"/>
              <a:endParaRPr lang="en-US" sz="1800"/>
            </a:p>
          </p:txBody>
        </p:sp>
        <p:sp>
          <p:nvSpPr>
            <p:cNvPr id="39" name="Oval 38">
              <a:extLst>
                <a:ext uri="{FF2B5EF4-FFF2-40B4-BE49-F238E27FC236}">
                  <a16:creationId xmlns:a16="http://schemas.microsoft.com/office/drawing/2014/main" id="{7B2A9B95-3CB5-2CDF-F0EA-25475257D184}"/>
                </a:ext>
              </a:extLst>
            </p:cNvPr>
            <p:cNvSpPr>
              <a:spLocks noChangeAspect="1"/>
            </p:cNvSpPr>
            <p:nvPr/>
          </p:nvSpPr>
          <p:spPr>
            <a:xfrm>
              <a:off x="4147935" y="6967873"/>
              <a:ext cx="1280160" cy="128016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3600" kern="1200">
                  <a:solidFill>
                    <a:schemeClr val="lt1"/>
                  </a:solidFill>
                  <a:latin typeface="+mn-lt"/>
                  <a:ea typeface="+mn-ea"/>
                  <a:cs typeface="+mn-cs"/>
                </a:defRPr>
              </a:lvl1pPr>
              <a:lvl2pPr marL="914400" algn="l" defTabSz="914400" rtl="0" eaLnBrk="1" latinLnBrk="0" hangingPunct="1">
                <a:defRPr sz="3600" kern="1200">
                  <a:solidFill>
                    <a:schemeClr val="lt1"/>
                  </a:solidFill>
                  <a:latin typeface="+mn-lt"/>
                  <a:ea typeface="+mn-ea"/>
                  <a:cs typeface="+mn-cs"/>
                </a:defRPr>
              </a:lvl2pPr>
              <a:lvl3pPr marL="1828800" algn="l" defTabSz="914400" rtl="0" eaLnBrk="1" latinLnBrk="0" hangingPunct="1">
                <a:defRPr sz="3600" kern="1200">
                  <a:solidFill>
                    <a:schemeClr val="lt1"/>
                  </a:solidFill>
                  <a:latin typeface="+mn-lt"/>
                  <a:ea typeface="+mn-ea"/>
                  <a:cs typeface="+mn-cs"/>
                </a:defRPr>
              </a:lvl3pPr>
              <a:lvl4pPr marL="2743200" algn="l" defTabSz="914400" rtl="0" eaLnBrk="1" latinLnBrk="0" hangingPunct="1">
                <a:defRPr sz="3600" kern="1200">
                  <a:solidFill>
                    <a:schemeClr val="lt1"/>
                  </a:solidFill>
                  <a:latin typeface="+mn-lt"/>
                  <a:ea typeface="+mn-ea"/>
                  <a:cs typeface="+mn-cs"/>
                </a:defRPr>
              </a:lvl4pPr>
              <a:lvl5pPr marL="3657600" algn="l" defTabSz="914400" rtl="0" eaLnBrk="1" latinLnBrk="0" hangingPunct="1">
                <a:defRPr sz="3600" kern="1200">
                  <a:solidFill>
                    <a:schemeClr val="lt1"/>
                  </a:solidFill>
                  <a:latin typeface="+mn-lt"/>
                  <a:ea typeface="+mn-ea"/>
                  <a:cs typeface="+mn-cs"/>
                </a:defRPr>
              </a:lvl5pPr>
              <a:lvl6pPr marL="4572000" algn="l" defTabSz="914400" rtl="0" eaLnBrk="1" latinLnBrk="0" hangingPunct="1">
                <a:defRPr sz="3600" kern="1200">
                  <a:solidFill>
                    <a:schemeClr val="lt1"/>
                  </a:solidFill>
                  <a:latin typeface="+mn-lt"/>
                  <a:ea typeface="+mn-ea"/>
                  <a:cs typeface="+mn-cs"/>
                </a:defRPr>
              </a:lvl6pPr>
              <a:lvl7pPr marL="5486400" algn="l" defTabSz="914400" rtl="0" eaLnBrk="1" latinLnBrk="0" hangingPunct="1">
                <a:defRPr sz="3600" kern="1200">
                  <a:solidFill>
                    <a:schemeClr val="lt1"/>
                  </a:solidFill>
                  <a:latin typeface="+mn-lt"/>
                  <a:ea typeface="+mn-ea"/>
                  <a:cs typeface="+mn-cs"/>
                </a:defRPr>
              </a:lvl7pPr>
              <a:lvl8pPr marL="6400800" algn="l" defTabSz="914400" rtl="0" eaLnBrk="1" latinLnBrk="0" hangingPunct="1">
                <a:defRPr sz="3600" kern="1200">
                  <a:solidFill>
                    <a:schemeClr val="lt1"/>
                  </a:solidFill>
                  <a:latin typeface="+mn-lt"/>
                  <a:ea typeface="+mn-ea"/>
                  <a:cs typeface="+mn-cs"/>
                </a:defRPr>
              </a:lvl8pPr>
              <a:lvl9pPr marL="7315200" algn="l" defTabSz="914400" rtl="0" eaLnBrk="1" latinLnBrk="0" hangingPunct="1">
                <a:defRPr sz="3600" kern="1200">
                  <a:solidFill>
                    <a:schemeClr val="lt1"/>
                  </a:solidFill>
                  <a:latin typeface="+mn-lt"/>
                  <a:ea typeface="+mn-ea"/>
                  <a:cs typeface="+mn-cs"/>
                </a:defRPr>
              </a:lvl9pPr>
            </a:lstStyle>
            <a:p>
              <a:pPr algn="ctr"/>
              <a:endParaRPr lang="en-US" sz="1800"/>
            </a:p>
          </p:txBody>
        </p:sp>
        <p:sp>
          <p:nvSpPr>
            <p:cNvPr id="40" name="Rounded Rectangle 39">
              <a:extLst>
                <a:ext uri="{FF2B5EF4-FFF2-40B4-BE49-F238E27FC236}">
                  <a16:creationId xmlns:a16="http://schemas.microsoft.com/office/drawing/2014/main" id="{2FE0FC73-76E8-3C28-C71E-DFFDA0096BC4}"/>
                </a:ext>
              </a:extLst>
            </p:cNvPr>
            <p:cNvSpPr>
              <a:spLocks noChangeAspect="1"/>
            </p:cNvSpPr>
            <p:nvPr/>
          </p:nvSpPr>
          <p:spPr>
            <a:xfrm>
              <a:off x="4057798" y="5661606"/>
              <a:ext cx="3239834" cy="1280161"/>
            </a:xfrm>
            <a:prstGeom prst="roundRect">
              <a:avLst>
                <a:gd name="adj"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3600" kern="1200">
                  <a:solidFill>
                    <a:schemeClr val="lt1"/>
                  </a:solidFill>
                  <a:latin typeface="+mn-lt"/>
                  <a:ea typeface="+mn-ea"/>
                  <a:cs typeface="+mn-cs"/>
                </a:defRPr>
              </a:lvl1pPr>
              <a:lvl2pPr marL="914400" algn="l" defTabSz="914400" rtl="0" eaLnBrk="1" latinLnBrk="0" hangingPunct="1">
                <a:defRPr sz="3600" kern="1200">
                  <a:solidFill>
                    <a:schemeClr val="lt1"/>
                  </a:solidFill>
                  <a:latin typeface="+mn-lt"/>
                  <a:ea typeface="+mn-ea"/>
                  <a:cs typeface="+mn-cs"/>
                </a:defRPr>
              </a:lvl2pPr>
              <a:lvl3pPr marL="1828800" algn="l" defTabSz="914400" rtl="0" eaLnBrk="1" latinLnBrk="0" hangingPunct="1">
                <a:defRPr sz="3600" kern="1200">
                  <a:solidFill>
                    <a:schemeClr val="lt1"/>
                  </a:solidFill>
                  <a:latin typeface="+mn-lt"/>
                  <a:ea typeface="+mn-ea"/>
                  <a:cs typeface="+mn-cs"/>
                </a:defRPr>
              </a:lvl3pPr>
              <a:lvl4pPr marL="2743200" algn="l" defTabSz="914400" rtl="0" eaLnBrk="1" latinLnBrk="0" hangingPunct="1">
                <a:defRPr sz="3600" kern="1200">
                  <a:solidFill>
                    <a:schemeClr val="lt1"/>
                  </a:solidFill>
                  <a:latin typeface="+mn-lt"/>
                  <a:ea typeface="+mn-ea"/>
                  <a:cs typeface="+mn-cs"/>
                </a:defRPr>
              </a:lvl4pPr>
              <a:lvl5pPr marL="3657600" algn="l" defTabSz="914400" rtl="0" eaLnBrk="1" latinLnBrk="0" hangingPunct="1">
                <a:defRPr sz="3600" kern="1200">
                  <a:solidFill>
                    <a:schemeClr val="lt1"/>
                  </a:solidFill>
                  <a:latin typeface="+mn-lt"/>
                  <a:ea typeface="+mn-ea"/>
                  <a:cs typeface="+mn-cs"/>
                </a:defRPr>
              </a:lvl5pPr>
              <a:lvl6pPr marL="4572000" algn="l" defTabSz="914400" rtl="0" eaLnBrk="1" latinLnBrk="0" hangingPunct="1">
                <a:defRPr sz="3600" kern="1200">
                  <a:solidFill>
                    <a:schemeClr val="lt1"/>
                  </a:solidFill>
                  <a:latin typeface="+mn-lt"/>
                  <a:ea typeface="+mn-ea"/>
                  <a:cs typeface="+mn-cs"/>
                </a:defRPr>
              </a:lvl6pPr>
              <a:lvl7pPr marL="5486400" algn="l" defTabSz="914400" rtl="0" eaLnBrk="1" latinLnBrk="0" hangingPunct="1">
                <a:defRPr sz="3600" kern="1200">
                  <a:solidFill>
                    <a:schemeClr val="lt1"/>
                  </a:solidFill>
                  <a:latin typeface="+mn-lt"/>
                  <a:ea typeface="+mn-ea"/>
                  <a:cs typeface="+mn-cs"/>
                </a:defRPr>
              </a:lvl7pPr>
              <a:lvl8pPr marL="6400800" algn="l" defTabSz="914400" rtl="0" eaLnBrk="1" latinLnBrk="0" hangingPunct="1">
                <a:defRPr sz="3600" kern="1200">
                  <a:solidFill>
                    <a:schemeClr val="lt1"/>
                  </a:solidFill>
                  <a:latin typeface="+mn-lt"/>
                  <a:ea typeface="+mn-ea"/>
                  <a:cs typeface="+mn-cs"/>
                </a:defRPr>
              </a:lvl8pPr>
              <a:lvl9pPr marL="7315200" algn="l" defTabSz="914400" rtl="0" eaLnBrk="1" latinLnBrk="0" hangingPunct="1">
                <a:defRPr sz="3600" kern="1200">
                  <a:solidFill>
                    <a:schemeClr val="lt1"/>
                  </a:solidFill>
                  <a:latin typeface="+mn-lt"/>
                  <a:ea typeface="+mn-ea"/>
                  <a:cs typeface="+mn-cs"/>
                </a:defRPr>
              </a:lvl9pPr>
            </a:lstStyle>
            <a:p>
              <a:pPr algn="ctr"/>
              <a:endParaRPr lang="en-US" sz="1800"/>
            </a:p>
          </p:txBody>
        </p:sp>
        <p:sp>
          <p:nvSpPr>
            <p:cNvPr id="41" name="Oval 40">
              <a:extLst>
                <a:ext uri="{FF2B5EF4-FFF2-40B4-BE49-F238E27FC236}">
                  <a16:creationId xmlns:a16="http://schemas.microsoft.com/office/drawing/2014/main" id="{238C19EB-7BDB-7051-2F26-8DB1D1E48C1D}"/>
                </a:ext>
              </a:extLst>
            </p:cNvPr>
            <p:cNvSpPr>
              <a:spLocks noChangeAspect="1"/>
            </p:cNvSpPr>
            <p:nvPr/>
          </p:nvSpPr>
          <p:spPr>
            <a:xfrm>
              <a:off x="4767977" y="5661606"/>
              <a:ext cx="1280159" cy="1280161"/>
            </a:xfrm>
            <a:prstGeom prst="ellipse">
              <a:avLst/>
            </a:prstGeom>
            <a:solidFill>
              <a:srgbClr val="4398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3600" kern="1200">
                  <a:solidFill>
                    <a:schemeClr val="lt1"/>
                  </a:solidFill>
                  <a:latin typeface="+mn-lt"/>
                  <a:ea typeface="+mn-ea"/>
                  <a:cs typeface="+mn-cs"/>
                </a:defRPr>
              </a:lvl1pPr>
              <a:lvl2pPr marL="914400" algn="l" defTabSz="914400" rtl="0" eaLnBrk="1" latinLnBrk="0" hangingPunct="1">
                <a:defRPr sz="3600" kern="1200">
                  <a:solidFill>
                    <a:schemeClr val="lt1"/>
                  </a:solidFill>
                  <a:latin typeface="+mn-lt"/>
                  <a:ea typeface="+mn-ea"/>
                  <a:cs typeface="+mn-cs"/>
                </a:defRPr>
              </a:lvl2pPr>
              <a:lvl3pPr marL="1828800" algn="l" defTabSz="914400" rtl="0" eaLnBrk="1" latinLnBrk="0" hangingPunct="1">
                <a:defRPr sz="3600" kern="1200">
                  <a:solidFill>
                    <a:schemeClr val="lt1"/>
                  </a:solidFill>
                  <a:latin typeface="+mn-lt"/>
                  <a:ea typeface="+mn-ea"/>
                  <a:cs typeface="+mn-cs"/>
                </a:defRPr>
              </a:lvl3pPr>
              <a:lvl4pPr marL="2743200" algn="l" defTabSz="914400" rtl="0" eaLnBrk="1" latinLnBrk="0" hangingPunct="1">
                <a:defRPr sz="3600" kern="1200">
                  <a:solidFill>
                    <a:schemeClr val="lt1"/>
                  </a:solidFill>
                  <a:latin typeface="+mn-lt"/>
                  <a:ea typeface="+mn-ea"/>
                  <a:cs typeface="+mn-cs"/>
                </a:defRPr>
              </a:lvl4pPr>
              <a:lvl5pPr marL="3657600" algn="l" defTabSz="914400" rtl="0" eaLnBrk="1" latinLnBrk="0" hangingPunct="1">
                <a:defRPr sz="3600" kern="1200">
                  <a:solidFill>
                    <a:schemeClr val="lt1"/>
                  </a:solidFill>
                  <a:latin typeface="+mn-lt"/>
                  <a:ea typeface="+mn-ea"/>
                  <a:cs typeface="+mn-cs"/>
                </a:defRPr>
              </a:lvl5pPr>
              <a:lvl6pPr marL="4572000" algn="l" defTabSz="914400" rtl="0" eaLnBrk="1" latinLnBrk="0" hangingPunct="1">
                <a:defRPr sz="3600" kern="1200">
                  <a:solidFill>
                    <a:schemeClr val="lt1"/>
                  </a:solidFill>
                  <a:latin typeface="+mn-lt"/>
                  <a:ea typeface="+mn-ea"/>
                  <a:cs typeface="+mn-cs"/>
                </a:defRPr>
              </a:lvl6pPr>
              <a:lvl7pPr marL="5486400" algn="l" defTabSz="914400" rtl="0" eaLnBrk="1" latinLnBrk="0" hangingPunct="1">
                <a:defRPr sz="3600" kern="1200">
                  <a:solidFill>
                    <a:schemeClr val="lt1"/>
                  </a:solidFill>
                  <a:latin typeface="+mn-lt"/>
                  <a:ea typeface="+mn-ea"/>
                  <a:cs typeface="+mn-cs"/>
                </a:defRPr>
              </a:lvl7pPr>
              <a:lvl8pPr marL="6400800" algn="l" defTabSz="914400" rtl="0" eaLnBrk="1" latinLnBrk="0" hangingPunct="1">
                <a:defRPr sz="3600" kern="1200">
                  <a:solidFill>
                    <a:schemeClr val="lt1"/>
                  </a:solidFill>
                  <a:latin typeface="+mn-lt"/>
                  <a:ea typeface="+mn-ea"/>
                  <a:cs typeface="+mn-cs"/>
                </a:defRPr>
              </a:lvl8pPr>
              <a:lvl9pPr marL="7315200" algn="l" defTabSz="914400" rtl="0" eaLnBrk="1" latinLnBrk="0" hangingPunct="1">
                <a:defRPr sz="3600" kern="1200">
                  <a:solidFill>
                    <a:schemeClr val="lt1"/>
                  </a:solidFill>
                  <a:latin typeface="+mn-lt"/>
                  <a:ea typeface="+mn-ea"/>
                  <a:cs typeface="+mn-cs"/>
                </a:defRPr>
              </a:lvl9pPr>
            </a:lstStyle>
            <a:p>
              <a:pPr algn="ctr"/>
              <a:endParaRPr lang="en-US" sz="1800"/>
            </a:p>
          </p:txBody>
        </p:sp>
        <p:sp>
          <p:nvSpPr>
            <p:cNvPr id="42" name="Oval 41">
              <a:extLst>
                <a:ext uri="{FF2B5EF4-FFF2-40B4-BE49-F238E27FC236}">
                  <a16:creationId xmlns:a16="http://schemas.microsoft.com/office/drawing/2014/main" id="{497FCBF4-C012-5933-CE6C-F0360E7259CF}"/>
                </a:ext>
              </a:extLst>
            </p:cNvPr>
            <p:cNvSpPr>
              <a:spLocks noChangeAspect="1"/>
            </p:cNvSpPr>
            <p:nvPr/>
          </p:nvSpPr>
          <p:spPr>
            <a:xfrm>
              <a:off x="2435076" y="5661606"/>
              <a:ext cx="1280160" cy="1280160"/>
            </a:xfrm>
            <a:prstGeom prst="ellipse">
              <a:avLst/>
            </a:prstGeom>
            <a:solidFill>
              <a:srgbClr val="C6DE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3600" kern="1200">
                  <a:solidFill>
                    <a:schemeClr val="lt1"/>
                  </a:solidFill>
                  <a:latin typeface="+mn-lt"/>
                  <a:ea typeface="+mn-ea"/>
                  <a:cs typeface="+mn-cs"/>
                </a:defRPr>
              </a:lvl1pPr>
              <a:lvl2pPr marL="914400" algn="l" defTabSz="914400" rtl="0" eaLnBrk="1" latinLnBrk="0" hangingPunct="1">
                <a:defRPr sz="3600" kern="1200">
                  <a:solidFill>
                    <a:schemeClr val="lt1"/>
                  </a:solidFill>
                  <a:latin typeface="+mn-lt"/>
                  <a:ea typeface="+mn-ea"/>
                  <a:cs typeface="+mn-cs"/>
                </a:defRPr>
              </a:lvl2pPr>
              <a:lvl3pPr marL="1828800" algn="l" defTabSz="914400" rtl="0" eaLnBrk="1" latinLnBrk="0" hangingPunct="1">
                <a:defRPr sz="3600" kern="1200">
                  <a:solidFill>
                    <a:schemeClr val="lt1"/>
                  </a:solidFill>
                  <a:latin typeface="+mn-lt"/>
                  <a:ea typeface="+mn-ea"/>
                  <a:cs typeface="+mn-cs"/>
                </a:defRPr>
              </a:lvl3pPr>
              <a:lvl4pPr marL="2743200" algn="l" defTabSz="914400" rtl="0" eaLnBrk="1" latinLnBrk="0" hangingPunct="1">
                <a:defRPr sz="3600" kern="1200">
                  <a:solidFill>
                    <a:schemeClr val="lt1"/>
                  </a:solidFill>
                  <a:latin typeface="+mn-lt"/>
                  <a:ea typeface="+mn-ea"/>
                  <a:cs typeface="+mn-cs"/>
                </a:defRPr>
              </a:lvl4pPr>
              <a:lvl5pPr marL="3657600" algn="l" defTabSz="914400" rtl="0" eaLnBrk="1" latinLnBrk="0" hangingPunct="1">
                <a:defRPr sz="3600" kern="1200">
                  <a:solidFill>
                    <a:schemeClr val="lt1"/>
                  </a:solidFill>
                  <a:latin typeface="+mn-lt"/>
                  <a:ea typeface="+mn-ea"/>
                  <a:cs typeface="+mn-cs"/>
                </a:defRPr>
              </a:lvl5pPr>
              <a:lvl6pPr marL="4572000" algn="l" defTabSz="914400" rtl="0" eaLnBrk="1" latinLnBrk="0" hangingPunct="1">
                <a:defRPr sz="3600" kern="1200">
                  <a:solidFill>
                    <a:schemeClr val="lt1"/>
                  </a:solidFill>
                  <a:latin typeface="+mn-lt"/>
                  <a:ea typeface="+mn-ea"/>
                  <a:cs typeface="+mn-cs"/>
                </a:defRPr>
              </a:lvl6pPr>
              <a:lvl7pPr marL="5486400" algn="l" defTabSz="914400" rtl="0" eaLnBrk="1" latinLnBrk="0" hangingPunct="1">
                <a:defRPr sz="3600" kern="1200">
                  <a:solidFill>
                    <a:schemeClr val="lt1"/>
                  </a:solidFill>
                  <a:latin typeface="+mn-lt"/>
                  <a:ea typeface="+mn-ea"/>
                  <a:cs typeface="+mn-cs"/>
                </a:defRPr>
              </a:lvl7pPr>
              <a:lvl8pPr marL="6400800" algn="l" defTabSz="914400" rtl="0" eaLnBrk="1" latinLnBrk="0" hangingPunct="1">
                <a:defRPr sz="3600" kern="1200">
                  <a:solidFill>
                    <a:schemeClr val="lt1"/>
                  </a:solidFill>
                  <a:latin typeface="+mn-lt"/>
                  <a:ea typeface="+mn-ea"/>
                  <a:cs typeface="+mn-cs"/>
                </a:defRPr>
              </a:lvl8pPr>
              <a:lvl9pPr marL="7315200" algn="l" defTabSz="914400" rtl="0" eaLnBrk="1" latinLnBrk="0" hangingPunct="1">
                <a:defRPr sz="3600" kern="1200">
                  <a:solidFill>
                    <a:schemeClr val="lt1"/>
                  </a:solidFill>
                  <a:latin typeface="+mn-lt"/>
                  <a:ea typeface="+mn-ea"/>
                  <a:cs typeface="+mn-cs"/>
                </a:defRPr>
              </a:lvl9pPr>
            </a:lstStyle>
            <a:p>
              <a:pPr algn="ctr"/>
              <a:endParaRPr lang="en-US" sz="1800"/>
            </a:p>
          </p:txBody>
        </p:sp>
        <p:sp>
          <p:nvSpPr>
            <p:cNvPr id="43" name="Oval 42">
              <a:extLst>
                <a:ext uri="{FF2B5EF4-FFF2-40B4-BE49-F238E27FC236}">
                  <a16:creationId xmlns:a16="http://schemas.microsoft.com/office/drawing/2014/main" id="{FBA83E37-ACFB-76D4-B655-A17BF6A27CDE}"/>
                </a:ext>
              </a:extLst>
            </p:cNvPr>
            <p:cNvSpPr>
              <a:spLocks noChangeAspect="1"/>
            </p:cNvSpPr>
            <p:nvPr/>
          </p:nvSpPr>
          <p:spPr>
            <a:xfrm>
              <a:off x="1699521" y="5661606"/>
              <a:ext cx="1280160" cy="1280160"/>
            </a:xfrm>
            <a:prstGeom prst="ellipse">
              <a:avLst/>
            </a:pr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3600" kern="1200">
                  <a:solidFill>
                    <a:schemeClr val="lt1"/>
                  </a:solidFill>
                  <a:latin typeface="+mn-lt"/>
                  <a:ea typeface="+mn-ea"/>
                  <a:cs typeface="+mn-cs"/>
                </a:defRPr>
              </a:lvl1pPr>
              <a:lvl2pPr marL="914400" algn="l" defTabSz="914400" rtl="0" eaLnBrk="1" latinLnBrk="0" hangingPunct="1">
                <a:defRPr sz="3600" kern="1200">
                  <a:solidFill>
                    <a:schemeClr val="lt1"/>
                  </a:solidFill>
                  <a:latin typeface="+mn-lt"/>
                  <a:ea typeface="+mn-ea"/>
                  <a:cs typeface="+mn-cs"/>
                </a:defRPr>
              </a:lvl2pPr>
              <a:lvl3pPr marL="1828800" algn="l" defTabSz="914400" rtl="0" eaLnBrk="1" latinLnBrk="0" hangingPunct="1">
                <a:defRPr sz="3600" kern="1200">
                  <a:solidFill>
                    <a:schemeClr val="lt1"/>
                  </a:solidFill>
                  <a:latin typeface="+mn-lt"/>
                  <a:ea typeface="+mn-ea"/>
                  <a:cs typeface="+mn-cs"/>
                </a:defRPr>
              </a:lvl3pPr>
              <a:lvl4pPr marL="2743200" algn="l" defTabSz="914400" rtl="0" eaLnBrk="1" latinLnBrk="0" hangingPunct="1">
                <a:defRPr sz="3600" kern="1200">
                  <a:solidFill>
                    <a:schemeClr val="lt1"/>
                  </a:solidFill>
                  <a:latin typeface="+mn-lt"/>
                  <a:ea typeface="+mn-ea"/>
                  <a:cs typeface="+mn-cs"/>
                </a:defRPr>
              </a:lvl4pPr>
              <a:lvl5pPr marL="3657600" algn="l" defTabSz="914400" rtl="0" eaLnBrk="1" latinLnBrk="0" hangingPunct="1">
                <a:defRPr sz="3600" kern="1200">
                  <a:solidFill>
                    <a:schemeClr val="lt1"/>
                  </a:solidFill>
                  <a:latin typeface="+mn-lt"/>
                  <a:ea typeface="+mn-ea"/>
                  <a:cs typeface="+mn-cs"/>
                </a:defRPr>
              </a:lvl5pPr>
              <a:lvl6pPr marL="4572000" algn="l" defTabSz="914400" rtl="0" eaLnBrk="1" latinLnBrk="0" hangingPunct="1">
                <a:defRPr sz="3600" kern="1200">
                  <a:solidFill>
                    <a:schemeClr val="lt1"/>
                  </a:solidFill>
                  <a:latin typeface="+mn-lt"/>
                  <a:ea typeface="+mn-ea"/>
                  <a:cs typeface="+mn-cs"/>
                </a:defRPr>
              </a:lvl6pPr>
              <a:lvl7pPr marL="5486400" algn="l" defTabSz="914400" rtl="0" eaLnBrk="1" latinLnBrk="0" hangingPunct="1">
                <a:defRPr sz="3600" kern="1200">
                  <a:solidFill>
                    <a:schemeClr val="lt1"/>
                  </a:solidFill>
                  <a:latin typeface="+mn-lt"/>
                  <a:ea typeface="+mn-ea"/>
                  <a:cs typeface="+mn-cs"/>
                </a:defRPr>
              </a:lvl7pPr>
              <a:lvl8pPr marL="6400800" algn="l" defTabSz="914400" rtl="0" eaLnBrk="1" latinLnBrk="0" hangingPunct="1">
                <a:defRPr sz="3600" kern="1200">
                  <a:solidFill>
                    <a:schemeClr val="lt1"/>
                  </a:solidFill>
                  <a:latin typeface="+mn-lt"/>
                  <a:ea typeface="+mn-ea"/>
                  <a:cs typeface="+mn-cs"/>
                </a:defRPr>
              </a:lvl8pPr>
              <a:lvl9pPr marL="7315200" algn="l" defTabSz="914400" rtl="0" eaLnBrk="1" latinLnBrk="0" hangingPunct="1">
                <a:defRPr sz="3600" kern="1200">
                  <a:solidFill>
                    <a:schemeClr val="lt1"/>
                  </a:solidFill>
                  <a:latin typeface="+mn-lt"/>
                  <a:ea typeface="+mn-ea"/>
                  <a:cs typeface="+mn-cs"/>
                </a:defRPr>
              </a:lvl9pPr>
            </a:lstStyle>
            <a:p>
              <a:pPr algn="ctr"/>
              <a:endParaRPr lang="en-US" sz="1800"/>
            </a:p>
          </p:txBody>
        </p:sp>
        <p:sp>
          <p:nvSpPr>
            <p:cNvPr id="44" name="Oval 43">
              <a:extLst>
                <a:ext uri="{FF2B5EF4-FFF2-40B4-BE49-F238E27FC236}">
                  <a16:creationId xmlns:a16="http://schemas.microsoft.com/office/drawing/2014/main" id="{2A8DF2E3-51EC-7AD0-DB5B-E438DCD7E0D7}"/>
                </a:ext>
              </a:extLst>
            </p:cNvPr>
            <p:cNvSpPr>
              <a:spLocks noChangeAspect="1"/>
            </p:cNvSpPr>
            <p:nvPr/>
          </p:nvSpPr>
          <p:spPr>
            <a:xfrm>
              <a:off x="8234478" y="6959619"/>
              <a:ext cx="1280160" cy="1280160"/>
            </a:xfrm>
            <a:prstGeom prst="ellipse">
              <a:avLst/>
            </a:prstGeom>
            <a:solidFill>
              <a:srgbClr val="4398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3600" kern="1200">
                  <a:solidFill>
                    <a:schemeClr val="lt1"/>
                  </a:solidFill>
                  <a:latin typeface="+mn-lt"/>
                  <a:ea typeface="+mn-ea"/>
                  <a:cs typeface="+mn-cs"/>
                </a:defRPr>
              </a:lvl1pPr>
              <a:lvl2pPr marL="914400" algn="l" defTabSz="914400" rtl="0" eaLnBrk="1" latinLnBrk="0" hangingPunct="1">
                <a:defRPr sz="3600" kern="1200">
                  <a:solidFill>
                    <a:schemeClr val="lt1"/>
                  </a:solidFill>
                  <a:latin typeface="+mn-lt"/>
                  <a:ea typeface="+mn-ea"/>
                  <a:cs typeface="+mn-cs"/>
                </a:defRPr>
              </a:lvl2pPr>
              <a:lvl3pPr marL="1828800" algn="l" defTabSz="914400" rtl="0" eaLnBrk="1" latinLnBrk="0" hangingPunct="1">
                <a:defRPr sz="3600" kern="1200">
                  <a:solidFill>
                    <a:schemeClr val="lt1"/>
                  </a:solidFill>
                  <a:latin typeface="+mn-lt"/>
                  <a:ea typeface="+mn-ea"/>
                  <a:cs typeface="+mn-cs"/>
                </a:defRPr>
              </a:lvl3pPr>
              <a:lvl4pPr marL="2743200" algn="l" defTabSz="914400" rtl="0" eaLnBrk="1" latinLnBrk="0" hangingPunct="1">
                <a:defRPr sz="3600" kern="1200">
                  <a:solidFill>
                    <a:schemeClr val="lt1"/>
                  </a:solidFill>
                  <a:latin typeface="+mn-lt"/>
                  <a:ea typeface="+mn-ea"/>
                  <a:cs typeface="+mn-cs"/>
                </a:defRPr>
              </a:lvl4pPr>
              <a:lvl5pPr marL="3657600" algn="l" defTabSz="914400" rtl="0" eaLnBrk="1" latinLnBrk="0" hangingPunct="1">
                <a:defRPr sz="3600" kern="1200">
                  <a:solidFill>
                    <a:schemeClr val="lt1"/>
                  </a:solidFill>
                  <a:latin typeface="+mn-lt"/>
                  <a:ea typeface="+mn-ea"/>
                  <a:cs typeface="+mn-cs"/>
                </a:defRPr>
              </a:lvl5pPr>
              <a:lvl6pPr marL="4572000" algn="l" defTabSz="914400" rtl="0" eaLnBrk="1" latinLnBrk="0" hangingPunct="1">
                <a:defRPr sz="3600" kern="1200">
                  <a:solidFill>
                    <a:schemeClr val="lt1"/>
                  </a:solidFill>
                  <a:latin typeface="+mn-lt"/>
                  <a:ea typeface="+mn-ea"/>
                  <a:cs typeface="+mn-cs"/>
                </a:defRPr>
              </a:lvl6pPr>
              <a:lvl7pPr marL="5486400" algn="l" defTabSz="914400" rtl="0" eaLnBrk="1" latinLnBrk="0" hangingPunct="1">
                <a:defRPr sz="3600" kern="1200">
                  <a:solidFill>
                    <a:schemeClr val="lt1"/>
                  </a:solidFill>
                  <a:latin typeface="+mn-lt"/>
                  <a:ea typeface="+mn-ea"/>
                  <a:cs typeface="+mn-cs"/>
                </a:defRPr>
              </a:lvl7pPr>
              <a:lvl8pPr marL="6400800" algn="l" defTabSz="914400" rtl="0" eaLnBrk="1" latinLnBrk="0" hangingPunct="1">
                <a:defRPr sz="3600" kern="1200">
                  <a:solidFill>
                    <a:schemeClr val="lt1"/>
                  </a:solidFill>
                  <a:latin typeface="+mn-lt"/>
                  <a:ea typeface="+mn-ea"/>
                  <a:cs typeface="+mn-cs"/>
                </a:defRPr>
              </a:lvl8pPr>
              <a:lvl9pPr marL="7315200" algn="l" defTabSz="914400" rtl="0" eaLnBrk="1" latinLnBrk="0" hangingPunct="1">
                <a:defRPr sz="3600" kern="1200">
                  <a:solidFill>
                    <a:schemeClr val="lt1"/>
                  </a:solidFill>
                  <a:latin typeface="+mn-lt"/>
                  <a:ea typeface="+mn-ea"/>
                  <a:cs typeface="+mn-cs"/>
                </a:defRPr>
              </a:lvl9pPr>
            </a:lstStyle>
            <a:p>
              <a:pPr algn="ctr"/>
              <a:endParaRPr lang="en-US" sz="1800"/>
            </a:p>
          </p:txBody>
        </p:sp>
        <p:sp>
          <p:nvSpPr>
            <p:cNvPr id="45" name="Rounded Rectangle 44">
              <a:extLst>
                <a:ext uri="{FF2B5EF4-FFF2-40B4-BE49-F238E27FC236}">
                  <a16:creationId xmlns:a16="http://schemas.microsoft.com/office/drawing/2014/main" id="{12D9C152-CF61-A994-2884-78C09B49A5FD}"/>
                </a:ext>
              </a:extLst>
            </p:cNvPr>
            <p:cNvSpPr>
              <a:spLocks noChangeAspect="1"/>
            </p:cNvSpPr>
            <p:nvPr/>
          </p:nvSpPr>
          <p:spPr>
            <a:xfrm>
              <a:off x="11305148" y="6955809"/>
              <a:ext cx="2740595" cy="1280160"/>
            </a:xfrm>
            <a:prstGeom prst="roundRect">
              <a:avLst>
                <a:gd name="adj" fmla="val 50000"/>
              </a:avLst>
            </a:prstGeom>
            <a:solidFill>
              <a:srgbClr val="C6DE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3600" kern="1200">
                  <a:solidFill>
                    <a:schemeClr val="lt1"/>
                  </a:solidFill>
                  <a:latin typeface="+mn-lt"/>
                  <a:ea typeface="+mn-ea"/>
                  <a:cs typeface="+mn-cs"/>
                </a:defRPr>
              </a:lvl1pPr>
              <a:lvl2pPr marL="914400" algn="l" defTabSz="914400" rtl="0" eaLnBrk="1" latinLnBrk="0" hangingPunct="1">
                <a:defRPr sz="3600" kern="1200">
                  <a:solidFill>
                    <a:schemeClr val="lt1"/>
                  </a:solidFill>
                  <a:latin typeface="+mn-lt"/>
                  <a:ea typeface="+mn-ea"/>
                  <a:cs typeface="+mn-cs"/>
                </a:defRPr>
              </a:lvl2pPr>
              <a:lvl3pPr marL="1828800" algn="l" defTabSz="914400" rtl="0" eaLnBrk="1" latinLnBrk="0" hangingPunct="1">
                <a:defRPr sz="3600" kern="1200">
                  <a:solidFill>
                    <a:schemeClr val="lt1"/>
                  </a:solidFill>
                  <a:latin typeface="+mn-lt"/>
                  <a:ea typeface="+mn-ea"/>
                  <a:cs typeface="+mn-cs"/>
                </a:defRPr>
              </a:lvl3pPr>
              <a:lvl4pPr marL="2743200" algn="l" defTabSz="914400" rtl="0" eaLnBrk="1" latinLnBrk="0" hangingPunct="1">
                <a:defRPr sz="3600" kern="1200">
                  <a:solidFill>
                    <a:schemeClr val="lt1"/>
                  </a:solidFill>
                  <a:latin typeface="+mn-lt"/>
                  <a:ea typeface="+mn-ea"/>
                  <a:cs typeface="+mn-cs"/>
                </a:defRPr>
              </a:lvl4pPr>
              <a:lvl5pPr marL="3657600" algn="l" defTabSz="914400" rtl="0" eaLnBrk="1" latinLnBrk="0" hangingPunct="1">
                <a:defRPr sz="3600" kern="1200">
                  <a:solidFill>
                    <a:schemeClr val="lt1"/>
                  </a:solidFill>
                  <a:latin typeface="+mn-lt"/>
                  <a:ea typeface="+mn-ea"/>
                  <a:cs typeface="+mn-cs"/>
                </a:defRPr>
              </a:lvl5pPr>
              <a:lvl6pPr marL="4572000" algn="l" defTabSz="914400" rtl="0" eaLnBrk="1" latinLnBrk="0" hangingPunct="1">
                <a:defRPr sz="3600" kern="1200">
                  <a:solidFill>
                    <a:schemeClr val="lt1"/>
                  </a:solidFill>
                  <a:latin typeface="+mn-lt"/>
                  <a:ea typeface="+mn-ea"/>
                  <a:cs typeface="+mn-cs"/>
                </a:defRPr>
              </a:lvl6pPr>
              <a:lvl7pPr marL="5486400" algn="l" defTabSz="914400" rtl="0" eaLnBrk="1" latinLnBrk="0" hangingPunct="1">
                <a:defRPr sz="3600" kern="1200">
                  <a:solidFill>
                    <a:schemeClr val="lt1"/>
                  </a:solidFill>
                  <a:latin typeface="+mn-lt"/>
                  <a:ea typeface="+mn-ea"/>
                  <a:cs typeface="+mn-cs"/>
                </a:defRPr>
              </a:lvl7pPr>
              <a:lvl8pPr marL="6400800" algn="l" defTabSz="914400" rtl="0" eaLnBrk="1" latinLnBrk="0" hangingPunct="1">
                <a:defRPr sz="3600" kern="1200">
                  <a:solidFill>
                    <a:schemeClr val="lt1"/>
                  </a:solidFill>
                  <a:latin typeface="+mn-lt"/>
                  <a:ea typeface="+mn-ea"/>
                  <a:cs typeface="+mn-cs"/>
                </a:defRPr>
              </a:lvl8pPr>
              <a:lvl9pPr marL="7315200" algn="l" defTabSz="914400" rtl="0" eaLnBrk="1" latinLnBrk="0" hangingPunct="1">
                <a:defRPr sz="3600" kern="1200">
                  <a:solidFill>
                    <a:schemeClr val="lt1"/>
                  </a:solidFill>
                  <a:latin typeface="+mn-lt"/>
                  <a:ea typeface="+mn-ea"/>
                  <a:cs typeface="+mn-cs"/>
                </a:defRPr>
              </a:lvl9pPr>
            </a:lstStyle>
            <a:p>
              <a:pPr algn="ctr"/>
              <a:endParaRPr lang="en-US" sz="1800"/>
            </a:p>
          </p:txBody>
        </p:sp>
        <p:sp>
          <p:nvSpPr>
            <p:cNvPr id="46" name="Oval 45">
              <a:extLst>
                <a:ext uri="{FF2B5EF4-FFF2-40B4-BE49-F238E27FC236}">
                  <a16:creationId xmlns:a16="http://schemas.microsoft.com/office/drawing/2014/main" id="{BEAC7C4D-D496-8C90-E7D3-8BD10E451DB1}"/>
                </a:ext>
              </a:extLst>
            </p:cNvPr>
            <p:cNvSpPr>
              <a:spLocks noChangeAspect="1"/>
            </p:cNvSpPr>
            <p:nvPr/>
          </p:nvSpPr>
          <p:spPr>
            <a:xfrm>
              <a:off x="12428971" y="6955809"/>
              <a:ext cx="1280160" cy="1280160"/>
            </a:xfrm>
            <a:prstGeom prst="ellipse">
              <a:avLst/>
            </a:prstGeom>
            <a:solidFill>
              <a:srgbClr val="4398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3600" kern="1200">
                  <a:solidFill>
                    <a:schemeClr val="lt1"/>
                  </a:solidFill>
                  <a:latin typeface="+mn-lt"/>
                  <a:ea typeface="+mn-ea"/>
                  <a:cs typeface="+mn-cs"/>
                </a:defRPr>
              </a:lvl1pPr>
              <a:lvl2pPr marL="914400" algn="l" defTabSz="914400" rtl="0" eaLnBrk="1" latinLnBrk="0" hangingPunct="1">
                <a:defRPr sz="3600" kern="1200">
                  <a:solidFill>
                    <a:schemeClr val="lt1"/>
                  </a:solidFill>
                  <a:latin typeface="+mn-lt"/>
                  <a:ea typeface="+mn-ea"/>
                  <a:cs typeface="+mn-cs"/>
                </a:defRPr>
              </a:lvl2pPr>
              <a:lvl3pPr marL="1828800" algn="l" defTabSz="914400" rtl="0" eaLnBrk="1" latinLnBrk="0" hangingPunct="1">
                <a:defRPr sz="3600" kern="1200">
                  <a:solidFill>
                    <a:schemeClr val="lt1"/>
                  </a:solidFill>
                  <a:latin typeface="+mn-lt"/>
                  <a:ea typeface="+mn-ea"/>
                  <a:cs typeface="+mn-cs"/>
                </a:defRPr>
              </a:lvl3pPr>
              <a:lvl4pPr marL="2743200" algn="l" defTabSz="914400" rtl="0" eaLnBrk="1" latinLnBrk="0" hangingPunct="1">
                <a:defRPr sz="3600" kern="1200">
                  <a:solidFill>
                    <a:schemeClr val="lt1"/>
                  </a:solidFill>
                  <a:latin typeface="+mn-lt"/>
                  <a:ea typeface="+mn-ea"/>
                  <a:cs typeface="+mn-cs"/>
                </a:defRPr>
              </a:lvl4pPr>
              <a:lvl5pPr marL="3657600" algn="l" defTabSz="914400" rtl="0" eaLnBrk="1" latinLnBrk="0" hangingPunct="1">
                <a:defRPr sz="3600" kern="1200">
                  <a:solidFill>
                    <a:schemeClr val="lt1"/>
                  </a:solidFill>
                  <a:latin typeface="+mn-lt"/>
                  <a:ea typeface="+mn-ea"/>
                  <a:cs typeface="+mn-cs"/>
                </a:defRPr>
              </a:lvl5pPr>
              <a:lvl6pPr marL="4572000" algn="l" defTabSz="914400" rtl="0" eaLnBrk="1" latinLnBrk="0" hangingPunct="1">
                <a:defRPr sz="3600" kern="1200">
                  <a:solidFill>
                    <a:schemeClr val="lt1"/>
                  </a:solidFill>
                  <a:latin typeface="+mn-lt"/>
                  <a:ea typeface="+mn-ea"/>
                  <a:cs typeface="+mn-cs"/>
                </a:defRPr>
              </a:lvl6pPr>
              <a:lvl7pPr marL="5486400" algn="l" defTabSz="914400" rtl="0" eaLnBrk="1" latinLnBrk="0" hangingPunct="1">
                <a:defRPr sz="3600" kern="1200">
                  <a:solidFill>
                    <a:schemeClr val="lt1"/>
                  </a:solidFill>
                  <a:latin typeface="+mn-lt"/>
                  <a:ea typeface="+mn-ea"/>
                  <a:cs typeface="+mn-cs"/>
                </a:defRPr>
              </a:lvl7pPr>
              <a:lvl8pPr marL="6400800" algn="l" defTabSz="914400" rtl="0" eaLnBrk="1" latinLnBrk="0" hangingPunct="1">
                <a:defRPr sz="3600" kern="1200">
                  <a:solidFill>
                    <a:schemeClr val="lt1"/>
                  </a:solidFill>
                  <a:latin typeface="+mn-lt"/>
                  <a:ea typeface="+mn-ea"/>
                  <a:cs typeface="+mn-cs"/>
                </a:defRPr>
              </a:lvl8pPr>
              <a:lvl9pPr marL="7315200" algn="l" defTabSz="914400" rtl="0" eaLnBrk="1" latinLnBrk="0" hangingPunct="1">
                <a:defRPr sz="3600" kern="1200">
                  <a:solidFill>
                    <a:schemeClr val="lt1"/>
                  </a:solidFill>
                  <a:latin typeface="+mn-lt"/>
                  <a:ea typeface="+mn-ea"/>
                  <a:cs typeface="+mn-cs"/>
                </a:defRPr>
              </a:lvl9pPr>
            </a:lstStyle>
            <a:p>
              <a:pPr algn="ctr"/>
              <a:endParaRPr lang="en-US" sz="1800"/>
            </a:p>
          </p:txBody>
        </p:sp>
        <p:sp>
          <p:nvSpPr>
            <p:cNvPr id="47" name="Oval 46">
              <a:extLst>
                <a:ext uri="{FF2B5EF4-FFF2-40B4-BE49-F238E27FC236}">
                  <a16:creationId xmlns:a16="http://schemas.microsoft.com/office/drawing/2014/main" id="{03B4B6E3-6459-2421-B972-E7C6E56A20BE}"/>
                </a:ext>
              </a:extLst>
            </p:cNvPr>
            <p:cNvSpPr>
              <a:spLocks noChangeAspect="1"/>
            </p:cNvSpPr>
            <p:nvPr/>
          </p:nvSpPr>
          <p:spPr>
            <a:xfrm>
              <a:off x="5879985" y="6967873"/>
              <a:ext cx="1280160" cy="128016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3600" kern="1200">
                  <a:solidFill>
                    <a:schemeClr val="lt1"/>
                  </a:solidFill>
                  <a:latin typeface="+mn-lt"/>
                  <a:ea typeface="+mn-ea"/>
                  <a:cs typeface="+mn-cs"/>
                </a:defRPr>
              </a:lvl1pPr>
              <a:lvl2pPr marL="914400" algn="l" defTabSz="914400" rtl="0" eaLnBrk="1" latinLnBrk="0" hangingPunct="1">
                <a:defRPr sz="3600" kern="1200">
                  <a:solidFill>
                    <a:schemeClr val="lt1"/>
                  </a:solidFill>
                  <a:latin typeface="+mn-lt"/>
                  <a:ea typeface="+mn-ea"/>
                  <a:cs typeface="+mn-cs"/>
                </a:defRPr>
              </a:lvl2pPr>
              <a:lvl3pPr marL="1828800" algn="l" defTabSz="914400" rtl="0" eaLnBrk="1" latinLnBrk="0" hangingPunct="1">
                <a:defRPr sz="3600" kern="1200">
                  <a:solidFill>
                    <a:schemeClr val="lt1"/>
                  </a:solidFill>
                  <a:latin typeface="+mn-lt"/>
                  <a:ea typeface="+mn-ea"/>
                  <a:cs typeface="+mn-cs"/>
                </a:defRPr>
              </a:lvl3pPr>
              <a:lvl4pPr marL="2743200" algn="l" defTabSz="914400" rtl="0" eaLnBrk="1" latinLnBrk="0" hangingPunct="1">
                <a:defRPr sz="3600" kern="1200">
                  <a:solidFill>
                    <a:schemeClr val="lt1"/>
                  </a:solidFill>
                  <a:latin typeface="+mn-lt"/>
                  <a:ea typeface="+mn-ea"/>
                  <a:cs typeface="+mn-cs"/>
                </a:defRPr>
              </a:lvl4pPr>
              <a:lvl5pPr marL="3657600" algn="l" defTabSz="914400" rtl="0" eaLnBrk="1" latinLnBrk="0" hangingPunct="1">
                <a:defRPr sz="3600" kern="1200">
                  <a:solidFill>
                    <a:schemeClr val="lt1"/>
                  </a:solidFill>
                  <a:latin typeface="+mn-lt"/>
                  <a:ea typeface="+mn-ea"/>
                  <a:cs typeface="+mn-cs"/>
                </a:defRPr>
              </a:lvl5pPr>
              <a:lvl6pPr marL="4572000" algn="l" defTabSz="914400" rtl="0" eaLnBrk="1" latinLnBrk="0" hangingPunct="1">
                <a:defRPr sz="3600" kern="1200">
                  <a:solidFill>
                    <a:schemeClr val="lt1"/>
                  </a:solidFill>
                  <a:latin typeface="+mn-lt"/>
                  <a:ea typeface="+mn-ea"/>
                  <a:cs typeface="+mn-cs"/>
                </a:defRPr>
              </a:lvl6pPr>
              <a:lvl7pPr marL="5486400" algn="l" defTabSz="914400" rtl="0" eaLnBrk="1" latinLnBrk="0" hangingPunct="1">
                <a:defRPr sz="3600" kern="1200">
                  <a:solidFill>
                    <a:schemeClr val="lt1"/>
                  </a:solidFill>
                  <a:latin typeface="+mn-lt"/>
                  <a:ea typeface="+mn-ea"/>
                  <a:cs typeface="+mn-cs"/>
                </a:defRPr>
              </a:lvl7pPr>
              <a:lvl8pPr marL="6400800" algn="l" defTabSz="914400" rtl="0" eaLnBrk="1" latinLnBrk="0" hangingPunct="1">
                <a:defRPr sz="3600" kern="1200">
                  <a:solidFill>
                    <a:schemeClr val="lt1"/>
                  </a:solidFill>
                  <a:latin typeface="+mn-lt"/>
                  <a:ea typeface="+mn-ea"/>
                  <a:cs typeface="+mn-cs"/>
                </a:defRPr>
              </a:lvl8pPr>
              <a:lvl9pPr marL="7315200" algn="l" defTabSz="914400" rtl="0" eaLnBrk="1" latinLnBrk="0" hangingPunct="1">
                <a:defRPr sz="3600" kern="1200">
                  <a:solidFill>
                    <a:schemeClr val="lt1"/>
                  </a:solidFill>
                  <a:latin typeface="+mn-lt"/>
                  <a:ea typeface="+mn-ea"/>
                  <a:cs typeface="+mn-cs"/>
                </a:defRPr>
              </a:lvl9pPr>
            </a:lstStyle>
            <a:p>
              <a:pPr algn="ctr"/>
              <a:endParaRPr lang="en-US" sz="1800"/>
            </a:p>
          </p:txBody>
        </p:sp>
        <p:sp>
          <p:nvSpPr>
            <p:cNvPr id="48" name="Oval 47">
              <a:extLst>
                <a:ext uri="{FF2B5EF4-FFF2-40B4-BE49-F238E27FC236}">
                  <a16:creationId xmlns:a16="http://schemas.microsoft.com/office/drawing/2014/main" id="{0FA9035B-EA7E-D803-DE55-DE6B249727C8}"/>
                </a:ext>
              </a:extLst>
            </p:cNvPr>
            <p:cNvSpPr>
              <a:spLocks noChangeAspect="1"/>
            </p:cNvSpPr>
            <p:nvPr/>
          </p:nvSpPr>
          <p:spPr>
            <a:xfrm>
              <a:off x="9857848" y="6959619"/>
              <a:ext cx="1280160" cy="1280160"/>
            </a:xfrm>
            <a:prstGeom prst="ellipse">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3600" kern="1200">
                  <a:solidFill>
                    <a:schemeClr val="lt1"/>
                  </a:solidFill>
                  <a:latin typeface="+mn-lt"/>
                  <a:ea typeface="+mn-ea"/>
                  <a:cs typeface="+mn-cs"/>
                </a:defRPr>
              </a:lvl1pPr>
              <a:lvl2pPr marL="914400" algn="l" defTabSz="914400" rtl="0" eaLnBrk="1" latinLnBrk="0" hangingPunct="1">
                <a:defRPr sz="3600" kern="1200">
                  <a:solidFill>
                    <a:schemeClr val="lt1"/>
                  </a:solidFill>
                  <a:latin typeface="+mn-lt"/>
                  <a:ea typeface="+mn-ea"/>
                  <a:cs typeface="+mn-cs"/>
                </a:defRPr>
              </a:lvl2pPr>
              <a:lvl3pPr marL="1828800" algn="l" defTabSz="914400" rtl="0" eaLnBrk="1" latinLnBrk="0" hangingPunct="1">
                <a:defRPr sz="3600" kern="1200">
                  <a:solidFill>
                    <a:schemeClr val="lt1"/>
                  </a:solidFill>
                  <a:latin typeface="+mn-lt"/>
                  <a:ea typeface="+mn-ea"/>
                  <a:cs typeface="+mn-cs"/>
                </a:defRPr>
              </a:lvl3pPr>
              <a:lvl4pPr marL="2743200" algn="l" defTabSz="914400" rtl="0" eaLnBrk="1" latinLnBrk="0" hangingPunct="1">
                <a:defRPr sz="3600" kern="1200">
                  <a:solidFill>
                    <a:schemeClr val="lt1"/>
                  </a:solidFill>
                  <a:latin typeface="+mn-lt"/>
                  <a:ea typeface="+mn-ea"/>
                  <a:cs typeface="+mn-cs"/>
                </a:defRPr>
              </a:lvl4pPr>
              <a:lvl5pPr marL="3657600" algn="l" defTabSz="914400" rtl="0" eaLnBrk="1" latinLnBrk="0" hangingPunct="1">
                <a:defRPr sz="3600" kern="1200">
                  <a:solidFill>
                    <a:schemeClr val="lt1"/>
                  </a:solidFill>
                  <a:latin typeface="+mn-lt"/>
                  <a:ea typeface="+mn-ea"/>
                  <a:cs typeface="+mn-cs"/>
                </a:defRPr>
              </a:lvl5pPr>
              <a:lvl6pPr marL="4572000" algn="l" defTabSz="914400" rtl="0" eaLnBrk="1" latinLnBrk="0" hangingPunct="1">
                <a:defRPr sz="3600" kern="1200">
                  <a:solidFill>
                    <a:schemeClr val="lt1"/>
                  </a:solidFill>
                  <a:latin typeface="+mn-lt"/>
                  <a:ea typeface="+mn-ea"/>
                  <a:cs typeface="+mn-cs"/>
                </a:defRPr>
              </a:lvl6pPr>
              <a:lvl7pPr marL="5486400" algn="l" defTabSz="914400" rtl="0" eaLnBrk="1" latinLnBrk="0" hangingPunct="1">
                <a:defRPr sz="3600" kern="1200">
                  <a:solidFill>
                    <a:schemeClr val="lt1"/>
                  </a:solidFill>
                  <a:latin typeface="+mn-lt"/>
                  <a:ea typeface="+mn-ea"/>
                  <a:cs typeface="+mn-cs"/>
                </a:defRPr>
              </a:lvl7pPr>
              <a:lvl8pPr marL="6400800" algn="l" defTabSz="914400" rtl="0" eaLnBrk="1" latinLnBrk="0" hangingPunct="1">
                <a:defRPr sz="3600" kern="1200">
                  <a:solidFill>
                    <a:schemeClr val="lt1"/>
                  </a:solidFill>
                  <a:latin typeface="+mn-lt"/>
                  <a:ea typeface="+mn-ea"/>
                  <a:cs typeface="+mn-cs"/>
                </a:defRPr>
              </a:lvl8pPr>
              <a:lvl9pPr marL="7315200" algn="l" defTabSz="914400" rtl="0" eaLnBrk="1" latinLnBrk="0" hangingPunct="1">
                <a:defRPr sz="3600" kern="1200">
                  <a:solidFill>
                    <a:schemeClr val="lt1"/>
                  </a:solidFill>
                  <a:latin typeface="+mn-lt"/>
                  <a:ea typeface="+mn-ea"/>
                  <a:cs typeface="+mn-cs"/>
                </a:defRPr>
              </a:lvl9pPr>
            </a:lstStyle>
            <a:p>
              <a:pPr algn="ctr"/>
              <a:endParaRPr lang="en-US" sz="1800"/>
            </a:p>
          </p:txBody>
        </p:sp>
        <p:sp>
          <p:nvSpPr>
            <p:cNvPr id="49" name="Oval 48">
              <a:extLst>
                <a:ext uri="{FF2B5EF4-FFF2-40B4-BE49-F238E27FC236}">
                  <a16:creationId xmlns:a16="http://schemas.microsoft.com/office/drawing/2014/main" id="{6D607D5F-2003-F56B-8D77-3C84F91DB110}"/>
                </a:ext>
              </a:extLst>
            </p:cNvPr>
            <p:cNvSpPr>
              <a:spLocks noChangeAspect="1"/>
            </p:cNvSpPr>
            <p:nvPr/>
          </p:nvSpPr>
          <p:spPr>
            <a:xfrm>
              <a:off x="4147935" y="3863340"/>
              <a:ext cx="1280160" cy="128016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3600" kern="1200">
                  <a:solidFill>
                    <a:schemeClr val="lt1"/>
                  </a:solidFill>
                  <a:latin typeface="+mn-lt"/>
                  <a:ea typeface="+mn-ea"/>
                  <a:cs typeface="+mn-cs"/>
                </a:defRPr>
              </a:lvl1pPr>
              <a:lvl2pPr marL="914400" algn="l" defTabSz="914400" rtl="0" eaLnBrk="1" latinLnBrk="0" hangingPunct="1">
                <a:defRPr sz="3600" kern="1200">
                  <a:solidFill>
                    <a:schemeClr val="lt1"/>
                  </a:solidFill>
                  <a:latin typeface="+mn-lt"/>
                  <a:ea typeface="+mn-ea"/>
                  <a:cs typeface="+mn-cs"/>
                </a:defRPr>
              </a:lvl2pPr>
              <a:lvl3pPr marL="1828800" algn="l" defTabSz="914400" rtl="0" eaLnBrk="1" latinLnBrk="0" hangingPunct="1">
                <a:defRPr sz="3600" kern="1200">
                  <a:solidFill>
                    <a:schemeClr val="lt1"/>
                  </a:solidFill>
                  <a:latin typeface="+mn-lt"/>
                  <a:ea typeface="+mn-ea"/>
                  <a:cs typeface="+mn-cs"/>
                </a:defRPr>
              </a:lvl3pPr>
              <a:lvl4pPr marL="2743200" algn="l" defTabSz="914400" rtl="0" eaLnBrk="1" latinLnBrk="0" hangingPunct="1">
                <a:defRPr sz="3600" kern="1200">
                  <a:solidFill>
                    <a:schemeClr val="lt1"/>
                  </a:solidFill>
                  <a:latin typeface="+mn-lt"/>
                  <a:ea typeface="+mn-ea"/>
                  <a:cs typeface="+mn-cs"/>
                </a:defRPr>
              </a:lvl4pPr>
              <a:lvl5pPr marL="3657600" algn="l" defTabSz="914400" rtl="0" eaLnBrk="1" latinLnBrk="0" hangingPunct="1">
                <a:defRPr sz="3600" kern="1200">
                  <a:solidFill>
                    <a:schemeClr val="lt1"/>
                  </a:solidFill>
                  <a:latin typeface="+mn-lt"/>
                  <a:ea typeface="+mn-ea"/>
                  <a:cs typeface="+mn-cs"/>
                </a:defRPr>
              </a:lvl5pPr>
              <a:lvl6pPr marL="4572000" algn="l" defTabSz="914400" rtl="0" eaLnBrk="1" latinLnBrk="0" hangingPunct="1">
                <a:defRPr sz="3600" kern="1200">
                  <a:solidFill>
                    <a:schemeClr val="lt1"/>
                  </a:solidFill>
                  <a:latin typeface="+mn-lt"/>
                  <a:ea typeface="+mn-ea"/>
                  <a:cs typeface="+mn-cs"/>
                </a:defRPr>
              </a:lvl6pPr>
              <a:lvl7pPr marL="5486400" algn="l" defTabSz="914400" rtl="0" eaLnBrk="1" latinLnBrk="0" hangingPunct="1">
                <a:defRPr sz="3600" kern="1200">
                  <a:solidFill>
                    <a:schemeClr val="lt1"/>
                  </a:solidFill>
                  <a:latin typeface="+mn-lt"/>
                  <a:ea typeface="+mn-ea"/>
                  <a:cs typeface="+mn-cs"/>
                </a:defRPr>
              </a:lvl7pPr>
              <a:lvl8pPr marL="6400800" algn="l" defTabSz="914400" rtl="0" eaLnBrk="1" latinLnBrk="0" hangingPunct="1">
                <a:defRPr sz="3600" kern="1200">
                  <a:solidFill>
                    <a:schemeClr val="lt1"/>
                  </a:solidFill>
                  <a:latin typeface="+mn-lt"/>
                  <a:ea typeface="+mn-ea"/>
                  <a:cs typeface="+mn-cs"/>
                </a:defRPr>
              </a:lvl8pPr>
              <a:lvl9pPr marL="7315200" algn="l" defTabSz="914400" rtl="0" eaLnBrk="1" latinLnBrk="0" hangingPunct="1">
                <a:defRPr sz="3600" kern="1200">
                  <a:solidFill>
                    <a:schemeClr val="lt1"/>
                  </a:solidFill>
                  <a:latin typeface="+mn-lt"/>
                  <a:ea typeface="+mn-ea"/>
                  <a:cs typeface="+mn-cs"/>
                </a:defRPr>
              </a:lvl9pPr>
            </a:lstStyle>
            <a:p>
              <a:pPr algn="ctr"/>
              <a:endParaRPr lang="en-US" sz="1800"/>
            </a:p>
          </p:txBody>
        </p:sp>
      </p:grpSp>
    </p:spTree>
    <p:custDataLst>
      <p:tags r:id="rId1"/>
    </p:custDataLst>
    <p:extLst>
      <p:ext uri="{BB962C8B-B14F-4D97-AF65-F5344CB8AC3E}">
        <p14:creationId xmlns:p14="http://schemas.microsoft.com/office/powerpoint/2010/main" val="24740510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cSld name="1_SAS - Blank - Whit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214DE9-CDD2-3C22-E128-264FF9EB0EA3}"/>
              </a:ext>
            </a:extLst>
          </p:cNvPr>
          <p:cNvSpPr/>
          <p:nvPr/>
        </p:nvSpPr>
        <p:spPr>
          <a:xfrm>
            <a:off x="341376" y="-1"/>
            <a:ext cx="999744" cy="291869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00" b="0" i="0">
              <a:latin typeface="Anova Light" panose="020B0403020203020204" pitchFamily="34" charset="0"/>
            </a:endParaRPr>
          </a:p>
        </p:txBody>
      </p:sp>
      <p:sp>
        <p:nvSpPr>
          <p:cNvPr id="3" name="Rectangle 2">
            <a:extLst>
              <a:ext uri="{FF2B5EF4-FFF2-40B4-BE49-F238E27FC236}">
                <a16:creationId xmlns:a16="http://schemas.microsoft.com/office/drawing/2014/main" id="{C9938B10-909B-92DB-011E-A9FD9CF7E2D4}"/>
              </a:ext>
            </a:extLst>
          </p:cNvPr>
          <p:cNvSpPr/>
          <p:nvPr userDrawn="1"/>
        </p:nvSpPr>
        <p:spPr>
          <a:xfrm>
            <a:off x="341376" y="-1"/>
            <a:ext cx="999744" cy="291869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00"/>
          </a:p>
        </p:txBody>
      </p:sp>
      <p:sp>
        <p:nvSpPr>
          <p:cNvPr id="4" name="Rectangle 3">
            <a:extLst>
              <a:ext uri="{FF2B5EF4-FFF2-40B4-BE49-F238E27FC236}">
                <a16:creationId xmlns:a16="http://schemas.microsoft.com/office/drawing/2014/main" id="{983A4762-EF19-F266-F6BA-7AEDB745C3B5}"/>
              </a:ext>
            </a:extLst>
          </p:cNvPr>
          <p:cNvSpPr/>
          <p:nvPr userDrawn="1"/>
        </p:nvSpPr>
        <p:spPr>
          <a:xfrm>
            <a:off x="341377" y="7368311"/>
            <a:ext cx="748514" cy="291869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200"/>
          </a:p>
        </p:txBody>
      </p:sp>
    </p:spTree>
    <p:custDataLst>
      <p:tags r:id="rId1"/>
    </p:custDataLst>
    <p:extLst>
      <p:ext uri="{BB962C8B-B14F-4D97-AF65-F5344CB8AC3E}">
        <p14:creationId xmlns:p14="http://schemas.microsoft.com/office/powerpoint/2010/main" val="4025323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EAACCE-62AF-C031-E2D1-AC1D750CADCF}"/>
              </a:ext>
            </a:extLst>
          </p:cNvPr>
          <p:cNvSpPr>
            <a:spLocks noGrp="1"/>
          </p:cNvSpPr>
          <p:nvPr>
            <p:ph type="title"/>
          </p:nvPr>
        </p:nvSpPr>
        <p:spPr/>
        <p:txBody>
          <a:bodyPr/>
          <a:lstStyle/>
          <a:p>
            <a:r>
              <a:rPr lang="en-US"/>
              <a:t>Click to edit Master title style</a:t>
            </a:r>
          </a:p>
        </p:txBody>
      </p:sp>
      <p:sp>
        <p:nvSpPr>
          <p:cNvPr id="3" name="Text Placeholder 2">
            <a:extLst>
              <a:ext uri="{FF2B5EF4-FFF2-40B4-BE49-F238E27FC236}">
                <a16:creationId xmlns:a16="http://schemas.microsoft.com/office/drawing/2014/main" id="{EFB36855-B692-871F-704B-3A8FC233EF85}"/>
              </a:ext>
            </a:extLst>
          </p:cNvPr>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1C26923-D776-A01E-79F3-E1787D8D712D}"/>
              </a:ext>
            </a:extLst>
          </p:cNvPr>
          <p:cNvSpPr>
            <a:spLocks noGrp="1"/>
          </p:cNvSpPr>
          <p:nvPr>
            <p:ph type="dt" sz="half" idx="10"/>
          </p:nvPr>
        </p:nvSpPr>
        <p:spPr/>
        <p:txBody>
          <a:bodyPr/>
          <a:lstStyle/>
          <a:p>
            <a:fld id="{B7B5409C-DA43-1E49-AB50-4C57B1D615E7}" type="datetimeFigureOut">
              <a:rPr lang="en-US" smtClean="0"/>
              <a:t>6/1/2026</a:t>
            </a:fld>
            <a:endParaRPr lang="en-US"/>
          </a:p>
        </p:txBody>
      </p:sp>
      <p:sp>
        <p:nvSpPr>
          <p:cNvPr id="5" name="Footer Placeholder 4">
            <a:extLst>
              <a:ext uri="{FF2B5EF4-FFF2-40B4-BE49-F238E27FC236}">
                <a16:creationId xmlns:a16="http://schemas.microsoft.com/office/drawing/2014/main" id="{194F2223-C321-5ADC-CBA5-06F5BABAD88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F065A2F-95C0-A125-0DDA-EAD5FEBFBD62}"/>
              </a:ext>
            </a:extLst>
          </p:cNvPr>
          <p:cNvSpPr>
            <a:spLocks noGrp="1"/>
          </p:cNvSpPr>
          <p:nvPr>
            <p:ph type="sldNum" sz="quarter" idx="12"/>
          </p:nvPr>
        </p:nvSpPr>
        <p:spPr/>
        <p:txBody>
          <a:bodyPr/>
          <a:lstStyle/>
          <a:p>
            <a:fld id="{F6B3F41F-3943-FA4A-894C-5B42FFEDCC91}" type="slidenum">
              <a:rPr lang="en-US" smtClean="0"/>
              <a:t>‹#›</a:t>
            </a:fld>
            <a:endParaRPr lang="en-US"/>
          </a:p>
        </p:txBody>
      </p:sp>
    </p:spTree>
    <p:extLst>
      <p:ext uri="{BB962C8B-B14F-4D97-AF65-F5344CB8AC3E}">
        <p14:creationId xmlns:p14="http://schemas.microsoft.com/office/powerpoint/2010/main" val="1328248742"/>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image" Target="../media/image1.svg"/><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tags" Target="../tags/tag2.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7" name="TextBox 4">
            <a:extLst>
              <a:ext uri="{FF2B5EF4-FFF2-40B4-BE49-F238E27FC236}">
                <a16:creationId xmlns:a16="http://schemas.microsoft.com/office/drawing/2014/main" id="{1E37FEA7-CA51-4399-92F6-AB705B7FF650}"/>
              </a:ext>
            </a:extLst>
          </p:cNvPr>
          <p:cNvSpPr txBox="1"/>
          <p:nvPr userDrawn="1"/>
        </p:nvSpPr>
        <p:spPr>
          <a:xfrm>
            <a:off x="1252432" y="9855354"/>
            <a:ext cx="5029200" cy="246221"/>
          </a:xfrm>
          <a:prstGeom prst="rect">
            <a:avLst/>
          </a:prstGeom>
          <a:noFill/>
        </p:spPr>
        <p:txBody>
          <a:bodyPr wrap="square" lIns="0" anchor="b" anchorCtr="0">
            <a:spAutoFit/>
          </a:bodyPr>
          <a:lstStyle/>
          <a:p>
            <a:pPr marL="0" marR="0" lvl="0" indent="0" algn="l" defTabSz="548626" rtl="0" eaLnBrk="0" fontAlgn="auto" latinLnBrk="0" hangingPunct="0">
              <a:lnSpc>
                <a:spcPct val="100000"/>
              </a:lnSpc>
              <a:spcBef>
                <a:spcPts val="0"/>
              </a:spcBef>
              <a:spcAft>
                <a:spcPts val="0"/>
              </a:spcAft>
              <a:buClrTx/>
              <a:buSzTx/>
              <a:buFontTx/>
              <a:buNone/>
              <a:tabLst/>
              <a:defRPr/>
            </a:pPr>
            <a:r>
              <a:rPr kumimoji="0" lang="en-US" sz="1000" b="0" i="0" u="none" strike="noStrike" kern="300" cap="none" spc="100" normalizeH="0" baseline="0" noProof="0">
                <a:ln>
                  <a:noFill/>
                </a:ln>
                <a:solidFill>
                  <a:schemeClr val="accent5"/>
                </a:solidFill>
                <a:effectLst/>
                <a:uLnTx/>
                <a:uFillTx/>
                <a:latin typeface="+mn-lt"/>
                <a:ea typeface="Anova Bold" panose="020B0703020203020204" pitchFamily="34" charset="0"/>
                <a:cs typeface="Anova Light" panose="020B0403020203020204" pitchFamily="34" charset="0"/>
              </a:rPr>
              <a:t>Copyright © SAS Institute Inc. All rights reserved.</a:t>
            </a:r>
          </a:p>
        </p:txBody>
      </p:sp>
      <p:sp>
        <p:nvSpPr>
          <p:cNvPr id="3" name="Text Placeholder 2"/>
          <p:cNvSpPr>
            <a:spLocks noGrp="1"/>
          </p:cNvSpPr>
          <p:nvPr>
            <p:ph type="body" idx="1"/>
          </p:nvPr>
        </p:nvSpPr>
        <p:spPr>
          <a:xfrm>
            <a:off x="1252432" y="2667000"/>
            <a:ext cx="14961441" cy="6598446"/>
          </a:xfrm>
          <a:prstGeom prst="rect">
            <a:avLst/>
          </a:prstGeom>
        </p:spPr>
        <p:txBody>
          <a:bodyPr vert="horz" lIns="0" tIns="0" rIns="0" bIns="0" rtlCol="0">
            <a:normAutofit/>
          </a:bodyPr>
          <a:lstStyle/>
          <a:p>
            <a:pPr lvl="0"/>
            <a:r>
              <a:rPr lang="en-US"/>
              <a:t>Click to edit text</a:t>
            </a:r>
          </a:p>
          <a:p>
            <a:pPr lvl="1"/>
            <a:r>
              <a:rPr lang="en-US"/>
              <a:t>Second level text</a:t>
            </a:r>
          </a:p>
          <a:p>
            <a:pPr lvl="2"/>
            <a:r>
              <a:rPr lang="en-US"/>
              <a:t>Third level text</a:t>
            </a:r>
          </a:p>
        </p:txBody>
      </p:sp>
      <p:sp>
        <p:nvSpPr>
          <p:cNvPr id="2" name="Title Placeholder 1"/>
          <p:cNvSpPr>
            <a:spLocks noGrp="1"/>
          </p:cNvSpPr>
          <p:nvPr>
            <p:ph type="title"/>
          </p:nvPr>
        </p:nvSpPr>
        <p:spPr>
          <a:xfrm>
            <a:off x="1252432" y="710304"/>
            <a:ext cx="14961441" cy="1366788"/>
          </a:xfrm>
          <a:prstGeom prst="rect">
            <a:avLst/>
          </a:prstGeom>
        </p:spPr>
        <p:txBody>
          <a:bodyPr vert="horz" lIns="0" tIns="0" rIns="0" bIns="0" rtlCol="0" anchor="ctr">
            <a:normAutofit/>
          </a:bodyPr>
          <a:lstStyle/>
          <a:p>
            <a:r>
              <a:rPr lang="en-US"/>
              <a:t>Click to add slide title</a:t>
            </a:r>
          </a:p>
        </p:txBody>
      </p:sp>
      <p:pic>
        <p:nvPicPr>
          <p:cNvPr id="5" name="Picture 6">
            <a:extLst>
              <a:ext uri="{FF2B5EF4-FFF2-40B4-BE49-F238E27FC236}">
                <a16:creationId xmlns:a16="http://schemas.microsoft.com/office/drawing/2014/main" id="{DCAC5147-3BF8-9198-FA11-9363F87D0F14}"/>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55"/>
              </a:ext>
            </a:extLst>
          </a:blip>
          <a:srcRect/>
          <a:stretch/>
        </p:blipFill>
        <p:spPr>
          <a:xfrm>
            <a:off x="16826158" y="9516543"/>
            <a:ext cx="1112812" cy="461922"/>
          </a:xfrm>
          <a:prstGeom prst="rect">
            <a:avLst/>
          </a:prstGeom>
        </p:spPr>
      </p:pic>
    </p:spTree>
    <p:custDataLst>
      <p:tags r:id="rId54"/>
    </p:custDataLst>
    <p:extLst>
      <p:ext uri="{BB962C8B-B14F-4D97-AF65-F5344CB8AC3E}">
        <p14:creationId xmlns:p14="http://schemas.microsoft.com/office/powerpoint/2010/main" val="519966091"/>
      </p:ext>
    </p:extLst>
  </p:cSld>
  <p:clrMap bg1="lt1" tx1="dk1" bg2="lt2" tx2="dk2" accent1="accent1" accent2="accent2" accent3="accent3" accent4="accent4" accent5="accent5" accent6="accent6" hlink="hlink" folHlink="folHlink"/>
  <p:sldLayoutIdLst>
    <p:sldLayoutId id="2147483836" r:id="rId1"/>
    <p:sldLayoutId id="2147483874" r:id="rId2"/>
    <p:sldLayoutId id="2147483838" r:id="rId3"/>
    <p:sldLayoutId id="2147483908" r:id="rId4"/>
    <p:sldLayoutId id="2147483890" r:id="rId5"/>
    <p:sldLayoutId id="2147483907" r:id="rId6"/>
    <p:sldLayoutId id="2147483828" r:id="rId7"/>
    <p:sldLayoutId id="2147483821" r:id="rId8"/>
    <p:sldLayoutId id="2147483820" r:id="rId9"/>
    <p:sldLayoutId id="2147483883" r:id="rId10"/>
    <p:sldLayoutId id="2147483819" r:id="rId11"/>
    <p:sldLayoutId id="2147483822" r:id="rId12"/>
    <p:sldLayoutId id="2147483859" r:id="rId13"/>
    <p:sldLayoutId id="2147483858" r:id="rId14"/>
    <p:sldLayoutId id="2147483870" r:id="rId15"/>
    <p:sldLayoutId id="2147483871" r:id="rId16"/>
    <p:sldLayoutId id="2147483905" r:id="rId17"/>
    <p:sldLayoutId id="2147483878" r:id="rId18"/>
    <p:sldLayoutId id="2147483864" r:id="rId19"/>
    <p:sldLayoutId id="2147483861" r:id="rId20"/>
    <p:sldLayoutId id="2147483824" r:id="rId21"/>
    <p:sldLayoutId id="2147483880" r:id="rId22"/>
    <p:sldLayoutId id="2147483832" r:id="rId23"/>
    <p:sldLayoutId id="2147483881" r:id="rId24"/>
    <p:sldLayoutId id="2147483876" r:id="rId25"/>
    <p:sldLayoutId id="2147483884" r:id="rId26"/>
    <p:sldLayoutId id="2147483893" r:id="rId27"/>
    <p:sldLayoutId id="2147483894" r:id="rId28"/>
    <p:sldLayoutId id="2147483895" r:id="rId29"/>
    <p:sldLayoutId id="2147483891" r:id="rId30"/>
    <p:sldLayoutId id="2147483892" r:id="rId31"/>
    <p:sldLayoutId id="2147483877" r:id="rId32"/>
    <p:sldLayoutId id="2147483886" r:id="rId33"/>
    <p:sldLayoutId id="2147483872" r:id="rId34"/>
    <p:sldLayoutId id="2147483906" r:id="rId35"/>
    <p:sldLayoutId id="2147483882" r:id="rId36"/>
    <p:sldLayoutId id="2147483852" r:id="rId37"/>
    <p:sldLayoutId id="2147483889" r:id="rId38"/>
    <p:sldLayoutId id="2147483896" r:id="rId39"/>
    <p:sldLayoutId id="2147483873" r:id="rId40"/>
    <p:sldLayoutId id="2147483875" r:id="rId41"/>
    <p:sldLayoutId id="2147483885" r:id="rId42"/>
    <p:sldLayoutId id="2147483857" r:id="rId43"/>
    <p:sldLayoutId id="2147483855" r:id="rId44"/>
    <p:sldLayoutId id="2147483854" r:id="rId45"/>
    <p:sldLayoutId id="2147483897" r:id="rId46"/>
    <p:sldLayoutId id="2147483898" r:id="rId47"/>
    <p:sldLayoutId id="2147483899" r:id="rId48"/>
    <p:sldLayoutId id="2147483900" r:id="rId49"/>
    <p:sldLayoutId id="2147483901" r:id="rId50"/>
    <p:sldLayoutId id="2147483909" r:id="rId51"/>
    <p:sldLayoutId id="2147483910" r:id="rId5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1371600" rtl="0" eaLnBrk="1" latinLnBrk="0" hangingPunct="1">
        <a:lnSpc>
          <a:spcPct val="105000"/>
        </a:lnSpc>
        <a:spcBef>
          <a:spcPct val="0"/>
        </a:spcBef>
        <a:buNone/>
        <a:defRPr sz="6000" b="1" i="0" kern="1200">
          <a:solidFill>
            <a:schemeClr val="accent5"/>
          </a:solidFill>
          <a:latin typeface="+mj-lt"/>
          <a:ea typeface="+mj-ea"/>
          <a:cs typeface="+mj-cs"/>
        </a:defRPr>
      </a:lvl1pPr>
    </p:titleStyle>
    <p:bodyStyle>
      <a:lvl1pPr marL="365760" indent="-365760" algn="l" defTabSz="1371600" rtl="0" eaLnBrk="1" latinLnBrk="0" hangingPunct="1">
        <a:lnSpc>
          <a:spcPct val="114000"/>
        </a:lnSpc>
        <a:spcBef>
          <a:spcPts val="1000"/>
        </a:spcBef>
        <a:spcAft>
          <a:spcPts val="1000"/>
        </a:spcAft>
        <a:buClr>
          <a:schemeClr val="accent5"/>
        </a:buClr>
        <a:buSzPct val="100000"/>
        <a:buFont typeface="Anova Light" panose="020B0403020203020204" pitchFamily="34" charset="0"/>
        <a:buChar char="•"/>
        <a:defRPr sz="2400" b="0" i="0" kern="1200">
          <a:solidFill>
            <a:schemeClr val="tx2"/>
          </a:solidFill>
          <a:latin typeface="+mn-lt"/>
          <a:ea typeface="+mn-ea"/>
          <a:cs typeface="+mn-cs"/>
        </a:defRPr>
      </a:lvl1pPr>
      <a:lvl2pPr marL="731520" indent="-365760" algn="l" defTabSz="1371600" rtl="0" eaLnBrk="1" latinLnBrk="0" hangingPunct="1">
        <a:lnSpc>
          <a:spcPct val="114000"/>
        </a:lnSpc>
        <a:spcBef>
          <a:spcPts val="1000"/>
        </a:spcBef>
        <a:spcAft>
          <a:spcPts val="1000"/>
        </a:spcAft>
        <a:buClr>
          <a:schemeClr val="accent5"/>
        </a:buClr>
        <a:buSzPct val="100000"/>
        <a:buFont typeface="Arial" panose="020B0604020202020204" pitchFamily="34" charset="0"/>
        <a:buChar char="•"/>
        <a:defRPr sz="2400" b="0" i="0" kern="1200">
          <a:solidFill>
            <a:schemeClr val="tx2"/>
          </a:solidFill>
          <a:latin typeface="+mn-lt"/>
          <a:ea typeface="+mn-ea"/>
          <a:cs typeface="+mn-cs"/>
        </a:defRPr>
      </a:lvl2pPr>
      <a:lvl3pPr marL="1097280" indent="-365760" algn="l" defTabSz="1371600" rtl="0" eaLnBrk="1" latinLnBrk="0" hangingPunct="1">
        <a:lnSpc>
          <a:spcPct val="114000"/>
        </a:lnSpc>
        <a:spcBef>
          <a:spcPts val="1000"/>
        </a:spcBef>
        <a:spcAft>
          <a:spcPts val="1000"/>
        </a:spcAft>
        <a:buClr>
          <a:schemeClr val="accent5"/>
        </a:buClr>
        <a:buSzPct val="100000"/>
        <a:buFont typeface="Anova Light" panose="020B0403020203020204" pitchFamily="34" charset="0"/>
        <a:buChar char="•"/>
        <a:defRPr sz="2400" b="0" i="0" kern="1200">
          <a:solidFill>
            <a:schemeClr val="tx2"/>
          </a:solidFill>
          <a:latin typeface="+mn-lt"/>
          <a:ea typeface="+mn-ea"/>
          <a:cs typeface="+mn-cs"/>
        </a:defRPr>
      </a:lvl3pPr>
      <a:lvl4pPr marL="2400300" indent="-342900" algn="l" defTabSz="1371600" rtl="0" eaLnBrk="1" latinLnBrk="0" hangingPunct="1">
        <a:lnSpc>
          <a:spcPct val="114000"/>
        </a:lnSpc>
        <a:spcBef>
          <a:spcPts val="1000"/>
        </a:spcBef>
        <a:spcAft>
          <a:spcPts val="1000"/>
        </a:spcAft>
        <a:buClr>
          <a:schemeClr val="accent5"/>
        </a:buClr>
        <a:buSzPct val="100000"/>
        <a:buFont typeface="Anova Light" panose="020B0403020203020204" pitchFamily="34" charset="0"/>
        <a:buChar char="•"/>
        <a:defRPr sz="2400" b="0" kern="1200">
          <a:solidFill>
            <a:schemeClr val="tx1"/>
          </a:solidFill>
          <a:latin typeface="+mn-lt"/>
          <a:ea typeface="+mn-ea"/>
          <a:cs typeface="+mn-cs"/>
        </a:defRPr>
      </a:lvl4pPr>
      <a:lvl5pPr marL="3086100" indent="-342900" algn="l" defTabSz="1371600" rtl="0" eaLnBrk="1" latinLnBrk="0" hangingPunct="1">
        <a:lnSpc>
          <a:spcPct val="114000"/>
        </a:lnSpc>
        <a:spcBef>
          <a:spcPts val="1000"/>
        </a:spcBef>
        <a:spcAft>
          <a:spcPts val="1000"/>
        </a:spcAft>
        <a:buClr>
          <a:schemeClr val="accent5"/>
        </a:buClr>
        <a:buFont typeface="Anova Light" panose="020B0403020203020204" pitchFamily="34" charset="0"/>
        <a:buChar char="•"/>
        <a:defRPr sz="2400" b="0" kern="1200">
          <a:solidFill>
            <a:schemeClr val="tx1"/>
          </a:solidFill>
          <a:latin typeface="+mn-lt"/>
          <a:ea typeface="+mn-ea"/>
          <a:cs typeface="+mn-cs"/>
        </a:defRPr>
      </a:lvl5pPr>
      <a:lvl6pPr marL="3771900" indent="-342900" algn="l" defTabSz="1371600" rtl="0" eaLnBrk="1" latinLnBrk="0" hangingPunct="1">
        <a:lnSpc>
          <a:spcPct val="90000"/>
        </a:lnSpc>
        <a:spcBef>
          <a:spcPts val="750"/>
        </a:spcBef>
        <a:buFont typeface="Anova Light" panose="020B0403020203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nova Light" panose="020B0403020203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nova Light" panose="020B0403020203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nova Light" panose="020B0403020203020204" pitchFamily="34" charset="0"/>
        <a:buChar char="•"/>
        <a:defRPr sz="2700" kern="1200">
          <a:solidFill>
            <a:schemeClr val="tx1"/>
          </a:solidFill>
          <a:latin typeface="+mn-lt"/>
          <a:ea typeface="+mn-ea"/>
          <a:cs typeface="+mn-cs"/>
        </a:defRPr>
      </a:lvl9pPr>
    </p:bodyStyle>
    <p:other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slideLayout" Target="../slideLayouts/slideLayout8.xml"/><Relationship Id="rId5" Type="http://schemas.openxmlformats.org/officeDocument/2006/relationships/image" Target="../media/image8.svg"/><Relationship Id="rId4" Type="http://schemas.openxmlformats.org/officeDocument/2006/relationships/image" Target="../media/image7.sv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7.xml"/><Relationship Id="rId1" Type="http://schemas.openxmlformats.org/officeDocument/2006/relationships/tags" Target="../tags/tag55.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7.xml"/><Relationship Id="rId1" Type="http://schemas.openxmlformats.org/officeDocument/2006/relationships/tags" Target="../tags/tag57.xml"/><Relationship Id="rId5" Type="http://schemas.openxmlformats.org/officeDocument/2006/relationships/image" Target="../media/image10.png"/><Relationship Id="rId4" Type="http://schemas.openxmlformats.org/officeDocument/2006/relationships/image" Target="../media/image9.emf"/></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7.xml"/><Relationship Id="rId1" Type="http://schemas.openxmlformats.org/officeDocument/2006/relationships/tags" Target="../tags/tag58.xml"/><Relationship Id="rId5" Type="http://schemas.openxmlformats.org/officeDocument/2006/relationships/image" Target="../media/image11.png"/><Relationship Id="rId4" Type="http://schemas.openxmlformats.org/officeDocument/2006/relationships/image" Target="../media/image9.emf"/></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7.xml"/><Relationship Id="rId1" Type="http://schemas.openxmlformats.org/officeDocument/2006/relationships/tags" Target="../tags/tag59.xml"/><Relationship Id="rId5" Type="http://schemas.openxmlformats.org/officeDocument/2006/relationships/image" Target="../media/image12.png"/><Relationship Id="rId4" Type="http://schemas.openxmlformats.org/officeDocument/2006/relationships/image" Target="../media/image9.emf"/></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7.xml"/><Relationship Id="rId1" Type="http://schemas.openxmlformats.org/officeDocument/2006/relationships/tags" Target="../tags/tag60.xml"/><Relationship Id="rId6" Type="http://schemas.openxmlformats.org/officeDocument/2006/relationships/image" Target="../media/image14.jpeg"/><Relationship Id="rId5" Type="http://schemas.openxmlformats.org/officeDocument/2006/relationships/image" Target="../media/image13.png"/><Relationship Id="rId4" Type="http://schemas.openxmlformats.org/officeDocument/2006/relationships/image" Target="../media/image9.emf"/></Relationships>
</file>

<file path=ppt/slides/_rels/slide11.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7.xml"/><Relationship Id="rId1" Type="http://schemas.openxmlformats.org/officeDocument/2006/relationships/tags" Target="../tags/tag6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4.xml.rels><?xml version="1.0" encoding="UTF-8" standalone="yes"?>
<Relationships xmlns="http://schemas.openxmlformats.org/package/2006/relationships"><Relationship Id="rId2" Type="http://schemas.openxmlformats.org/officeDocument/2006/relationships/image" Target="../media/image16.svg"/><Relationship Id="rId1" Type="http://schemas.openxmlformats.org/officeDocument/2006/relationships/slideLayout" Target="../slideLayouts/slideLayout22.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7.xml"/><Relationship Id="rId1" Type="http://schemas.openxmlformats.org/officeDocument/2006/relationships/tags" Target="../tags/tag6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7.xml.rels><?xml version="1.0" encoding="UTF-8" standalone="yes"?>
<Relationships xmlns="http://schemas.openxmlformats.org/package/2006/relationships"><Relationship Id="rId2" Type="http://schemas.openxmlformats.org/officeDocument/2006/relationships/image" Target="../media/image16.svg"/><Relationship Id="rId1" Type="http://schemas.openxmlformats.org/officeDocument/2006/relationships/slideLayout" Target="../slideLayouts/slideLayout22.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7.xml"/><Relationship Id="rId1" Type="http://schemas.openxmlformats.org/officeDocument/2006/relationships/tags" Target="../tags/tag6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0.xml.rels><?xml version="1.0" encoding="UTF-8" standalone="yes"?>
<Relationships xmlns="http://schemas.openxmlformats.org/package/2006/relationships"><Relationship Id="rId2" Type="http://schemas.openxmlformats.org/officeDocument/2006/relationships/image" Target="../media/image16.svg"/><Relationship Id="rId1" Type="http://schemas.openxmlformats.org/officeDocument/2006/relationships/slideLayout" Target="../slideLayouts/slideLayout22.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7.xml"/><Relationship Id="rId1" Type="http://schemas.openxmlformats.org/officeDocument/2006/relationships/tags" Target="../tags/tag6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3.xml.rels><?xml version="1.0" encoding="UTF-8" standalone="yes"?>
<Relationships xmlns="http://schemas.openxmlformats.org/package/2006/relationships"><Relationship Id="rId2" Type="http://schemas.openxmlformats.org/officeDocument/2006/relationships/image" Target="../media/image16.svg"/><Relationship Id="rId1" Type="http://schemas.openxmlformats.org/officeDocument/2006/relationships/slideLayout" Target="../slideLayouts/slideLayout22.xml"/></Relationships>
</file>

<file path=ppt/slides/_rels/slide24.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notesSlide" Target="../notesSlides/notesSlide11.xml"/><Relationship Id="rId1" Type="http://schemas.openxmlformats.org/officeDocument/2006/relationships/slideLayout" Target="../slideLayouts/slideLayout2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 name="Title 112">
            <a:extLst>
              <a:ext uri="{FF2B5EF4-FFF2-40B4-BE49-F238E27FC236}">
                <a16:creationId xmlns:a16="http://schemas.microsoft.com/office/drawing/2014/main" id="{872C6ED3-41C9-FC30-E12E-19632921637C}"/>
              </a:ext>
            </a:extLst>
          </p:cNvPr>
          <p:cNvSpPr>
            <a:spLocks noGrp="1"/>
          </p:cNvSpPr>
          <p:nvPr>
            <p:ph type="title"/>
          </p:nvPr>
        </p:nvSpPr>
        <p:spPr>
          <a:xfrm>
            <a:off x="0" y="-1137546"/>
            <a:ext cx="15773400" cy="775596"/>
          </a:xfrm>
        </p:spPr>
        <p:txBody>
          <a:bodyPr>
            <a:normAutofit fontScale="90000"/>
          </a:bodyPr>
          <a:lstStyle/>
          <a:p>
            <a:r>
              <a:rPr lang="en-US"/>
              <a:t>Welcome slide</a:t>
            </a:r>
          </a:p>
        </p:txBody>
      </p:sp>
      <p:sp>
        <p:nvSpPr>
          <p:cNvPr id="3" name="Text Placeholder 2">
            <a:extLst>
              <a:ext uri="{FF2B5EF4-FFF2-40B4-BE49-F238E27FC236}">
                <a16:creationId xmlns:a16="http://schemas.microsoft.com/office/drawing/2014/main" id="{0F408BED-27A9-3AE7-5427-E6CD166C576E}"/>
              </a:ext>
            </a:extLst>
          </p:cNvPr>
          <p:cNvSpPr>
            <a:spLocks noGrp="1"/>
          </p:cNvSpPr>
          <p:nvPr>
            <p:ph type="body" sz="quarter" idx="4294967295"/>
          </p:nvPr>
        </p:nvSpPr>
        <p:spPr>
          <a:xfrm>
            <a:off x="1465998" y="4605159"/>
            <a:ext cx="9437688" cy="775596"/>
          </a:xfrm>
        </p:spPr>
        <p:txBody>
          <a:bodyPr>
            <a:normAutofit/>
          </a:bodyPr>
          <a:lstStyle/>
          <a:p>
            <a:pPr marL="0" indent="0">
              <a:buNone/>
            </a:pPr>
            <a:r>
              <a:rPr lang="en-US" sz="4000">
                <a:solidFill>
                  <a:schemeClr val="accent1"/>
                </a:solidFill>
                <a:latin typeface="+mj-lt"/>
              </a:rPr>
              <a:t>Welcome</a:t>
            </a:r>
          </a:p>
        </p:txBody>
      </p:sp>
      <p:sp>
        <p:nvSpPr>
          <p:cNvPr id="13" name="TextBox 12">
            <a:extLst>
              <a:ext uri="{FF2B5EF4-FFF2-40B4-BE49-F238E27FC236}">
                <a16:creationId xmlns:a16="http://schemas.microsoft.com/office/drawing/2014/main" id="{5D708118-CD91-3C2A-43F1-4AFA61EA84B9}"/>
              </a:ext>
            </a:extLst>
          </p:cNvPr>
          <p:cNvSpPr txBox="1"/>
          <p:nvPr/>
        </p:nvSpPr>
        <p:spPr>
          <a:xfrm>
            <a:off x="1383901" y="8510276"/>
            <a:ext cx="8927205" cy="400879"/>
          </a:xfrm>
          <a:prstGeom prst="rect">
            <a:avLst/>
          </a:prstGeom>
          <a:noFill/>
        </p:spPr>
        <p:txBody>
          <a:bodyPr wrap="square" lIns="0" tIns="0" rIns="0" bIns="0" rtlCol="0">
            <a:spAutoFit/>
          </a:bodyPr>
          <a:lstStyle/>
          <a:p>
            <a:pPr algn="l">
              <a:lnSpc>
                <a:spcPct val="130000"/>
              </a:lnSpc>
            </a:pPr>
            <a:r>
              <a:rPr lang="en-US" sz="2200">
                <a:solidFill>
                  <a:schemeClr val="accent5"/>
                </a:solidFill>
                <a:latin typeface="+mj-lt"/>
              </a:rPr>
              <a:t>Presented by the Open Source Program Office</a:t>
            </a:r>
          </a:p>
        </p:txBody>
      </p:sp>
      <p:sp>
        <p:nvSpPr>
          <p:cNvPr id="111" name="Title 3">
            <a:extLst>
              <a:ext uri="{FF2B5EF4-FFF2-40B4-BE49-F238E27FC236}">
                <a16:creationId xmlns:a16="http://schemas.microsoft.com/office/drawing/2014/main" id="{44ED063B-38A2-798D-C34D-3561A6C15872}"/>
              </a:ext>
            </a:extLst>
          </p:cNvPr>
          <p:cNvSpPr txBox="1">
            <a:spLocks/>
          </p:cNvSpPr>
          <p:nvPr/>
        </p:nvSpPr>
        <p:spPr>
          <a:xfrm>
            <a:off x="3558140" y="5665799"/>
            <a:ext cx="9733280" cy="2304004"/>
          </a:xfrm>
          <a:prstGeom prst="rect">
            <a:avLst/>
          </a:prstGeom>
        </p:spPr>
        <p:txBody>
          <a:bodyPr vert="horz" lIns="0" tIns="0" rIns="0" bIns="0" rtlCol="0" anchor="b">
            <a:noAutofit/>
          </a:bodyPr>
          <a:lstStyle>
            <a:lvl1pPr algn="l" defTabSz="1371600" rtl="0" eaLnBrk="1" latinLnBrk="0" hangingPunct="1">
              <a:lnSpc>
                <a:spcPct val="100000"/>
              </a:lnSpc>
              <a:spcBef>
                <a:spcPct val="0"/>
              </a:spcBef>
              <a:buNone/>
              <a:defRPr sz="5600" b="1" i="0" kern="1200">
                <a:solidFill>
                  <a:schemeClr val="accent5"/>
                </a:solidFill>
                <a:latin typeface="+mj-lt"/>
                <a:ea typeface="+mj-ea"/>
                <a:cs typeface="+mj-cs"/>
              </a:defRPr>
            </a:lvl1pPr>
          </a:lstStyle>
          <a:p>
            <a:r>
              <a:rPr lang="en-US" sz="7000">
                <a:latin typeface="+mn-lt"/>
              </a:rPr>
              <a:t>Open Source</a:t>
            </a:r>
            <a:br>
              <a:rPr lang="en-US" sz="7000">
                <a:latin typeface="+mn-lt"/>
              </a:rPr>
            </a:br>
            <a:r>
              <a:rPr lang="en-US" sz="7000">
                <a:latin typeface="+mn-lt"/>
              </a:rPr>
              <a:t>Community of Practice</a:t>
            </a:r>
          </a:p>
        </p:txBody>
      </p:sp>
      <p:sp>
        <p:nvSpPr>
          <p:cNvPr id="112" name="Freeform 111">
            <a:extLst>
              <a:ext uri="{FF2B5EF4-FFF2-40B4-BE49-F238E27FC236}">
                <a16:creationId xmlns:a16="http://schemas.microsoft.com/office/drawing/2014/main" id="{28F97062-FADE-235A-842A-3925F98BF4BF}"/>
              </a:ext>
            </a:extLst>
          </p:cNvPr>
          <p:cNvSpPr>
            <a:spLocks noChangeAspect="1" noEditPoints="1"/>
          </p:cNvSpPr>
          <p:nvPr/>
        </p:nvSpPr>
        <p:spPr bwMode="auto">
          <a:xfrm>
            <a:off x="1383901" y="5823604"/>
            <a:ext cx="1394399" cy="1988395"/>
          </a:xfrm>
          <a:custGeom>
            <a:avLst/>
            <a:gdLst>
              <a:gd name="T0" fmla="*/ 2143 w 3366"/>
              <a:gd name="T1" fmla="*/ 1473 h 4805"/>
              <a:gd name="T2" fmla="*/ 3048 w 3366"/>
              <a:gd name="T3" fmla="*/ 647 h 4805"/>
              <a:gd name="T4" fmla="*/ 2125 w 3366"/>
              <a:gd name="T5" fmla="*/ 1566 h 4805"/>
              <a:gd name="T6" fmla="*/ 2057 w 3366"/>
              <a:gd name="T7" fmla="*/ 2671 h 4805"/>
              <a:gd name="T8" fmla="*/ 3001 w 3366"/>
              <a:gd name="T9" fmla="*/ 2604 h 4805"/>
              <a:gd name="T10" fmla="*/ 2223 w 3366"/>
              <a:gd name="T11" fmla="*/ 3100 h 4805"/>
              <a:gd name="T12" fmla="*/ 2581 w 3366"/>
              <a:gd name="T13" fmla="*/ 2837 h 4805"/>
              <a:gd name="T14" fmla="*/ 2033 w 3366"/>
              <a:gd name="T15" fmla="*/ 2846 h 4805"/>
              <a:gd name="T16" fmla="*/ 1346 w 3366"/>
              <a:gd name="T17" fmla="*/ 2507 h 4805"/>
              <a:gd name="T18" fmla="*/ 695 w 3366"/>
              <a:gd name="T19" fmla="*/ 2220 h 4805"/>
              <a:gd name="T20" fmla="*/ 1288 w 3366"/>
              <a:gd name="T21" fmla="*/ 1596 h 4805"/>
              <a:gd name="T22" fmla="*/ 1625 w 3366"/>
              <a:gd name="T23" fmla="*/ 2158 h 4805"/>
              <a:gd name="T24" fmla="*/ 769 w 3366"/>
              <a:gd name="T25" fmla="*/ 1849 h 4805"/>
              <a:gd name="T26" fmla="*/ 1570 w 3366"/>
              <a:gd name="T27" fmla="*/ 2312 h 4805"/>
              <a:gd name="T28" fmla="*/ 1931 w 3366"/>
              <a:gd name="T29" fmla="*/ 867 h 4805"/>
              <a:gd name="T30" fmla="*/ 2360 w 3366"/>
              <a:gd name="T31" fmla="*/ 618 h 4805"/>
              <a:gd name="T32" fmla="*/ 2933 w 3366"/>
              <a:gd name="T33" fmla="*/ 1504 h 4805"/>
              <a:gd name="T34" fmla="*/ 1831 w 3366"/>
              <a:gd name="T35" fmla="*/ 1311 h 4805"/>
              <a:gd name="T36" fmla="*/ 3216 w 3366"/>
              <a:gd name="T37" fmla="*/ 4671 h 4805"/>
              <a:gd name="T38" fmla="*/ 2511 w 3366"/>
              <a:gd name="T39" fmla="*/ 4420 h 4805"/>
              <a:gd name="T40" fmla="*/ 1873 w 3366"/>
              <a:gd name="T41" fmla="*/ 4190 h 4805"/>
              <a:gd name="T42" fmla="*/ 2169 w 3366"/>
              <a:gd name="T43" fmla="*/ 3222 h 4805"/>
              <a:gd name="T44" fmla="*/ 2583 w 3366"/>
              <a:gd name="T45" fmla="*/ 3200 h 4805"/>
              <a:gd name="T46" fmla="*/ 3124 w 3366"/>
              <a:gd name="T47" fmla="*/ 2449 h 4805"/>
              <a:gd name="T48" fmla="*/ 2189 w 3366"/>
              <a:gd name="T49" fmla="*/ 2375 h 4805"/>
              <a:gd name="T50" fmla="*/ 1808 w 3366"/>
              <a:gd name="T51" fmla="*/ 2436 h 4805"/>
              <a:gd name="T52" fmla="*/ 2439 w 3366"/>
              <a:gd name="T53" fmla="*/ 1934 h 4805"/>
              <a:gd name="T54" fmla="*/ 3068 w 3366"/>
              <a:gd name="T55" fmla="*/ 1533 h 4805"/>
              <a:gd name="T56" fmla="*/ 3201 w 3366"/>
              <a:gd name="T57" fmla="*/ 26 h 4805"/>
              <a:gd name="T58" fmla="*/ 1822 w 3366"/>
              <a:gd name="T59" fmla="*/ 790 h 4805"/>
              <a:gd name="T60" fmla="*/ 1792 w 3366"/>
              <a:gd name="T61" fmla="*/ 1858 h 4805"/>
              <a:gd name="T62" fmla="*/ 1324 w 3366"/>
              <a:gd name="T63" fmla="*/ 1468 h 4805"/>
              <a:gd name="T64" fmla="*/ 2 w 3366"/>
              <a:gd name="T65" fmla="*/ 1600 h 4805"/>
              <a:gd name="T66" fmla="*/ 586 w 3366"/>
              <a:gd name="T67" fmla="*/ 2306 h 4805"/>
              <a:gd name="T68" fmla="*/ 1399 w 3366"/>
              <a:gd name="T69" fmla="*/ 2629 h 4805"/>
              <a:gd name="T70" fmla="*/ 1829 w 3366"/>
              <a:gd name="T71" fmla="*/ 2915 h 4805"/>
              <a:gd name="T72" fmla="*/ 1620 w 3366"/>
              <a:gd name="T73" fmla="*/ 4119 h 4805"/>
              <a:gd name="T74" fmla="*/ 534 w 3366"/>
              <a:gd name="T75" fmla="*/ 4672 h 4805"/>
              <a:gd name="T76" fmla="*/ 1213 w 3366"/>
              <a:gd name="T77" fmla="*/ 4805 h 4805"/>
              <a:gd name="T78" fmla="*/ 1260 w 3366"/>
              <a:gd name="T79" fmla="*/ 4612 h 4805"/>
              <a:gd name="T80" fmla="*/ 1972 w 3366"/>
              <a:gd name="T81" fmla="*/ 4440 h 4805"/>
              <a:gd name="T82" fmla="*/ 2393 w 3366"/>
              <a:gd name="T83" fmla="*/ 4496 h 4805"/>
              <a:gd name="T84" fmla="*/ 2660 w 3366"/>
              <a:gd name="T85" fmla="*/ 4737 h 4805"/>
              <a:gd name="T86" fmla="*/ 3283 w 3366"/>
              <a:gd name="T87" fmla="*/ 4737 h 48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3366" h="4805">
                <a:moveTo>
                  <a:pt x="2125" y="1566"/>
                </a:moveTo>
                <a:lnTo>
                  <a:pt x="2125" y="1566"/>
                </a:lnTo>
                <a:cubicBezTo>
                  <a:pt x="2104" y="1535"/>
                  <a:pt x="2112" y="1494"/>
                  <a:pt x="2143" y="1473"/>
                </a:cubicBezTo>
                <a:cubicBezTo>
                  <a:pt x="2146" y="1471"/>
                  <a:pt x="2518" y="1214"/>
                  <a:pt x="2937" y="574"/>
                </a:cubicBezTo>
                <a:cubicBezTo>
                  <a:pt x="2957" y="544"/>
                  <a:pt x="2998" y="535"/>
                  <a:pt x="3029" y="555"/>
                </a:cubicBezTo>
                <a:cubicBezTo>
                  <a:pt x="3060" y="575"/>
                  <a:pt x="3068" y="616"/>
                  <a:pt x="3048" y="647"/>
                </a:cubicBezTo>
                <a:cubicBezTo>
                  <a:pt x="2613" y="1311"/>
                  <a:pt x="2233" y="1573"/>
                  <a:pt x="2217" y="1583"/>
                </a:cubicBezTo>
                <a:cubicBezTo>
                  <a:pt x="2206" y="1591"/>
                  <a:pt x="2193" y="1595"/>
                  <a:pt x="2180" y="1595"/>
                </a:cubicBezTo>
                <a:cubicBezTo>
                  <a:pt x="2159" y="1595"/>
                  <a:pt x="2138" y="1585"/>
                  <a:pt x="2125" y="1566"/>
                </a:cubicBezTo>
                <a:lnTo>
                  <a:pt x="2125" y="1566"/>
                </a:lnTo>
                <a:close/>
                <a:moveTo>
                  <a:pt x="2057" y="2671"/>
                </a:moveTo>
                <a:lnTo>
                  <a:pt x="2057" y="2671"/>
                </a:lnTo>
                <a:cubicBezTo>
                  <a:pt x="2129" y="2507"/>
                  <a:pt x="2322" y="2432"/>
                  <a:pt x="2486" y="2505"/>
                </a:cubicBezTo>
                <a:cubicBezTo>
                  <a:pt x="2494" y="2508"/>
                  <a:pt x="2503" y="2512"/>
                  <a:pt x="2507" y="2514"/>
                </a:cubicBezTo>
                <a:cubicBezTo>
                  <a:pt x="2515" y="2520"/>
                  <a:pt x="2698" y="2633"/>
                  <a:pt x="3001" y="2604"/>
                </a:cubicBezTo>
                <a:cubicBezTo>
                  <a:pt x="2903" y="2744"/>
                  <a:pt x="2724" y="2968"/>
                  <a:pt x="2518" y="3084"/>
                </a:cubicBezTo>
                <a:lnTo>
                  <a:pt x="2501" y="3093"/>
                </a:lnTo>
                <a:cubicBezTo>
                  <a:pt x="2413" y="3137"/>
                  <a:pt x="2312" y="3140"/>
                  <a:pt x="2223" y="3100"/>
                </a:cubicBezTo>
                <a:cubicBezTo>
                  <a:pt x="2172" y="3078"/>
                  <a:pt x="2127" y="3042"/>
                  <a:pt x="2094" y="2998"/>
                </a:cubicBezTo>
                <a:lnTo>
                  <a:pt x="2084" y="2981"/>
                </a:lnTo>
                <a:cubicBezTo>
                  <a:pt x="2189" y="2980"/>
                  <a:pt x="2387" y="2960"/>
                  <a:pt x="2581" y="2837"/>
                </a:cubicBezTo>
                <a:cubicBezTo>
                  <a:pt x="2612" y="2817"/>
                  <a:pt x="2621" y="2776"/>
                  <a:pt x="2601" y="2745"/>
                </a:cubicBezTo>
                <a:cubicBezTo>
                  <a:pt x="2582" y="2714"/>
                  <a:pt x="2540" y="2705"/>
                  <a:pt x="2509" y="2725"/>
                </a:cubicBezTo>
                <a:cubicBezTo>
                  <a:pt x="2299" y="2859"/>
                  <a:pt x="2078" y="2850"/>
                  <a:pt x="2033" y="2846"/>
                </a:cubicBezTo>
                <a:cubicBezTo>
                  <a:pt x="2025" y="2787"/>
                  <a:pt x="2032" y="2726"/>
                  <a:pt x="2057" y="2671"/>
                </a:cubicBezTo>
                <a:lnTo>
                  <a:pt x="2057" y="2671"/>
                </a:lnTo>
                <a:close/>
                <a:moveTo>
                  <a:pt x="1346" y="2507"/>
                </a:moveTo>
                <a:lnTo>
                  <a:pt x="1346" y="2507"/>
                </a:lnTo>
                <a:cubicBezTo>
                  <a:pt x="1100" y="2613"/>
                  <a:pt x="814" y="2499"/>
                  <a:pt x="709" y="2253"/>
                </a:cubicBezTo>
                <a:cubicBezTo>
                  <a:pt x="703" y="2241"/>
                  <a:pt x="698" y="2228"/>
                  <a:pt x="695" y="2220"/>
                </a:cubicBezTo>
                <a:cubicBezTo>
                  <a:pt x="692" y="2205"/>
                  <a:pt x="607" y="1897"/>
                  <a:pt x="233" y="1633"/>
                </a:cubicBezTo>
                <a:cubicBezTo>
                  <a:pt x="459" y="1581"/>
                  <a:pt x="904" y="1502"/>
                  <a:pt x="1259" y="1588"/>
                </a:cubicBezTo>
                <a:lnTo>
                  <a:pt x="1288" y="1596"/>
                </a:lnTo>
                <a:cubicBezTo>
                  <a:pt x="1429" y="1637"/>
                  <a:pt x="1543" y="1737"/>
                  <a:pt x="1600" y="1869"/>
                </a:cubicBezTo>
                <a:cubicBezTo>
                  <a:pt x="1633" y="1946"/>
                  <a:pt x="1646" y="2030"/>
                  <a:pt x="1637" y="2112"/>
                </a:cubicBezTo>
                <a:lnTo>
                  <a:pt x="1625" y="2158"/>
                </a:lnTo>
                <a:cubicBezTo>
                  <a:pt x="1519" y="2056"/>
                  <a:pt x="1215" y="1796"/>
                  <a:pt x="793" y="1718"/>
                </a:cubicBezTo>
                <a:cubicBezTo>
                  <a:pt x="757" y="1711"/>
                  <a:pt x="723" y="1735"/>
                  <a:pt x="716" y="1771"/>
                </a:cubicBezTo>
                <a:cubicBezTo>
                  <a:pt x="709" y="1807"/>
                  <a:pt x="733" y="1842"/>
                  <a:pt x="769" y="1849"/>
                </a:cubicBezTo>
                <a:cubicBezTo>
                  <a:pt x="1243" y="1937"/>
                  <a:pt x="1565" y="2286"/>
                  <a:pt x="1568" y="2290"/>
                </a:cubicBezTo>
                <a:cubicBezTo>
                  <a:pt x="1571" y="2293"/>
                  <a:pt x="1575" y="2294"/>
                  <a:pt x="1578" y="2297"/>
                </a:cubicBezTo>
                <a:cubicBezTo>
                  <a:pt x="1575" y="2302"/>
                  <a:pt x="1572" y="2307"/>
                  <a:pt x="1570" y="2312"/>
                </a:cubicBezTo>
                <a:cubicBezTo>
                  <a:pt x="1517" y="2399"/>
                  <a:pt x="1440" y="2467"/>
                  <a:pt x="1346" y="2507"/>
                </a:cubicBezTo>
                <a:lnTo>
                  <a:pt x="1346" y="2507"/>
                </a:lnTo>
                <a:close/>
                <a:moveTo>
                  <a:pt x="1931" y="867"/>
                </a:moveTo>
                <a:lnTo>
                  <a:pt x="1931" y="867"/>
                </a:lnTo>
                <a:cubicBezTo>
                  <a:pt x="2023" y="737"/>
                  <a:pt x="2159" y="651"/>
                  <a:pt x="2316" y="624"/>
                </a:cubicBezTo>
                <a:cubicBezTo>
                  <a:pt x="2332" y="621"/>
                  <a:pt x="2349" y="619"/>
                  <a:pt x="2360" y="618"/>
                </a:cubicBezTo>
                <a:cubicBezTo>
                  <a:pt x="2378" y="617"/>
                  <a:pt x="2770" y="605"/>
                  <a:pt x="3186" y="227"/>
                </a:cubicBezTo>
                <a:cubicBezTo>
                  <a:pt x="3186" y="495"/>
                  <a:pt x="3159" y="1064"/>
                  <a:pt x="2950" y="1472"/>
                </a:cubicBezTo>
                <a:lnTo>
                  <a:pt x="2933" y="1504"/>
                </a:lnTo>
                <a:cubicBezTo>
                  <a:pt x="2842" y="1665"/>
                  <a:pt x="2691" y="1771"/>
                  <a:pt x="2520" y="1795"/>
                </a:cubicBezTo>
                <a:cubicBezTo>
                  <a:pt x="2235" y="1835"/>
                  <a:pt x="2012" y="1644"/>
                  <a:pt x="1998" y="1632"/>
                </a:cubicBezTo>
                <a:cubicBezTo>
                  <a:pt x="1910" y="1544"/>
                  <a:pt x="1852" y="1434"/>
                  <a:pt x="1831" y="1311"/>
                </a:cubicBezTo>
                <a:cubicBezTo>
                  <a:pt x="1804" y="1154"/>
                  <a:pt x="1840" y="997"/>
                  <a:pt x="1931" y="867"/>
                </a:cubicBezTo>
                <a:lnTo>
                  <a:pt x="1931" y="867"/>
                </a:lnTo>
                <a:close/>
                <a:moveTo>
                  <a:pt x="3216" y="4671"/>
                </a:moveTo>
                <a:lnTo>
                  <a:pt x="3216" y="4671"/>
                </a:lnTo>
                <a:lnTo>
                  <a:pt x="2786" y="4671"/>
                </a:lnTo>
                <a:cubicBezTo>
                  <a:pt x="2757" y="4539"/>
                  <a:pt x="2647" y="4436"/>
                  <a:pt x="2511" y="4420"/>
                </a:cubicBezTo>
                <a:cubicBezTo>
                  <a:pt x="2465" y="4286"/>
                  <a:pt x="2339" y="4194"/>
                  <a:pt x="2193" y="4194"/>
                </a:cubicBezTo>
                <a:cubicBezTo>
                  <a:pt x="2113" y="4194"/>
                  <a:pt x="2037" y="4222"/>
                  <a:pt x="1977" y="4273"/>
                </a:cubicBezTo>
                <a:cubicBezTo>
                  <a:pt x="1946" y="4240"/>
                  <a:pt x="1911" y="4213"/>
                  <a:pt x="1873" y="4190"/>
                </a:cubicBezTo>
                <a:cubicBezTo>
                  <a:pt x="1961" y="4065"/>
                  <a:pt x="2191" y="3681"/>
                  <a:pt x="2096" y="3237"/>
                </a:cubicBezTo>
                <a:cubicBezTo>
                  <a:pt x="2091" y="3213"/>
                  <a:pt x="2085" y="3190"/>
                  <a:pt x="2080" y="3169"/>
                </a:cubicBezTo>
                <a:cubicBezTo>
                  <a:pt x="2107" y="3189"/>
                  <a:pt x="2137" y="3208"/>
                  <a:pt x="2169" y="3222"/>
                </a:cubicBezTo>
                <a:cubicBezTo>
                  <a:pt x="2228" y="3248"/>
                  <a:pt x="2291" y="3261"/>
                  <a:pt x="2354" y="3261"/>
                </a:cubicBezTo>
                <a:cubicBezTo>
                  <a:pt x="2425" y="3261"/>
                  <a:pt x="2496" y="3244"/>
                  <a:pt x="2563" y="3211"/>
                </a:cubicBezTo>
                <a:lnTo>
                  <a:pt x="2583" y="3200"/>
                </a:lnTo>
                <a:cubicBezTo>
                  <a:pt x="2927" y="3007"/>
                  <a:pt x="3186" y="2566"/>
                  <a:pt x="3197" y="2547"/>
                </a:cubicBezTo>
                <a:cubicBezTo>
                  <a:pt x="3210" y="2524"/>
                  <a:pt x="3209" y="2496"/>
                  <a:pt x="3193" y="2474"/>
                </a:cubicBezTo>
                <a:cubicBezTo>
                  <a:pt x="3177" y="2453"/>
                  <a:pt x="3150" y="2443"/>
                  <a:pt x="3124" y="2449"/>
                </a:cubicBezTo>
                <a:cubicBezTo>
                  <a:pt x="2787" y="2529"/>
                  <a:pt x="2586" y="2407"/>
                  <a:pt x="2574" y="2400"/>
                </a:cubicBezTo>
                <a:cubicBezTo>
                  <a:pt x="2563" y="2394"/>
                  <a:pt x="2552" y="2388"/>
                  <a:pt x="2540" y="2383"/>
                </a:cubicBezTo>
                <a:cubicBezTo>
                  <a:pt x="2428" y="2333"/>
                  <a:pt x="2303" y="2331"/>
                  <a:pt x="2189" y="2375"/>
                </a:cubicBezTo>
                <a:cubicBezTo>
                  <a:pt x="2075" y="2419"/>
                  <a:pt x="1985" y="2505"/>
                  <a:pt x="1935" y="2617"/>
                </a:cubicBezTo>
                <a:cubicBezTo>
                  <a:pt x="1914" y="2664"/>
                  <a:pt x="1902" y="2714"/>
                  <a:pt x="1898" y="2764"/>
                </a:cubicBezTo>
                <a:cubicBezTo>
                  <a:pt x="1858" y="2684"/>
                  <a:pt x="1826" y="2592"/>
                  <a:pt x="1808" y="2436"/>
                </a:cubicBezTo>
                <a:cubicBezTo>
                  <a:pt x="1776" y="2159"/>
                  <a:pt x="1831" y="2060"/>
                  <a:pt x="1908" y="1923"/>
                </a:cubicBezTo>
                <a:cubicBezTo>
                  <a:pt x="1930" y="1882"/>
                  <a:pt x="1955" y="1837"/>
                  <a:pt x="1980" y="1785"/>
                </a:cubicBezTo>
                <a:cubicBezTo>
                  <a:pt x="2069" y="1845"/>
                  <a:pt x="2234" y="1934"/>
                  <a:pt x="2439" y="1934"/>
                </a:cubicBezTo>
                <a:cubicBezTo>
                  <a:pt x="2471" y="1934"/>
                  <a:pt x="2505" y="1932"/>
                  <a:pt x="2539" y="1927"/>
                </a:cubicBezTo>
                <a:cubicBezTo>
                  <a:pt x="2751" y="1897"/>
                  <a:pt x="2937" y="1767"/>
                  <a:pt x="3050" y="1567"/>
                </a:cubicBezTo>
                <a:lnTo>
                  <a:pt x="3068" y="1533"/>
                </a:lnTo>
                <a:cubicBezTo>
                  <a:pt x="3366" y="951"/>
                  <a:pt x="3318" y="103"/>
                  <a:pt x="3316" y="67"/>
                </a:cubicBezTo>
                <a:cubicBezTo>
                  <a:pt x="3314" y="40"/>
                  <a:pt x="3297" y="17"/>
                  <a:pt x="3272" y="8"/>
                </a:cubicBezTo>
                <a:cubicBezTo>
                  <a:pt x="3247" y="0"/>
                  <a:pt x="3219" y="6"/>
                  <a:pt x="3201" y="26"/>
                </a:cubicBezTo>
                <a:cubicBezTo>
                  <a:pt x="2786" y="468"/>
                  <a:pt x="2362" y="485"/>
                  <a:pt x="2353" y="485"/>
                </a:cubicBezTo>
                <a:cubicBezTo>
                  <a:pt x="2333" y="487"/>
                  <a:pt x="2313" y="489"/>
                  <a:pt x="2293" y="493"/>
                </a:cubicBezTo>
                <a:cubicBezTo>
                  <a:pt x="2102" y="526"/>
                  <a:pt x="1934" y="631"/>
                  <a:pt x="1822" y="790"/>
                </a:cubicBezTo>
                <a:cubicBezTo>
                  <a:pt x="1710" y="949"/>
                  <a:pt x="1667" y="1142"/>
                  <a:pt x="1700" y="1333"/>
                </a:cubicBezTo>
                <a:cubicBezTo>
                  <a:pt x="1724" y="1469"/>
                  <a:pt x="1784" y="1593"/>
                  <a:pt x="1875" y="1694"/>
                </a:cubicBezTo>
                <a:cubicBezTo>
                  <a:pt x="1847" y="1757"/>
                  <a:pt x="1819" y="1808"/>
                  <a:pt x="1792" y="1858"/>
                </a:cubicBezTo>
                <a:cubicBezTo>
                  <a:pt x="1779" y="1880"/>
                  <a:pt x="1767" y="1902"/>
                  <a:pt x="1756" y="1924"/>
                </a:cubicBezTo>
                <a:cubicBezTo>
                  <a:pt x="1747" y="1887"/>
                  <a:pt x="1737" y="1851"/>
                  <a:pt x="1722" y="1817"/>
                </a:cubicBezTo>
                <a:cubicBezTo>
                  <a:pt x="1649" y="1648"/>
                  <a:pt x="1505" y="1521"/>
                  <a:pt x="1324" y="1468"/>
                </a:cubicBezTo>
                <a:lnTo>
                  <a:pt x="1292" y="1459"/>
                </a:lnTo>
                <a:cubicBezTo>
                  <a:pt x="759" y="1330"/>
                  <a:pt x="77" y="1535"/>
                  <a:pt x="49" y="1544"/>
                </a:cubicBezTo>
                <a:cubicBezTo>
                  <a:pt x="23" y="1552"/>
                  <a:pt x="5" y="1574"/>
                  <a:pt x="2" y="1600"/>
                </a:cubicBezTo>
                <a:cubicBezTo>
                  <a:pt x="0" y="1627"/>
                  <a:pt x="12" y="1652"/>
                  <a:pt x="35" y="1665"/>
                </a:cubicBezTo>
                <a:cubicBezTo>
                  <a:pt x="470" y="1913"/>
                  <a:pt x="566" y="2250"/>
                  <a:pt x="568" y="2258"/>
                </a:cubicBezTo>
                <a:cubicBezTo>
                  <a:pt x="573" y="2274"/>
                  <a:pt x="580" y="2290"/>
                  <a:pt x="586" y="2306"/>
                </a:cubicBezTo>
                <a:cubicBezTo>
                  <a:pt x="652" y="2457"/>
                  <a:pt x="772" y="2575"/>
                  <a:pt x="926" y="2636"/>
                </a:cubicBezTo>
                <a:cubicBezTo>
                  <a:pt x="1000" y="2665"/>
                  <a:pt x="1077" y="2680"/>
                  <a:pt x="1154" y="2680"/>
                </a:cubicBezTo>
                <a:cubicBezTo>
                  <a:pt x="1237" y="2680"/>
                  <a:pt x="1320" y="2663"/>
                  <a:pt x="1399" y="2629"/>
                </a:cubicBezTo>
                <a:cubicBezTo>
                  <a:pt x="1510" y="2581"/>
                  <a:pt x="1603" y="2502"/>
                  <a:pt x="1671" y="2399"/>
                </a:cubicBezTo>
                <a:cubicBezTo>
                  <a:pt x="1672" y="2415"/>
                  <a:pt x="1674" y="2433"/>
                  <a:pt x="1676" y="2451"/>
                </a:cubicBezTo>
                <a:cubicBezTo>
                  <a:pt x="1703" y="2692"/>
                  <a:pt x="1767" y="2806"/>
                  <a:pt x="1829" y="2915"/>
                </a:cubicBezTo>
                <a:cubicBezTo>
                  <a:pt x="1878" y="3004"/>
                  <a:pt x="1930" y="3095"/>
                  <a:pt x="1966" y="3265"/>
                </a:cubicBezTo>
                <a:cubicBezTo>
                  <a:pt x="2057" y="3688"/>
                  <a:pt x="1800" y="4065"/>
                  <a:pt x="1748" y="4137"/>
                </a:cubicBezTo>
                <a:cubicBezTo>
                  <a:pt x="1707" y="4125"/>
                  <a:pt x="1664" y="4119"/>
                  <a:pt x="1620" y="4119"/>
                </a:cubicBezTo>
                <a:cubicBezTo>
                  <a:pt x="1348" y="4119"/>
                  <a:pt x="1127" y="4340"/>
                  <a:pt x="1127" y="4612"/>
                </a:cubicBezTo>
                <a:cubicBezTo>
                  <a:pt x="1127" y="4632"/>
                  <a:pt x="1128" y="4652"/>
                  <a:pt x="1131" y="4672"/>
                </a:cubicBezTo>
                <a:lnTo>
                  <a:pt x="534" y="4672"/>
                </a:lnTo>
                <a:cubicBezTo>
                  <a:pt x="498" y="4672"/>
                  <a:pt x="468" y="4701"/>
                  <a:pt x="468" y="4738"/>
                </a:cubicBezTo>
                <a:cubicBezTo>
                  <a:pt x="468" y="4775"/>
                  <a:pt x="498" y="4805"/>
                  <a:pt x="534" y="4805"/>
                </a:cubicBezTo>
                <a:lnTo>
                  <a:pt x="1213" y="4805"/>
                </a:lnTo>
                <a:cubicBezTo>
                  <a:pt x="1234" y="4805"/>
                  <a:pt x="1254" y="4795"/>
                  <a:pt x="1266" y="4777"/>
                </a:cubicBezTo>
                <a:cubicBezTo>
                  <a:pt x="1279" y="4760"/>
                  <a:pt x="1282" y="4739"/>
                  <a:pt x="1276" y="4718"/>
                </a:cubicBezTo>
                <a:cubicBezTo>
                  <a:pt x="1266" y="4684"/>
                  <a:pt x="1260" y="4648"/>
                  <a:pt x="1260" y="4612"/>
                </a:cubicBezTo>
                <a:cubicBezTo>
                  <a:pt x="1260" y="4413"/>
                  <a:pt x="1422" y="4252"/>
                  <a:pt x="1620" y="4252"/>
                </a:cubicBezTo>
                <a:cubicBezTo>
                  <a:pt x="1740" y="4252"/>
                  <a:pt x="1851" y="4311"/>
                  <a:pt x="1918" y="4411"/>
                </a:cubicBezTo>
                <a:cubicBezTo>
                  <a:pt x="1930" y="4429"/>
                  <a:pt x="1951" y="4440"/>
                  <a:pt x="1972" y="4440"/>
                </a:cubicBezTo>
                <a:cubicBezTo>
                  <a:pt x="1993" y="4438"/>
                  <a:pt x="2015" y="4430"/>
                  <a:pt x="2027" y="4412"/>
                </a:cubicBezTo>
                <a:cubicBezTo>
                  <a:pt x="2066" y="4359"/>
                  <a:pt x="2128" y="4327"/>
                  <a:pt x="2193" y="4327"/>
                </a:cubicBezTo>
                <a:cubicBezTo>
                  <a:pt x="2293" y="4327"/>
                  <a:pt x="2377" y="4398"/>
                  <a:pt x="2393" y="4496"/>
                </a:cubicBezTo>
                <a:cubicBezTo>
                  <a:pt x="2399" y="4530"/>
                  <a:pt x="2430" y="4553"/>
                  <a:pt x="2463" y="4552"/>
                </a:cubicBezTo>
                <a:lnTo>
                  <a:pt x="2473" y="4551"/>
                </a:lnTo>
                <a:cubicBezTo>
                  <a:pt x="2576" y="4551"/>
                  <a:pt x="2660" y="4635"/>
                  <a:pt x="2660" y="4737"/>
                </a:cubicBezTo>
                <a:cubicBezTo>
                  <a:pt x="2660" y="4774"/>
                  <a:pt x="2689" y="4804"/>
                  <a:pt x="2726" y="4804"/>
                </a:cubicBezTo>
                <a:lnTo>
                  <a:pt x="3216" y="4804"/>
                </a:lnTo>
                <a:cubicBezTo>
                  <a:pt x="3253" y="4804"/>
                  <a:pt x="3283" y="4774"/>
                  <a:pt x="3283" y="4737"/>
                </a:cubicBezTo>
                <a:cubicBezTo>
                  <a:pt x="3283" y="4701"/>
                  <a:pt x="3253" y="4671"/>
                  <a:pt x="3216" y="4671"/>
                </a:cubicBezTo>
                <a:close/>
              </a:path>
            </a:pathLst>
          </a:custGeom>
          <a:solidFill>
            <a:schemeClr val="bg2"/>
          </a:solidFill>
          <a:ln w="0">
            <a:noFill/>
            <a:prstDash val="solid"/>
            <a:round/>
            <a:headEnd/>
            <a:tailEnd/>
          </a:ln>
        </p:spPr>
        <p:txBody>
          <a:bodyPr vert="horz" wrap="square" lIns="91440" tIns="45720" rIns="91440" bIns="45720" numCol="1" anchor="t" anchorCtr="0" compatLnSpc="1">
            <a:prstTxWarp prst="textNoShape">
              <a:avLst/>
            </a:prstTxWarp>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a:p>
        </p:txBody>
      </p:sp>
      <p:grpSp>
        <p:nvGrpSpPr>
          <p:cNvPr id="2" name="Group 1">
            <a:extLst>
              <a:ext uri="{FF2B5EF4-FFF2-40B4-BE49-F238E27FC236}">
                <a16:creationId xmlns:a16="http://schemas.microsoft.com/office/drawing/2014/main" id="{C73BC01B-AF2F-7117-9BD5-291813B22E8E}"/>
              </a:ext>
            </a:extLst>
          </p:cNvPr>
          <p:cNvGrpSpPr/>
          <p:nvPr/>
        </p:nvGrpSpPr>
        <p:grpSpPr>
          <a:xfrm>
            <a:off x="6443720" y="-361950"/>
            <a:ext cx="16882399" cy="4342693"/>
            <a:chOff x="1699521" y="3863340"/>
            <a:chExt cx="17045679" cy="4384693"/>
          </a:xfrm>
        </p:grpSpPr>
        <p:sp>
          <p:nvSpPr>
            <p:cNvPr id="4" name="Rounded Rectangle 3">
              <a:extLst>
                <a:ext uri="{FF2B5EF4-FFF2-40B4-BE49-F238E27FC236}">
                  <a16:creationId xmlns:a16="http://schemas.microsoft.com/office/drawing/2014/main" id="{938E8707-8469-092F-E2F9-25FE632C5588}"/>
                </a:ext>
              </a:extLst>
            </p:cNvPr>
            <p:cNvSpPr>
              <a:spLocks noChangeAspect="1"/>
            </p:cNvSpPr>
            <p:nvPr/>
          </p:nvSpPr>
          <p:spPr>
            <a:xfrm>
              <a:off x="1816063" y="3881628"/>
              <a:ext cx="10860002" cy="1280160"/>
            </a:xfrm>
            <a:prstGeom prst="roundRect">
              <a:avLst>
                <a:gd name="adj" fmla="val 50000"/>
              </a:avLst>
            </a:prstGeom>
            <a:solidFill>
              <a:srgbClr val="C6DE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3600" kern="1200">
                  <a:solidFill>
                    <a:schemeClr val="lt1"/>
                  </a:solidFill>
                  <a:latin typeface="+mn-lt"/>
                  <a:ea typeface="+mn-ea"/>
                  <a:cs typeface="+mn-cs"/>
                </a:defRPr>
              </a:lvl1pPr>
              <a:lvl2pPr marL="914400" algn="l" defTabSz="914400" rtl="0" eaLnBrk="1" latinLnBrk="0" hangingPunct="1">
                <a:defRPr sz="3600" kern="1200">
                  <a:solidFill>
                    <a:schemeClr val="lt1"/>
                  </a:solidFill>
                  <a:latin typeface="+mn-lt"/>
                  <a:ea typeface="+mn-ea"/>
                  <a:cs typeface="+mn-cs"/>
                </a:defRPr>
              </a:lvl2pPr>
              <a:lvl3pPr marL="1828800" algn="l" defTabSz="914400" rtl="0" eaLnBrk="1" latinLnBrk="0" hangingPunct="1">
                <a:defRPr sz="3600" kern="1200">
                  <a:solidFill>
                    <a:schemeClr val="lt1"/>
                  </a:solidFill>
                  <a:latin typeface="+mn-lt"/>
                  <a:ea typeface="+mn-ea"/>
                  <a:cs typeface="+mn-cs"/>
                </a:defRPr>
              </a:lvl3pPr>
              <a:lvl4pPr marL="2743200" algn="l" defTabSz="914400" rtl="0" eaLnBrk="1" latinLnBrk="0" hangingPunct="1">
                <a:defRPr sz="3600" kern="1200">
                  <a:solidFill>
                    <a:schemeClr val="lt1"/>
                  </a:solidFill>
                  <a:latin typeface="+mn-lt"/>
                  <a:ea typeface="+mn-ea"/>
                  <a:cs typeface="+mn-cs"/>
                </a:defRPr>
              </a:lvl4pPr>
              <a:lvl5pPr marL="3657600" algn="l" defTabSz="914400" rtl="0" eaLnBrk="1" latinLnBrk="0" hangingPunct="1">
                <a:defRPr sz="3600" kern="1200">
                  <a:solidFill>
                    <a:schemeClr val="lt1"/>
                  </a:solidFill>
                  <a:latin typeface="+mn-lt"/>
                  <a:ea typeface="+mn-ea"/>
                  <a:cs typeface="+mn-cs"/>
                </a:defRPr>
              </a:lvl5pPr>
              <a:lvl6pPr marL="4572000" algn="l" defTabSz="914400" rtl="0" eaLnBrk="1" latinLnBrk="0" hangingPunct="1">
                <a:defRPr sz="3600" kern="1200">
                  <a:solidFill>
                    <a:schemeClr val="lt1"/>
                  </a:solidFill>
                  <a:latin typeface="+mn-lt"/>
                  <a:ea typeface="+mn-ea"/>
                  <a:cs typeface="+mn-cs"/>
                </a:defRPr>
              </a:lvl6pPr>
              <a:lvl7pPr marL="5486400" algn="l" defTabSz="914400" rtl="0" eaLnBrk="1" latinLnBrk="0" hangingPunct="1">
                <a:defRPr sz="3600" kern="1200">
                  <a:solidFill>
                    <a:schemeClr val="lt1"/>
                  </a:solidFill>
                  <a:latin typeface="+mn-lt"/>
                  <a:ea typeface="+mn-ea"/>
                  <a:cs typeface="+mn-cs"/>
                </a:defRPr>
              </a:lvl7pPr>
              <a:lvl8pPr marL="6400800" algn="l" defTabSz="914400" rtl="0" eaLnBrk="1" latinLnBrk="0" hangingPunct="1">
                <a:defRPr sz="3600" kern="1200">
                  <a:solidFill>
                    <a:schemeClr val="lt1"/>
                  </a:solidFill>
                  <a:latin typeface="+mn-lt"/>
                  <a:ea typeface="+mn-ea"/>
                  <a:cs typeface="+mn-cs"/>
                </a:defRPr>
              </a:lvl8pPr>
              <a:lvl9pPr marL="7315200" algn="l" defTabSz="914400" rtl="0" eaLnBrk="1" latinLnBrk="0" hangingPunct="1">
                <a:defRPr sz="3600" kern="1200">
                  <a:solidFill>
                    <a:schemeClr val="lt1"/>
                  </a:solidFill>
                  <a:latin typeface="+mn-lt"/>
                  <a:ea typeface="+mn-ea"/>
                  <a:cs typeface="+mn-cs"/>
                </a:defRPr>
              </a:lvl9pPr>
            </a:lstStyle>
            <a:p>
              <a:pPr algn="ctr"/>
              <a:endParaRPr lang="en-US" sz="1800"/>
            </a:p>
          </p:txBody>
        </p:sp>
        <p:sp>
          <p:nvSpPr>
            <p:cNvPr id="5" name="Rounded Rectangle 4">
              <a:extLst>
                <a:ext uri="{FF2B5EF4-FFF2-40B4-BE49-F238E27FC236}">
                  <a16:creationId xmlns:a16="http://schemas.microsoft.com/office/drawing/2014/main" id="{0FBCF87A-8ED3-8351-FCBB-BAA568BCCC31}"/>
                </a:ext>
              </a:extLst>
            </p:cNvPr>
            <p:cNvSpPr>
              <a:spLocks noChangeAspect="1"/>
            </p:cNvSpPr>
            <p:nvPr/>
          </p:nvSpPr>
          <p:spPr>
            <a:xfrm>
              <a:off x="11217125" y="5418718"/>
              <a:ext cx="2740595" cy="1280160"/>
            </a:xfrm>
            <a:prstGeom prst="roundRect">
              <a:avLst>
                <a:gd name="adj"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3600" kern="1200">
                  <a:solidFill>
                    <a:schemeClr val="lt1"/>
                  </a:solidFill>
                  <a:latin typeface="+mn-lt"/>
                  <a:ea typeface="+mn-ea"/>
                  <a:cs typeface="+mn-cs"/>
                </a:defRPr>
              </a:lvl1pPr>
              <a:lvl2pPr marL="914400" algn="l" defTabSz="914400" rtl="0" eaLnBrk="1" latinLnBrk="0" hangingPunct="1">
                <a:defRPr sz="3600" kern="1200">
                  <a:solidFill>
                    <a:schemeClr val="lt1"/>
                  </a:solidFill>
                  <a:latin typeface="+mn-lt"/>
                  <a:ea typeface="+mn-ea"/>
                  <a:cs typeface="+mn-cs"/>
                </a:defRPr>
              </a:lvl2pPr>
              <a:lvl3pPr marL="1828800" algn="l" defTabSz="914400" rtl="0" eaLnBrk="1" latinLnBrk="0" hangingPunct="1">
                <a:defRPr sz="3600" kern="1200">
                  <a:solidFill>
                    <a:schemeClr val="lt1"/>
                  </a:solidFill>
                  <a:latin typeface="+mn-lt"/>
                  <a:ea typeface="+mn-ea"/>
                  <a:cs typeface="+mn-cs"/>
                </a:defRPr>
              </a:lvl3pPr>
              <a:lvl4pPr marL="2743200" algn="l" defTabSz="914400" rtl="0" eaLnBrk="1" latinLnBrk="0" hangingPunct="1">
                <a:defRPr sz="3600" kern="1200">
                  <a:solidFill>
                    <a:schemeClr val="lt1"/>
                  </a:solidFill>
                  <a:latin typeface="+mn-lt"/>
                  <a:ea typeface="+mn-ea"/>
                  <a:cs typeface="+mn-cs"/>
                </a:defRPr>
              </a:lvl4pPr>
              <a:lvl5pPr marL="3657600" algn="l" defTabSz="914400" rtl="0" eaLnBrk="1" latinLnBrk="0" hangingPunct="1">
                <a:defRPr sz="3600" kern="1200">
                  <a:solidFill>
                    <a:schemeClr val="lt1"/>
                  </a:solidFill>
                  <a:latin typeface="+mn-lt"/>
                  <a:ea typeface="+mn-ea"/>
                  <a:cs typeface="+mn-cs"/>
                </a:defRPr>
              </a:lvl5pPr>
              <a:lvl6pPr marL="4572000" algn="l" defTabSz="914400" rtl="0" eaLnBrk="1" latinLnBrk="0" hangingPunct="1">
                <a:defRPr sz="3600" kern="1200">
                  <a:solidFill>
                    <a:schemeClr val="lt1"/>
                  </a:solidFill>
                  <a:latin typeface="+mn-lt"/>
                  <a:ea typeface="+mn-ea"/>
                  <a:cs typeface="+mn-cs"/>
                </a:defRPr>
              </a:lvl6pPr>
              <a:lvl7pPr marL="5486400" algn="l" defTabSz="914400" rtl="0" eaLnBrk="1" latinLnBrk="0" hangingPunct="1">
                <a:defRPr sz="3600" kern="1200">
                  <a:solidFill>
                    <a:schemeClr val="lt1"/>
                  </a:solidFill>
                  <a:latin typeface="+mn-lt"/>
                  <a:ea typeface="+mn-ea"/>
                  <a:cs typeface="+mn-cs"/>
                </a:defRPr>
              </a:lvl7pPr>
              <a:lvl8pPr marL="6400800" algn="l" defTabSz="914400" rtl="0" eaLnBrk="1" latinLnBrk="0" hangingPunct="1">
                <a:defRPr sz="3600" kern="1200">
                  <a:solidFill>
                    <a:schemeClr val="lt1"/>
                  </a:solidFill>
                  <a:latin typeface="+mn-lt"/>
                  <a:ea typeface="+mn-ea"/>
                  <a:cs typeface="+mn-cs"/>
                </a:defRPr>
              </a:lvl8pPr>
              <a:lvl9pPr marL="7315200" algn="l" defTabSz="914400" rtl="0" eaLnBrk="1" latinLnBrk="0" hangingPunct="1">
                <a:defRPr sz="3600" kern="1200">
                  <a:solidFill>
                    <a:schemeClr val="lt1"/>
                  </a:solidFill>
                  <a:latin typeface="+mn-lt"/>
                  <a:ea typeface="+mn-ea"/>
                  <a:cs typeface="+mn-cs"/>
                </a:defRPr>
              </a:lvl9pPr>
            </a:lstStyle>
            <a:p>
              <a:pPr algn="ctr"/>
              <a:endParaRPr lang="en-US" sz="1800"/>
            </a:p>
          </p:txBody>
        </p:sp>
        <p:sp>
          <p:nvSpPr>
            <p:cNvPr id="6" name="Oval 5">
              <a:extLst>
                <a:ext uri="{FF2B5EF4-FFF2-40B4-BE49-F238E27FC236}">
                  <a16:creationId xmlns:a16="http://schemas.microsoft.com/office/drawing/2014/main" id="{0E7F6D14-1F51-E0C1-5B83-8B8C7034301B}"/>
                </a:ext>
              </a:extLst>
            </p:cNvPr>
            <p:cNvSpPr>
              <a:spLocks noChangeAspect="1"/>
            </p:cNvSpPr>
            <p:nvPr/>
          </p:nvSpPr>
          <p:spPr>
            <a:xfrm>
              <a:off x="11423316" y="5418718"/>
              <a:ext cx="1280160" cy="1280160"/>
            </a:xfrm>
            <a:prstGeom prst="ellipse">
              <a:avLst/>
            </a:prstGeom>
            <a:solidFill>
              <a:srgbClr val="4398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3600" kern="1200">
                  <a:solidFill>
                    <a:schemeClr val="lt1"/>
                  </a:solidFill>
                  <a:latin typeface="+mn-lt"/>
                  <a:ea typeface="+mn-ea"/>
                  <a:cs typeface="+mn-cs"/>
                </a:defRPr>
              </a:lvl1pPr>
              <a:lvl2pPr marL="914400" algn="l" defTabSz="914400" rtl="0" eaLnBrk="1" latinLnBrk="0" hangingPunct="1">
                <a:defRPr sz="3600" kern="1200">
                  <a:solidFill>
                    <a:schemeClr val="lt1"/>
                  </a:solidFill>
                  <a:latin typeface="+mn-lt"/>
                  <a:ea typeface="+mn-ea"/>
                  <a:cs typeface="+mn-cs"/>
                </a:defRPr>
              </a:lvl2pPr>
              <a:lvl3pPr marL="1828800" algn="l" defTabSz="914400" rtl="0" eaLnBrk="1" latinLnBrk="0" hangingPunct="1">
                <a:defRPr sz="3600" kern="1200">
                  <a:solidFill>
                    <a:schemeClr val="lt1"/>
                  </a:solidFill>
                  <a:latin typeface="+mn-lt"/>
                  <a:ea typeface="+mn-ea"/>
                  <a:cs typeface="+mn-cs"/>
                </a:defRPr>
              </a:lvl3pPr>
              <a:lvl4pPr marL="2743200" algn="l" defTabSz="914400" rtl="0" eaLnBrk="1" latinLnBrk="0" hangingPunct="1">
                <a:defRPr sz="3600" kern="1200">
                  <a:solidFill>
                    <a:schemeClr val="lt1"/>
                  </a:solidFill>
                  <a:latin typeface="+mn-lt"/>
                  <a:ea typeface="+mn-ea"/>
                  <a:cs typeface="+mn-cs"/>
                </a:defRPr>
              </a:lvl4pPr>
              <a:lvl5pPr marL="3657600" algn="l" defTabSz="914400" rtl="0" eaLnBrk="1" latinLnBrk="0" hangingPunct="1">
                <a:defRPr sz="3600" kern="1200">
                  <a:solidFill>
                    <a:schemeClr val="lt1"/>
                  </a:solidFill>
                  <a:latin typeface="+mn-lt"/>
                  <a:ea typeface="+mn-ea"/>
                  <a:cs typeface="+mn-cs"/>
                </a:defRPr>
              </a:lvl5pPr>
              <a:lvl6pPr marL="4572000" algn="l" defTabSz="914400" rtl="0" eaLnBrk="1" latinLnBrk="0" hangingPunct="1">
                <a:defRPr sz="3600" kern="1200">
                  <a:solidFill>
                    <a:schemeClr val="lt1"/>
                  </a:solidFill>
                  <a:latin typeface="+mn-lt"/>
                  <a:ea typeface="+mn-ea"/>
                  <a:cs typeface="+mn-cs"/>
                </a:defRPr>
              </a:lvl6pPr>
              <a:lvl7pPr marL="5486400" algn="l" defTabSz="914400" rtl="0" eaLnBrk="1" latinLnBrk="0" hangingPunct="1">
                <a:defRPr sz="3600" kern="1200">
                  <a:solidFill>
                    <a:schemeClr val="lt1"/>
                  </a:solidFill>
                  <a:latin typeface="+mn-lt"/>
                  <a:ea typeface="+mn-ea"/>
                  <a:cs typeface="+mn-cs"/>
                </a:defRPr>
              </a:lvl7pPr>
              <a:lvl8pPr marL="6400800" algn="l" defTabSz="914400" rtl="0" eaLnBrk="1" latinLnBrk="0" hangingPunct="1">
                <a:defRPr sz="3600" kern="1200">
                  <a:solidFill>
                    <a:schemeClr val="lt1"/>
                  </a:solidFill>
                  <a:latin typeface="+mn-lt"/>
                  <a:ea typeface="+mn-ea"/>
                  <a:cs typeface="+mn-cs"/>
                </a:defRPr>
              </a:lvl8pPr>
              <a:lvl9pPr marL="7315200" algn="l" defTabSz="914400" rtl="0" eaLnBrk="1" latinLnBrk="0" hangingPunct="1">
                <a:defRPr sz="3600" kern="1200">
                  <a:solidFill>
                    <a:schemeClr val="lt1"/>
                  </a:solidFill>
                  <a:latin typeface="+mn-lt"/>
                  <a:ea typeface="+mn-ea"/>
                  <a:cs typeface="+mn-cs"/>
                </a:defRPr>
              </a:lvl9pPr>
            </a:lstStyle>
            <a:p>
              <a:pPr algn="ctr"/>
              <a:endParaRPr lang="en-US" sz="1800"/>
            </a:p>
          </p:txBody>
        </p:sp>
        <p:sp>
          <p:nvSpPr>
            <p:cNvPr id="7" name="Oval 6">
              <a:extLst>
                <a:ext uri="{FF2B5EF4-FFF2-40B4-BE49-F238E27FC236}">
                  <a16:creationId xmlns:a16="http://schemas.microsoft.com/office/drawing/2014/main" id="{AA72619E-BF9F-7958-37B0-2D13926FCEC2}"/>
                </a:ext>
              </a:extLst>
            </p:cNvPr>
            <p:cNvSpPr>
              <a:spLocks noChangeAspect="1"/>
            </p:cNvSpPr>
            <p:nvPr/>
          </p:nvSpPr>
          <p:spPr>
            <a:xfrm>
              <a:off x="12933934" y="3881628"/>
              <a:ext cx="1280160" cy="1280160"/>
            </a:xfrm>
            <a:prstGeom prst="ellipse">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3600" kern="1200">
                  <a:solidFill>
                    <a:schemeClr val="lt1"/>
                  </a:solidFill>
                  <a:latin typeface="+mn-lt"/>
                  <a:ea typeface="+mn-ea"/>
                  <a:cs typeface="+mn-cs"/>
                </a:defRPr>
              </a:lvl1pPr>
              <a:lvl2pPr marL="914400" algn="l" defTabSz="914400" rtl="0" eaLnBrk="1" latinLnBrk="0" hangingPunct="1">
                <a:defRPr sz="3600" kern="1200">
                  <a:solidFill>
                    <a:schemeClr val="lt1"/>
                  </a:solidFill>
                  <a:latin typeface="+mn-lt"/>
                  <a:ea typeface="+mn-ea"/>
                  <a:cs typeface="+mn-cs"/>
                </a:defRPr>
              </a:lvl2pPr>
              <a:lvl3pPr marL="1828800" algn="l" defTabSz="914400" rtl="0" eaLnBrk="1" latinLnBrk="0" hangingPunct="1">
                <a:defRPr sz="3600" kern="1200">
                  <a:solidFill>
                    <a:schemeClr val="lt1"/>
                  </a:solidFill>
                  <a:latin typeface="+mn-lt"/>
                  <a:ea typeface="+mn-ea"/>
                  <a:cs typeface="+mn-cs"/>
                </a:defRPr>
              </a:lvl3pPr>
              <a:lvl4pPr marL="2743200" algn="l" defTabSz="914400" rtl="0" eaLnBrk="1" latinLnBrk="0" hangingPunct="1">
                <a:defRPr sz="3600" kern="1200">
                  <a:solidFill>
                    <a:schemeClr val="lt1"/>
                  </a:solidFill>
                  <a:latin typeface="+mn-lt"/>
                  <a:ea typeface="+mn-ea"/>
                  <a:cs typeface="+mn-cs"/>
                </a:defRPr>
              </a:lvl4pPr>
              <a:lvl5pPr marL="3657600" algn="l" defTabSz="914400" rtl="0" eaLnBrk="1" latinLnBrk="0" hangingPunct="1">
                <a:defRPr sz="3600" kern="1200">
                  <a:solidFill>
                    <a:schemeClr val="lt1"/>
                  </a:solidFill>
                  <a:latin typeface="+mn-lt"/>
                  <a:ea typeface="+mn-ea"/>
                  <a:cs typeface="+mn-cs"/>
                </a:defRPr>
              </a:lvl5pPr>
              <a:lvl6pPr marL="4572000" algn="l" defTabSz="914400" rtl="0" eaLnBrk="1" latinLnBrk="0" hangingPunct="1">
                <a:defRPr sz="3600" kern="1200">
                  <a:solidFill>
                    <a:schemeClr val="lt1"/>
                  </a:solidFill>
                  <a:latin typeface="+mn-lt"/>
                  <a:ea typeface="+mn-ea"/>
                  <a:cs typeface="+mn-cs"/>
                </a:defRPr>
              </a:lvl6pPr>
              <a:lvl7pPr marL="5486400" algn="l" defTabSz="914400" rtl="0" eaLnBrk="1" latinLnBrk="0" hangingPunct="1">
                <a:defRPr sz="3600" kern="1200">
                  <a:solidFill>
                    <a:schemeClr val="lt1"/>
                  </a:solidFill>
                  <a:latin typeface="+mn-lt"/>
                  <a:ea typeface="+mn-ea"/>
                  <a:cs typeface="+mn-cs"/>
                </a:defRPr>
              </a:lvl7pPr>
              <a:lvl8pPr marL="6400800" algn="l" defTabSz="914400" rtl="0" eaLnBrk="1" latinLnBrk="0" hangingPunct="1">
                <a:defRPr sz="3600" kern="1200">
                  <a:solidFill>
                    <a:schemeClr val="lt1"/>
                  </a:solidFill>
                  <a:latin typeface="+mn-lt"/>
                  <a:ea typeface="+mn-ea"/>
                  <a:cs typeface="+mn-cs"/>
                </a:defRPr>
              </a:lvl8pPr>
              <a:lvl9pPr marL="7315200" algn="l" defTabSz="914400" rtl="0" eaLnBrk="1" latinLnBrk="0" hangingPunct="1">
                <a:defRPr sz="3600" kern="1200">
                  <a:solidFill>
                    <a:schemeClr val="lt1"/>
                  </a:solidFill>
                  <a:latin typeface="+mn-lt"/>
                  <a:ea typeface="+mn-ea"/>
                  <a:cs typeface="+mn-cs"/>
                </a:defRPr>
              </a:lvl9pPr>
            </a:lstStyle>
            <a:p>
              <a:pPr algn="ctr"/>
              <a:endParaRPr lang="en-US" sz="1800"/>
            </a:p>
          </p:txBody>
        </p:sp>
        <p:sp>
          <p:nvSpPr>
            <p:cNvPr id="8" name="Oval 7">
              <a:extLst>
                <a:ext uri="{FF2B5EF4-FFF2-40B4-BE49-F238E27FC236}">
                  <a16:creationId xmlns:a16="http://schemas.microsoft.com/office/drawing/2014/main" id="{DFD7E56C-27F1-678F-D21A-D254C3370455}"/>
                </a:ext>
              </a:extLst>
            </p:cNvPr>
            <p:cNvSpPr>
              <a:spLocks noChangeAspect="1"/>
            </p:cNvSpPr>
            <p:nvPr/>
          </p:nvSpPr>
          <p:spPr>
            <a:xfrm>
              <a:off x="9862099" y="5418718"/>
              <a:ext cx="1280160" cy="1280160"/>
            </a:xfrm>
            <a:prstGeom prst="ellipse">
              <a:avLst/>
            </a:prstGeom>
            <a:solidFill>
              <a:srgbClr val="C6DE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3600" kern="1200">
                  <a:solidFill>
                    <a:schemeClr val="lt1"/>
                  </a:solidFill>
                  <a:latin typeface="+mn-lt"/>
                  <a:ea typeface="+mn-ea"/>
                  <a:cs typeface="+mn-cs"/>
                </a:defRPr>
              </a:lvl1pPr>
              <a:lvl2pPr marL="914400" algn="l" defTabSz="914400" rtl="0" eaLnBrk="1" latinLnBrk="0" hangingPunct="1">
                <a:defRPr sz="3600" kern="1200">
                  <a:solidFill>
                    <a:schemeClr val="lt1"/>
                  </a:solidFill>
                  <a:latin typeface="+mn-lt"/>
                  <a:ea typeface="+mn-ea"/>
                  <a:cs typeface="+mn-cs"/>
                </a:defRPr>
              </a:lvl2pPr>
              <a:lvl3pPr marL="1828800" algn="l" defTabSz="914400" rtl="0" eaLnBrk="1" latinLnBrk="0" hangingPunct="1">
                <a:defRPr sz="3600" kern="1200">
                  <a:solidFill>
                    <a:schemeClr val="lt1"/>
                  </a:solidFill>
                  <a:latin typeface="+mn-lt"/>
                  <a:ea typeface="+mn-ea"/>
                  <a:cs typeface="+mn-cs"/>
                </a:defRPr>
              </a:lvl3pPr>
              <a:lvl4pPr marL="2743200" algn="l" defTabSz="914400" rtl="0" eaLnBrk="1" latinLnBrk="0" hangingPunct="1">
                <a:defRPr sz="3600" kern="1200">
                  <a:solidFill>
                    <a:schemeClr val="lt1"/>
                  </a:solidFill>
                  <a:latin typeface="+mn-lt"/>
                  <a:ea typeface="+mn-ea"/>
                  <a:cs typeface="+mn-cs"/>
                </a:defRPr>
              </a:lvl4pPr>
              <a:lvl5pPr marL="3657600" algn="l" defTabSz="914400" rtl="0" eaLnBrk="1" latinLnBrk="0" hangingPunct="1">
                <a:defRPr sz="3600" kern="1200">
                  <a:solidFill>
                    <a:schemeClr val="lt1"/>
                  </a:solidFill>
                  <a:latin typeface="+mn-lt"/>
                  <a:ea typeface="+mn-ea"/>
                  <a:cs typeface="+mn-cs"/>
                </a:defRPr>
              </a:lvl5pPr>
              <a:lvl6pPr marL="4572000" algn="l" defTabSz="914400" rtl="0" eaLnBrk="1" latinLnBrk="0" hangingPunct="1">
                <a:defRPr sz="3600" kern="1200">
                  <a:solidFill>
                    <a:schemeClr val="lt1"/>
                  </a:solidFill>
                  <a:latin typeface="+mn-lt"/>
                  <a:ea typeface="+mn-ea"/>
                  <a:cs typeface="+mn-cs"/>
                </a:defRPr>
              </a:lvl6pPr>
              <a:lvl7pPr marL="5486400" algn="l" defTabSz="914400" rtl="0" eaLnBrk="1" latinLnBrk="0" hangingPunct="1">
                <a:defRPr sz="3600" kern="1200">
                  <a:solidFill>
                    <a:schemeClr val="lt1"/>
                  </a:solidFill>
                  <a:latin typeface="+mn-lt"/>
                  <a:ea typeface="+mn-ea"/>
                  <a:cs typeface="+mn-cs"/>
                </a:defRPr>
              </a:lvl7pPr>
              <a:lvl8pPr marL="6400800" algn="l" defTabSz="914400" rtl="0" eaLnBrk="1" latinLnBrk="0" hangingPunct="1">
                <a:defRPr sz="3600" kern="1200">
                  <a:solidFill>
                    <a:schemeClr val="lt1"/>
                  </a:solidFill>
                  <a:latin typeface="+mn-lt"/>
                  <a:ea typeface="+mn-ea"/>
                  <a:cs typeface="+mn-cs"/>
                </a:defRPr>
              </a:lvl8pPr>
              <a:lvl9pPr marL="7315200" algn="l" defTabSz="914400" rtl="0" eaLnBrk="1" latinLnBrk="0" hangingPunct="1">
                <a:defRPr sz="3600" kern="1200">
                  <a:solidFill>
                    <a:schemeClr val="lt1"/>
                  </a:solidFill>
                  <a:latin typeface="+mn-lt"/>
                  <a:ea typeface="+mn-ea"/>
                  <a:cs typeface="+mn-cs"/>
                </a:defRPr>
              </a:lvl9pPr>
            </a:lstStyle>
            <a:p>
              <a:pPr algn="ctr"/>
              <a:endParaRPr lang="en-US" sz="1800"/>
            </a:p>
          </p:txBody>
        </p:sp>
        <p:sp>
          <p:nvSpPr>
            <p:cNvPr id="9" name="Rounded Rectangle 8">
              <a:extLst>
                <a:ext uri="{FF2B5EF4-FFF2-40B4-BE49-F238E27FC236}">
                  <a16:creationId xmlns:a16="http://schemas.microsoft.com/office/drawing/2014/main" id="{3CB3A85F-A79F-AAA7-DA66-FDDA47D50A7E}"/>
                </a:ext>
              </a:extLst>
            </p:cNvPr>
            <p:cNvSpPr>
              <a:spLocks noChangeAspect="1"/>
            </p:cNvSpPr>
            <p:nvPr/>
          </p:nvSpPr>
          <p:spPr>
            <a:xfrm>
              <a:off x="16004605" y="3877818"/>
              <a:ext cx="2740595" cy="1280160"/>
            </a:xfrm>
            <a:prstGeom prst="roundRect">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3600" kern="1200">
                  <a:solidFill>
                    <a:schemeClr val="lt1"/>
                  </a:solidFill>
                  <a:latin typeface="+mn-lt"/>
                  <a:ea typeface="+mn-ea"/>
                  <a:cs typeface="+mn-cs"/>
                </a:defRPr>
              </a:lvl1pPr>
              <a:lvl2pPr marL="914400" algn="l" defTabSz="914400" rtl="0" eaLnBrk="1" latinLnBrk="0" hangingPunct="1">
                <a:defRPr sz="3600" kern="1200">
                  <a:solidFill>
                    <a:schemeClr val="lt1"/>
                  </a:solidFill>
                  <a:latin typeface="+mn-lt"/>
                  <a:ea typeface="+mn-ea"/>
                  <a:cs typeface="+mn-cs"/>
                </a:defRPr>
              </a:lvl2pPr>
              <a:lvl3pPr marL="1828800" algn="l" defTabSz="914400" rtl="0" eaLnBrk="1" latinLnBrk="0" hangingPunct="1">
                <a:defRPr sz="3600" kern="1200">
                  <a:solidFill>
                    <a:schemeClr val="lt1"/>
                  </a:solidFill>
                  <a:latin typeface="+mn-lt"/>
                  <a:ea typeface="+mn-ea"/>
                  <a:cs typeface="+mn-cs"/>
                </a:defRPr>
              </a:lvl3pPr>
              <a:lvl4pPr marL="2743200" algn="l" defTabSz="914400" rtl="0" eaLnBrk="1" latinLnBrk="0" hangingPunct="1">
                <a:defRPr sz="3600" kern="1200">
                  <a:solidFill>
                    <a:schemeClr val="lt1"/>
                  </a:solidFill>
                  <a:latin typeface="+mn-lt"/>
                  <a:ea typeface="+mn-ea"/>
                  <a:cs typeface="+mn-cs"/>
                </a:defRPr>
              </a:lvl4pPr>
              <a:lvl5pPr marL="3657600" algn="l" defTabSz="914400" rtl="0" eaLnBrk="1" latinLnBrk="0" hangingPunct="1">
                <a:defRPr sz="3600" kern="1200">
                  <a:solidFill>
                    <a:schemeClr val="lt1"/>
                  </a:solidFill>
                  <a:latin typeface="+mn-lt"/>
                  <a:ea typeface="+mn-ea"/>
                  <a:cs typeface="+mn-cs"/>
                </a:defRPr>
              </a:lvl5pPr>
              <a:lvl6pPr marL="4572000" algn="l" defTabSz="914400" rtl="0" eaLnBrk="1" latinLnBrk="0" hangingPunct="1">
                <a:defRPr sz="3600" kern="1200">
                  <a:solidFill>
                    <a:schemeClr val="lt1"/>
                  </a:solidFill>
                  <a:latin typeface="+mn-lt"/>
                  <a:ea typeface="+mn-ea"/>
                  <a:cs typeface="+mn-cs"/>
                </a:defRPr>
              </a:lvl6pPr>
              <a:lvl7pPr marL="5486400" algn="l" defTabSz="914400" rtl="0" eaLnBrk="1" latinLnBrk="0" hangingPunct="1">
                <a:defRPr sz="3600" kern="1200">
                  <a:solidFill>
                    <a:schemeClr val="lt1"/>
                  </a:solidFill>
                  <a:latin typeface="+mn-lt"/>
                  <a:ea typeface="+mn-ea"/>
                  <a:cs typeface="+mn-cs"/>
                </a:defRPr>
              </a:lvl7pPr>
              <a:lvl8pPr marL="6400800" algn="l" defTabSz="914400" rtl="0" eaLnBrk="1" latinLnBrk="0" hangingPunct="1">
                <a:defRPr sz="3600" kern="1200">
                  <a:solidFill>
                    <a:schemeClr val="lt1"/>
                  </a:solidFill>
                  <a:latin typeface="+mn-lt"/>
                  <a:ea typeface="+mn-ea"/>
                  <a:cs typeface="+mn-cs"/>
                </a:defRPr>
              </a:lvl8pPr>
              <a:lvl9pPr marL="7315200" algn="l" defTabSz="914400" rtl="0" eaLnBrk="1" latinLnBrk="0" hangingPunct="1">
                <a:defRPr sz="3600" kern="1200">
                  <a:solidFill>
                    <a:schemeClr val="lt1"/>
                  </a:solidFill>
                  <a:latin typeface="+mn-lt"/>
                  <a:ea typeface="+mn-ea"/>
                  <a:cs typeface="+mn-cs"/>
                </a:defRPr>
              </a:lvl9pPr>
            </a:lstStyle>
            <a:p>
              <a:pPr algn="ctr"/>
              <a:endParaRPr lang="en-US" sz="1800"/>
            </a:p>
          </p:txBody>
        </p:sp>
        <p:sp>
          <p:nvSpPr>
            <p:cNvPr id="10" name="Oval 9">
              <a:extLst>
                <a:ext uri="{FF2B5EF4-FFF2-40B4-BE49-F238E27FC236}">
                  <a16:creationId xmlns:a16="http://schemas.microsoft.com/office/drawing/2014/main" id="{A498ACA7-3A1C-0A65-AC15-1592628DAD78}"/>
                </a:ext>
              </a:extLst>
            </p:cNvPr>
            <p:cNvSpPr>
              <a:spLocks noChangeAspect="1"/>
            </p:cNvSpPr>
            <p:nvPr/>
          </p:nvSpPr>
          <p:spPr>
            <a:xfrm>
              <a:off x="17128426" y="3877818"/>
              <a:ext cx="1280160" cy="128016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3600" kern="1200">
                  <a:solidFill>
                    <a:schemeClr val="lt1"/>
                  </a:solidFill>
                  <a:latin typeface="+mn-lt"/>
                  <a:ea typeface="+mn-ea"/>
                  <a:cs typeface="+mn-cs"/>
                </a:defRPr>
              </a:lvl1pPr>
              <a:lvl2pPr marL="914400" algn="l" defTabSz="914400" rtl="0" eaLnBrk="1" latinLnBrk="0" hangingPunct="1">
                <a:defRPr sz="3600" kern="1200">
                  <a:solidFill>
                    <a:schemeClr val="lt1"/>
                  </a:solidFill>
                  <a:latin typeface="+mn-lt"/>
                  <a:ea typeface="+mn-ea"/>
                  <a:cs typeface="+mn-cs"/>
                </a:defRPr>
              </a:lvl2pPr>
              <a:lvl3pPr marL="1828800" algn="l" defTabSz="914400" rtl="0" eaLnBrk="1" latinLnBrk="0" hangingPunct="1">
                <a:defRPr sz="3600" kern="1200">
                  <a:solidFill>
                    <a:schemeClr val="lt1"/>
                  </a:solidFill>
                  <a:latin typeface="+mn-lt"/>
                  <a:ea typeface="+mn-ea"/>
                  <a:cs typeface="+mn-cs"/>
                </a:defRPr>
              </a:lvl3pPr>
              <a:lvl4pPr marL="2743200" algn="l" defTabSz="914400" rtl="0" eaLnBrk="1" latinLnBrk="0" hangingPunct="1">
                <a:defRPr sz="3600" kern="1200">
                  <a:solidFill>
                    <a:schemeClr val="lt1"/>
                  </a:solidFill>
                  <a:latin typeface="+mn-lt"/>
                  <a:ea typeface="+mn-ea"/>
                  <a:cs typeface="+mn-cs"/>
                </a:defRPr>
              </a:lvl4pPr>
              <a:lvl5pPr marL="3657600" algn="l" defTabSz="914400" rtl="0" eaLnBrk="1" latinLnBrk="0" hangingPunct="1">
                <a:defRPr sz="3600" kern="1200">
                  <a:solidFill>
                    <a:schemeClr val="lt1"/>
                  </a:solidFill>
                  <a:latin typeface="+mn-lt"/>
                  <a:ea typeface="+mn-ea"/>
                  <a:cs typeface="+mn-cs"/>
                </a:defRPr>
              </a:lvl5pPr>
              <a:lvl6pPr marL="4572000" algn="l" defTabSz="914400" rtl="0" eaLnBrk="1" latinLnBrk="0" hangingPunct="1">
                <a:defRPr sz="3600" kern="1200">
                  <a:solidFill>
                    <a:schemeClr val="lt1"/>
                  </a:solidFill>
                  <a:latin typeface="+mn-lt"/>
                  <a:ea typeface="+mn-ea"/>
                  <a:cs typeface="+mn-cs"/>
                </a:defRPr>
              </a:lvl6pPr>
              <a:lvl7pPr marL="5486400" algn="l" defTabSz="914400" rtl="0" eaLnBrk="1" latinLnBrk="0" hangingPunct="1">
                <a:defRPr sz="3600" kern="1200">
                  <a:solidFill>
                    <a:schemeClr val="lt1"/>
                  </a:solidFill>
                  <a:latin typeface="+mn-lt"/>
                  <a:ea typeface="+mn-ea"/>
                  <a:cs typeface="+mn-cs"/>
                </a:defRPr>
              </a:lvl7pPr>
              <a:lvl8pPr marL="6400800" algn="l" defTabSz="914400" rtl="0" eaLnBrk="1" latinLnBrk="0" hangingPunct="1">
                <a:defRPr sz="3600" kern="1200">
                  <a:solidFill>
                    <a:schemeClr val="lt1"/>
                  </a:solidFill>
                  <a:latin typeface="+mn-lt"/>
                  <a:ea typeface="+mn-ea"/>
                  <a:cs typeface="+mn-cs"/>
                </a:defRPr>
              </a:lvl8pPr>
              <a:lvl9pPr marL="7315200" algn="l" defTabSz="914400" rtl="0" eaLnBrk="1" latinLnBrk="0" hangingPunct="1">
                <a:defRPr sz="3600" kern="1200">
                  <a:solidFill>
                    <a:schemeClr val="lt1"/>
                  </a:solidFill>
                  <a:latin typeface="+mn-lt"/>
                  <a:ea typeface="+mn-ea"/>
                  <a:cs typeface="+mn-cs"/>
                </a:defRPr>
              </a:lvl9pPr>
            </a:lstStyle>
            <a:p>
              <a:pPr algn="ctr"/>
              <a:endParaRPr lang="en-US" sz="1800"/>
            </a:p>
          </p:txBody>
        </p:sp>
        <p:sp>
          <p:nvSpPr>
            <p:cNvPr id="11" name="Oval 10">
              <a:extLst>
                <a:ext uri="{FF2B5EF4-FFF2-40B4-BE49-F238E27FC236}">
                  <a16:creationId xmlns:a16="http://schemas.microsoft.com/office/drawing/2014/main" id="{A5EB62CE-B92E-07F7-EE3B-273C6F3A00D6}"/>
                </a:ext>
              </a:extLst>
            </p:cNvPr>
            <p:cNvSpPr>
              <a:spLocks noChangeAspect="1"/>
            </p:cNvSpPr>
            <p:nvPr/>
          </p:nvSpPr>
          <p:spPr>
            <a:xfrm>
              <a:off x="8950657" y="3889881"/>
              <a:ext cx="1280160" cy="1280160"/>
            </a:xfrm>
            <a:prstGeom prst="ellipse">
              <a:avLst/>
            </a:prstGeom>
            <a:solidFill>
              <a:srgbClr val="4398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3600" kern="1200">
                  <a:solidFill>
                    <a:schemeClr val="lt1"/>
                  </a:solidFill>
                  <a:latin typeface="+mn-lt"/>
                  <a:ea typeface="+mn-ea"/>
                  <a:cs typeface="+mn-cs"/>
                </a:defRPr>
              </a:lvl1pPr>
              <a:lvl2pPr marL="914400" algn="l" defTabSz="914400" rtl="0" eaLnBrk="1" latinLnBrk="0" hangingPunct="1">
                <a:defRPr sz="3600" kern="1200">
                  <a:solidFill>
                    <a:schemeClr val="lt1"/>
                  </a:solidFill>
                  <a:latin typeface="+mn-lt"/>
                  <a:ea typeface="+mn-ea"/>
                  <a:cs typeface="+mn-cs"/>
                </a:defRPr>
              </a:lvl2pPr>
              <a:lvl3pPr marL="1828800" algn="l" defTabSz="914400" rtl="0" eaLnBrk="1" latinLnBrk="0" hangingPunct="1">
                <a:defRPr sz="3600" kern="1200">
                  <a:solidFill>
                    <a:schemeClr val="lt1"/>
                  </a:solidFill>
                  <a:latin typeface="+mn-lt"/>
                  <a:ea typeface="+mn-ea"/>
                  <a:cs typeface="+mn-cs"/>
                </a:defRPr>
              </a:lvl3pPr>
              <a:lvl4pPr marL="2743200" algn="l" defTabSz="914400" rtl="0" eaLnBrk="1" latinLnBrk="0" hangingPunct="1">
                <a:defRPr sz="3600" kern="1200">
                  <a:solidFill>
                    <a:schemeClr val="lt1"/>
                  </a:solidFill>
                  <a:latin typeface="+mn-lt"/>
                  <a:ea typeface="+mn-ea"/>
                  <a:cs typeface="+mn-cs"/>
                </a:defRPr>
              </a:lvl4pPr>
              <a:lvl5pPr marL="3657600" algn="l" defTabSz="914400" rtl="0" eaLnBrk="1" latinLnBrk="0" hangingPunct="1">
                <a:defRPr sz="3600" kern="1200">
                  <a:solidFill>
                    <a:schemeClr val="lt1"/>
                  </a:solidFill>
                  <a:latin typeface="+mn-lt"/>
                  <a:ea typeface="+mn-ea"/>
                  <a:cs typeface="+mn-cs"/>
                </a:defRPr>
              </a:lvl5pPr>
              <a:lvl6pPr marL="4572000" algn="l" defTabSz="914400" rtl="0" eaLnBrk="1" latinLnBrk="0" hangingPunct="1">
                <a:defRPr sz="3600" kern="1200">
                  <a:solidFill>
                    <a:schemeClr val="lt1"/>
                  </a:solidFill>
                  <a:latin typeface="+mn-lt"/>
                  <a:ea typeface="+mn-ea"/>
                  <a:cs typeface="+mn-cs"/>
                </a:defRPr>
              </a:lvl6pPr>
              <a:lvl7pPr marL="5486400" algn="l" defTabSz="914400" rtl="0" eaLnBrk="1" latinLnBrk="0" hangingPunct="1">
                <a:defRPr sz="3600" kern="1200">
                  <a:solidFill>
                    <a:schemeClr val="lt1"/>
                  </a:solidFill>
                  <a:latin typeface="+mn-lt"/>
                  <a:ea typeface="+mn-ea"/>
                  <a:cs typeface="+mn-cs"/>
                </a:defRPr>
              </a:lvl7pPr>
              <a:lvl8pPr marL="6400800" algn="l" defTabSz="914400" rtl="0" eaLnBrk="1" latinLnBrk="0" hangingPunct="1">
                <a:defRPr sz="3600" kern="1200">
                  <a:solidFill>
                    <a:schemeClr val="lt1"/>
                  </a:solidFill>
                  <a:latin typeface="+mn-lt"/>
                  <a:ea typeface="+mn-ea"/>
                  <a:cs typeface="+mn-cs"/>
                </a:defRPr>
              </a:lvl8pPr>
              <a:lvl9pPr marL="7315200" algn="l" defTabSz="914400" rtl="0" eaLnBrk="1" latinLnBrk="0" hangingPunct="1">
                <a:defRPr sz="3600" kern="1200">
                  <a:solidFill>
                    <a:schemeClr val="lt1"/>
                  </a:solidFill>
                  <a:latin typeface="+mn-lt"/>
                  <a:ea typeface="+mn-ea"/>
                  <a:cs typeface="+mn-cs"/>
                </a:defRPr>
              </a:lvl9pPr>
            </a:lstStyle>
            <a:p>
              <a:pPr algn="ctr"/>
              <a:endParaRPr lang="en-US" sz="1800"/>
            </a:p>
          </p:txBody>
        </p:sp>
        <p:sp>
          <p:nvSpPr>
            <p:cNvPr id="12" name="Oval 11">
              <a:extLst>
                <a:ext uri="{FF2B5EF4-FFF2-40B4-BE49-F238E27FC236}">
                  <a16:creationId xmlns:a16="http://schemas.microsoft.com/office/drawing/2014/main" id="{2A7695EB-72E0-1AAF-A03C-84220B694965}"/>
                </a:ext>
              </a:extLst>
            </p:cNvPr>
            <p:cNvSpPr>
              <a:spLocks noChangeAspect="1"/>
            </p:cNvSpPr>
            <p:nvPr/>
          </p:nvSpPr>
          <p:spPr>
            <a:xfrm>
              <a:off x="4147935" y="6967873"/>
              <a:ext cx="1280160" cy="128016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3600" kern="1200">
                  <a:solidFill>
                    <a:schemeClr val="lt1"/>
                  </a:solidFill>
                  <a:latin typeface="+mn-lt"/>
                  <a:ea typeface="+mn-ea"/>
                  <a:cs typeface="+mn-cs"/>
                </a:defRPr>
              </a:lvl1pPr>
              <a:lvl2pPr marL="914400" algn="l" defTabSz="914400" rtl="0" eaLnBrk="1" latinLnBrk="0" hangingPunct="1">
                <a:defRPr sz="3600" kern="1200">
                  <a:solidFill>
                    <a:schemeClr val="lt1"/>
                  </a:solidFill>
                  <a:latin typeface="+mn-lt"/>
                  <a:ea typeface="+mn-ea"/>
                  <a:cs typeface="+mn-cs"/>
                </a:defRPr>
              </a:lvl2pPr>
              <a:lvl3pPr marL="1828800" algn="l" defTabSz="914400" rtl="0" eaLnBrk="1" latinLnBrk="0" hangingPunct="1">
                <a:defRPr sz="3600" kern="1200">
                  <a:solidFill>
                    <a:schemeClr val="lt1"/>
                  </a:solidFill>
                  <a:latin typeface="+mn-lt"/>
                  <a:ea typeface="+mn-ea"/>
                  <a:cs typeface="+mn-cs"/>
                </a:defRPr>
              </a:lvl3pPr>
              <a:lvl4pPr marL="2743200" algn="l" defTabSz="914400" rtl="0" eaLnBrk="1" latinLnBrk="0" hangingPunct="1">
                <a:defRPr sz="3600" kern="1200">
                  <a:solidFill>
                    <a:schemeClr val="lt1"/>
                  </a:solidFill>
                  <a:latin typeface="+mn-lt"/>
                  <a:ea typeface="+mn-ea"/>
                  <a:cs typeface="+mn-cs"/>
                </a:defRPr>
              </a:lvl4pPr>
              <a:lvl5pPr marL="3657600" algn="l" defTabSz="914400" rtl="0" eaLnBrk="1" latinLnBrk="0" hangingPunct="1">
                <a:defRPr sz="3600" kern="1200">
                  <a:solidFill>
                    <a:schemeClr val="lt1"/>
                  </a:solidFill>
                  <a:latin typeface="+mn-lt"/>
                  <a:ea typeface="+mn-ea"/>
                  <a:cs typeface="+mn-cs"/>
                </a:defRPr>
              </a:lvl5pPr>
              <a:lvl6pPr marL="4572000" algn="l" defTabSz="914400" rtl="0" eaLnBrk="1" latinLnBrk="0" hangingPunct="1">
                <a:defRPr sz="3600" kern="1200">
                  <a:solidFill>
                    <a:schemeClr val="lt1"/>
                  </a:solidFill>
                  <a:latin typeface="+mn-lt"/>
                  <a:ea typeface="+mn-ea"/>
                  <a:cs typeface="+mn-cs"/>
                </a:defRPr>
              </a:lvl6pPr>
              <a:lvl7pPr marL="5486400" algn="l" defTabSz="914400" rtl="0" eaLnBrk="1" latinLnBrk="0" hangingPunct="1">
                <a:defRPr sz="3600" kern="1200">
                  <a:solidFill>
                    <a:schemeClr val="lt1"/>
                  </a:solidFill>
                  <a:latin typeface="+mn-lt"/>
                  <a:ea typeface="+mn-ea"/>
                  <a:cs typeface="+mn-cs"/>
                </a:defRPr>
              </a:lvl7pPr>
              <a:lvl8pPr marL="6400800" algn="l" defTabSz="914400" rtl="0" eaLnBrk="1" latinLnBrk="0" hangingPunct="1">
                <a:defRPr sz="3600" kern="1200">
                  <a:solidFill>
                    <a:schemeClr val="lt1"/>
                  </a:solidFill>
                  <a:latin typeface="+mn-lt"/>
                  <a:ea typeface="+mn-ea"/>
                  <a:cs typeface="+mn-cs"/>
                </a:defRPr>
              </a:lvl8pPr>
              <a:lvl9pPr marL="7315200" algn="l" defTabSz="914400" rtl="0" eaLnBrk="1" latinLnBrk="0" hangingPunct="1">
                <a:defRPr sz="3600" kern="1200">
                  <a:solidFill>
                    <a:schemeClr val="lt1"/>
                  </a:solidFill>
                  <a:latin typeface="+mn-lt"/>
                  <a:ea typeface="+mn-ea"/>
                  <a:cs typeface="+mn-cs"/>
                </a:defRPr>
              </a:lvl9pPr>
            </a:lstStyle>
            <a:p>
              <a:pPr algn="ctr"/>
              <a:endParaRPr lang="en-US" sz="1800"/>
            </a:p>
          </p:txBody>
        </p:sp>
        <p:sp>
          <p:nvSpPr>
            <p:cNvPr id="14" name="Rounded Rectangle 13">
              <a:extLst>
                <a:ext uri="{FF2B5EF4-FFF2-40B4-BE49-F238E27FC236}">
                  <a16:creationId xmlns:a16="http://schemas.microsoft.com/office/drawing/2014/main" id="{179BDA39-9E34-DCF0-73A7-BCDCBCA0C553}"/>
                </a:ext>
              </a:extLst>
            </p:cNvPr>
            <p:cNvSpPr>
              <a:spLocks noChangeAspect="1"/>
            </p:cNvSpPr>
            <p:nvPr/>
          </p:nvSpPr>
          <p:spPr>
            <a:xfrm>
              <a:off x="4057798" y="5661606"/>
              <a:ext cx="3239834" cy="1280161"/>
            </a:xfrm>
            <a:prstGeom prst="roundRect">
              <a:avLst>
                <a:gd name="adj"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3600" kern="1200">
                  <a:solidFill>
                    <a:schemeClr val="lt1"/>
                  </a:solidFill>
                  <a:latin typeface="+mn-lt"/>
                  <a:ea typeface="+mn-ea"/>
                  <a:cs typeface="+mn-cs"/>
                </a:defRPr>
              </a:lvl1pPr>
              <a:lvl2pPr marL="914400" algn="l" defTabSz="914400" rtl="0" eaLnBrk="1" latinLnBrk="0" hangingPunct="1">
                <a:defRPr sz="3600" kern="1200">
                  <a:solidFill>
                    <a:schemeClr val="lt1"/>
                  </a:solidFill>
                  <a:latin typeface="+mn-lt"/>
                  <a:ea typeface="+mn-ea"/>
                  <a:cs typeface="+mn-cs"/>
                </a:defRPr>
              </a:lvl2pPr>
              <a:lvl3pPr marL="1828800" algn="l" defTabSz="914400" rtl="0" eaLnBrk="1" latinLnBrk="0" hangingPunct="1">
                <a:defRPr sz="3600" kern="1200">
                  <a:solidFill>
                    <a:schemeClr val="lt1"/>
                  </a:solidFill>
                  <a:latin typeface="+mn-lt"/>
                  <a:ea typeface="+mn-ea"/>
                  <a:cs typeface="+mn-cs"/>
                </a:defRPr>
              </a:lvl3pPr>
              <a:lvl4pPr marL="2743200" algn="l" defTabSz="914400" rtl="0" eaLnBrk="1" latinLnBrk="0" hangingPunct="1">
                <a:defRPr sz="3600" kern="1200">
                  <a:solidFill>
                    <a:schemeClr val="lt1"/>
                  </a:solidFill>
                  <a:latin typeface="+mn-lt"/>
                  <a:ea typeface="+mn-ea"/>
                  <a:cs typeface="+mn-cs"/>
                </a:defRPr>
              </a:lvl4pPr>
              <a:lvl5pPr marL="3657600" algn="l" defTabSz="914400" rtl="0" eaLnBrk="1" latinLnBrk="0" hangingPunct="1">
                <a:defRPr sz="3600" kern="1200">
                  <a:solidFill>
                    <a:schemeClr val="lt1"/>
                  </a:solidFill>
                  <a:latin typeface="+mn-lt"/>
                  <a:ea typeface="+mn-ea"/>
                  <a:cs typeface="+mn-cs"/>
                </a:defRPr>
              </a:lvl5pPr>
              <a:lvl6pPr marL="4572000" algn="l" defTabSz="914400" rtl="0" eaLnBrk="1" latinLnBrk="0" hangingPunct="1">
                <a:defRPr sz="3600" kern="1200">
                  <a:solidFill>
                    <a:schemeClr val="lt1"/>
                  </a:solidFill>
                  <a:latin typeface="+mn-lt"/>
                  <a:ea typeface="+mn-ea"/>
                  <a:cs typeface="+mn-cs"/>
                </a:defRPr>
              </a:lvl6pPr>
              <a:lvl7pPr marL="5486400" algn="l" defTabSz="914400" rtl="0" eaLnBrk="1" latinLnBrk="0" hangingPunct="1">
                <a:defRPr sz="3600" kern="1200">
                  <a:solidFill>
                    <a:schemeClr val="lt1"/>
                  </a:solidFill>
                  <a:latin typeface="+mn-lt"/>
                  <a:ea typeface="+mn-ea"/>
                  <a:cs typeface="+mn-cs"/>
                </a:defRPr>
              </a:lvl7pPr>
              <a:lvl8pPr marL="6400800" algn="l" defTabSz="914400" rtl="0" eaLnBrk="1" latinLnBrk="0" hangingPunct="1">
                <a:defRPr sz="3600" kern="1200">
                  <a:solidFill>
                    <a:schemeClr val="lt1"/>
                  </a:solidFill>
                  <a:latin typeface="+mn-lt"/>
                  <a:ea typeface="+mn-ea"/>
                  <a:cs typeface="+mn-cs"/>
                </a:defRPr>
              </a:lvl8pPr>
              <a:lvl9pPr marL="7315200" algn="l" defTabSz="914400" rtl="0" eaLnBrk="1" latinLnBrk="0" hangingPunct="1">
                <a:defRPr sz="3600" kern="1200">
                  <a:solidFill>
                    <a:schemeClr val="lt1"/>
                  </a:solidFill>
                  <a:latin typeface="+mn-lt"/>
                  <a:ea typeface="+mn-ea"/>
                  <a:cs typeface="+mn-cs"/>
                </a:defRPr>
              </a:lvl9pPr>
            </a:lstStyle>
            <a:p>
              <a:pPr algn="ctr"/>
              <a:endParaRPr lang="en-US" sz="1800"/>
            </a:p>
          </p:txBody>
        </p:sp>
        <p:sp>
          <p:nvSpPr>
            <p:cNvPr id="15" name="Oval 14">
              <a:extLst>
                <a:ext uri="{FF2B5EF4-FFF2-40B4-BE49-F238E27FC236}">
                  <a16:creationId xmlns:a16="http://schemas.microsoft.com/office/drawing/2014/main" id="{0FC166D4-2C05-1846-E322-505159D3907E}"/>
                </a:ext>
              </a:extLst>
            </p:cNvPr>
            <p:cNvSpPr>
              <a:spLocks noChangeAspect="1"/>
            </p:cNvSpPr>
            <p:nvPr/>
          </p:nvSpPr>
          <p:spPr>
            <a:xfrm>
              <a:off x="4767977" y="5661606"/>
              <a:ext cx="1280159" cy="1280161"/>
            </a:xfrm>
            <a:prstGeom prst="ellipse">
              <a:avLst/>
            </a:prstGeom>
            <a:solidFill>
              <a:srgbClr val="4398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3600" kern="1200">
                  <a:solidFill>
                    <a:schemeClr val="lt1"/>
                  </a:solidFill>
                  <a:latin typeface="+mn-lt"/>
                  <a:ea typeface="+mn-ea"/>
                  <a:cs typeface="+mn-cs"/>
                </a:defRPr>
              </a:lvl1pPr>
              <a:lvl2pPr marL="914400" algn="l" defTabSz="914400" rtl="0" eaLnBrk="1" latinLnBrk="0" hangingPunct="1">
                <a:defRPr sz="3600" kern="1200">
                  <a:solidFill>
                    <a:schemeClr val="lt1"/>
                  </a:solidFill>
                  <a:latin typeface="+mn-lt"/>
                  <a:ea typeface="+mn-ea"/>
                  <a:cs typeface="+mn-cs"/>
                </a:defRPr>
              </a:lvl2pPr>
              <a:lvl3pPr marL="1828800" algn="l" defTabSz="914400" rtl="0" eaLnBrk="1" latinLnBrk="0" hangingPunct="1">
                <a:defRPr sz="3600" kern="1200">
                  <a:solidFill>
                    <a:schemeClr val="lt1"/>
                  </a:solidFill>
                  <a:latin typeface="+mn-lt"/>
                  <a:ea typeface="+mn-ea"/>
                  <a:cs typeface="+mn-cs"/>
                </a:defRPr>
              </a:lvl3pPr>
              <a:lvl4pPr marL="2743200" algn="l" defTabSz="914400" rtl="0" eaLnBrk="1" latinLnBrk="0" hangingPunct="1">
                <a:defRPr sz="3600" kern="1200">
                  <a:solidFill>
                    <a:schemeClr val="lt1"/>
                  </a:solidFill>
                  <a:latin typeface="+mn-lt"/>
                  <a:ea typeface="+mn-ea"/>
                  <a:cs typeface="+mn-cs"/>
                </a:defRPr>
              </a:lvl4pPr>
              <a:lvl5pPr marL="3657600" algn="l" defTabSz="914400" rtl="0" eaLnBrk="1" latinLnBrk="0" hangingPunct="1">
                <a:defRPr sz="3600" kern="1200">
                  <a:solidFill>
                    <a:schemeClr val="lt1"/>
                  </a:solidFill>
                  <a:latin typeface="+mn-lt"/>
                  <a:ea typeface="+mn-ea"/>
                  <a:cs typeface="+mn-cs"/>
                </a:defRPr>
              </a:lvl5pPr>
              <a:lvl6pPr marL="4572000" algn="l" defTabSz="914400" rtl="0" eaLnBrk="1" latinLnBrk="0" hangingPunct="1">
                <a:defRPr sz="3600" kern="1200">
                  <a:solidFill>
                    <a:schemeClr val="lt1"/>
                  </a:solidFill>
                  <a:latin typeface="+mn-lt"/>
                  <a:ea typeface="+mn-ea"/>
                  <a:cs typeface="+mn-cs"/>
                </a:defRPr>
              </a:lvl6pPr>
              <a:lvl7pPr marL="5486400" algn="l" defTabSz="914400" rtl="0" eaLnBrk="1" latinLnBrk="0" hangingPunct="1">
                <a:defRPr sz="3600" kern="1200">
                  <a:solidFill>
                    <a:schemeClr val="lt1"/>
                  </a:solidFill>
                  <a:latin typeface="+mn-lt"/>
                  <a:ea typeface="+mn-ea"/>
                  <a:cs typeface="+mn-cs"/>
                </a:defRPr>
              </a:lvl7pPr>
              <a:lvl8pPr marL="6400800" algn="l" defTabSz="914400" rtl="0" eaLnBrk="1" latinLnBrk="0" hangingPunct="1">
                <a:defRPr sz="3600" kern="1200">
                  <a:solidFill>
                    <a:schemeClr val="lt1"/>
                  </a:solidFill>
                  <a:latin typeface="+mn-lt"/>
                  <a:ea typeface="+mn-ea"/>
                  <a:cs typeface="+mn-cs"/>
                </a:defRPr>
              </a:lvl8pPr>
              <a:lvl9pPr marL="7315200" algn="l" defTabSz="914400" rtl="0" eaLnBrk="1" latinLnBrk="0" hangingPunct="1">
                <a:defRPr sz="3600" kern="1200">
                  <a:solidFill>
                    <a:schemeClr val="lt1"/>
                  </a:solidFill>
                  <a:latin typeface="+mn-lt"/>
                  <a:ea typeface="+mn-ea"/>
                  <a:cs typeface="+mn-cs"/>
                </a:defRPr>
              </a:lvl9pPr>
            </a:lstStyle>
            <a:p>
              <a:pPr algn="ctr"/>
              <a:endParaRPr lang="en-US" sz="1800"/>
            </a:p>
          </p:txBody>
        </p:sp>
        <p:sp>
          <p:nvSpPr>
            <p:cNvPr id="16" name="Oval 15">
              <a:extLst>
                <a:ext uri="{FF2B5EF4-FFF2-40B4-BE49-F238E27FC236}">
                  <a16:creationId xmlns:a16="http://schemas.microsoft.com/office/drawing/2014/main" id="{2A54DC04-1114-ED84-BD2D-0CD21A9690DC}"/>
                </a:ext>
              </a:extLst>
            </p:cNvPr>
            <p:cNvSpPr>
              <a:spLocks noChangeAspect="1"/>
            </p:cNvSpPr>
            <p:nvPr/>
          </p:nvSpPr>
          <p:spPr>
            <a:xfrm>
              <a:off x="2435076" y="5661606"/>
              <a:ext cx="1280160" cy="1280160"/>
            </a:xfrm>
            <a:prstGeom prst="ellipse">
              <a:avLst/>
            </a:prstGeom>
            <a:solidFill>
              <a:srgbClr val="C6DE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3600" kern="1200">
                  <a:solidFill>
                    <a:schemeClr val="lt1"/>
                  </a:solidFill>
                  <a:latin typeface="+mn-lt"/>
                  <a:ea typeface="+mn-ea"/>
                  <a:cs typeface="+mn-cs"/>
                </a:defRPr>
              </a:lvl1pPr>
              <a:lvl2pPr marL="914400" algn="l" defTabSz="914400" rtl="0" eaLnBrk="1" latinLnBrk="0" hangingPunct="1">
                <a:defRPr sz="3600" kern="1200">
                  <a:solidFill>
                    <a:schemeClr val="lt1"/>
                  </a:solidFill>
                  <a:latin typeface="+mn-lt"/>
                  <a:ea typeface="+mn-ea"/>
                  <a:cs typeface="+mn-cs"/>
                </a:defRPr>
              </a:lvl2pPr>
              <a:lvl3pPr marL="1828800" algn="l" defTabSz="914400" rtl="0" eaLnBrk="1" latinLnBrk="0" hangingPunct="1">
                <a:defRPr sz="3600" kern="1200">
                  <a:solidFill>
                    <a:schemeClr val="lt1"/>
                  </a:solidFill>
                  <a:latin typeface="+mn-lt"/>
                  <a:ea typeface="+mn-ea"/>
                  <a:cs typeface="+mn-cs"/>
                </a:defRPr>
              </a:lvl3pPr>
              <a:lvl4pPr marL="2743200" algn="l" defTabSz="914400" rtl="0" eaLnBrk="1" latinLnBrk="0" hangingPunct="1">
                <a:defRPr sz="3600" kern="1200">
                  <a:solidFill>
                    <a:schemeClr val="lt1"/>
                  </a:solidFill>
                  <a:latin typeface="+mn-lt"/>
                  <a:ea typeface="+mn-ea"/>
                  <a:cs typeface="+mn-cs"/>
                </a:defRPr>
              </a:lvl4pPr>
              <a:lvl5pPr marL="3657600" algn="l" defTabSz="914400" rtl="0" eaLnBrk="1" latinLnBrk="0" hangingPunct="1">
                <a:defRPr sz="3600" kern="1200">
                  <a:solidFill>
                    <a:schemeClr val="lt1"/>
                  </a:solidFill>
                  <a:latin typeface="+mn-lt"/>
                  <a:ea typeface="+mn-ea"/>
                  <a:cs typeface="+mn-cs"/>
                </a:defRPr>
              </a:lvl5pPr>
              <a:lvl6pPr marL="4572000" algn="l" defTabSz="914400" rtl="0" eaLnBrk="1" latinLnBrk="0" hangingPunct="1">
                <a:defRPr sz="3600" kern="1200">
                  <a:solidFill>
                    <a:schemeClr val="lt1"/>
                  </a:solidFill>
                  <a:latin typeface="+mn-lt"/>
                  <a:ea typeface="+mn-ea"/>
                  <a:cs typeface="+mn-cs"/>
                </a:defRPr>
              </a:lvl6pPr>
              <a:lvl7pPr marL="5486400" algn="l" defTabSz="914400" rtl="0" eaLnBrk="1" latinLnBrk="0" hangingPunct="1">
                <a:defRPr sz="3600" kern="1200">
                  <a:solidFill>
                    <a:schemeClr val="lt1"/>
                  </a:solidFill>
                  <a:latin typeface="+mn-lt"/>
                  <a:ea typeface="+mn-ea"/>
                  <a:cs typeface="+mn-cs"/>
                </a:defRPr>
              </a:lvl7pPr>
              <a:lvl8pPr marL="6400800" algn="l" defTabSz="914400" rtl="0" eaLnBrk="1" latinLnBrk="0" hangingPunct="1">
                <a:defRPr sz="3600" kern="1200">
                  <a:solidFill>
                    <a:schemeClr val="lt1"/>
                  </a:solidFill>
                  <a:latin typeface="+mn-lt"/>
                  <a:ea typeface="+mn-ea"/>
                  <a:cs typeface="+mn-cs"/>
                </a:defRPr>
              </a:lvl8pPr>
              <a:lvl9pPr marL="7315200" algn="l" defTabSz="914400" rtl="0" eaLnBrk="1" latinLnBrk="0" hangingPunct="1">
                <a:defRPr sz="3600" kern="1200">
                  <a:solidFill>
                    <a:schemeClr val="lt1"/>
                  </a:solidFill>
                  <a:latin typeface="+mn-lt"/>
                  <a:ea typeface="+mn-ea"/>
                  <a:cs typeface="+mn-cs"/>
                </a:defRPr>
              </a:lvl9pPr>
            </a:lstStyle>
            <a:p>
              <a:pPr algn="ctr"/>
              <a:endParaRPr lang="en-US" sz="1800"/>
            </a:p>
          </p:txBody>
        </p:sp>
        <p:sp>
          <p:nvSpPr>
            <p:cNvPr id="17" name="Oval 16">
              <a:extLst>
                <a:ext uri="{FF2B5EF4-FFF2-40B4-BE49-F238E27FC236}">
                  <a16:creationId xmlns:a16="http://schemas.microsoft.com/office/drawing/2014/main" id="{6629E3A0-ED9A-B2F2-32B7-48CCDBCDA3A7}"/>
                </a:ext>
              </a:extLst>
            </p:cNvPr>
            <p:cNvSpPr>
              <a:spLocks noChangeAspect="1"/>
            </p:cNvSpPr>
            <p:nvPr/>
          </p:nvSpPr>
          <p:spPr>
            <a:xfrm>
              <a:off x="1699521" y="5661606"/>
              <a:ext cx="1280160" cy="1280160"/>
            </a:xfrm>
            <a:prstGeom prst="ellipse">
              <a:avLst/>
            </a:pr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3600" kern="1200">
                  <a:solidFill>
                    <a:schemeClr val="lt1"/>
                  </a:solidFill>
                  <a:latin typeface="+mn-lt"/>
                  <a:ea typeface="+mn-ea"/>
                  <a:cs typeface="+mn-cs"/>
                </a:defRPr>
              </a:lvl1pPr>
              <a:lvl2pPr marL="914400" algn="l" defTabSz="914400" rtl="0" eaLnBrk="1" latinLnBrk="0" hangingPunct="1">
                <a:defRPr sz="3600" kern="1200">
                  <a:solidFill>
                    <a:schemeClr val="lt1"/>
                  </a:solidFill>
                  <a:latin typeface="+mn-lt"/>
                  <a:ea typeface="+mn-ea"/>
                  <a:cs typeface="+mn-cs"/>
                </a:defRPr>
              </a:lvl2pPr>
              <a:lvl3pPr marL="1828800" algn="l" defTabSz="914400" rtl="0" eaLnBrk="1" latinLnBrk="0" hangingPunct="1">
                <a:defRPr sz="3600" kern="1200">
                  <a:solidFill>
                    <a:schemeClr val="lt1"/>
                  </a:solidFill>
                  <a:latin typeface="+mn-lt"/>
                  <a:ea typeface="+mn-ea"/>
                  <a:cs typeface="+mn-cs"/>
                </a:defRPr>
              </a:lvl3pPr>
              <a:lvl4pPr marL="2743200" algn="l" defTabSz="914400" rtl="0" eaLnBrk="1" latinLnBrk="0" hangingPunct="1">
                <a:defRPr sz="3600" kern="1200">
                  <a:solidFill>
                    <a:schemeClr val="lt1"/>
                  </a:solidFill>
                  <a:latin typeface="+mn-lt"/>
                  <a:ea typeface="+mn-ea"/>
                  <a:cs typeface="+mn-cs"/>
                </a:defRPr>
              </a:lvl4pPr>
              <a:lvl5pPr marL="3657600" algn="l" defTabSz="914400" rtl="0" eaLnBrk="1" latinLnBrk="0" hangingPunct="1">
                <a:defRPr sz="3600" kern="1200">
                  <a:solidFill>
                    <a:schemeClr val="lt1"/>
                  </a:solidFill>
                  <a:latin typeface="+mn-lt"/>
                  <a:ea typeface="+mn-ea"/>
                  <a:cs typeface="+mn-cs"/>
                </a:defRPr>
              </a:lvl5pPr>
              <a:lvl6pPr marL="4572000" algn="l" defTabSz="914400" rtl="0" eaLnBrk="1" latinLnBrk="0" hangingPunct="1">
                <a:defRPr sz="3600" kern="1200">
                  <a:solidFill>
                    <a:schemeClr val="lt1"/>
                  </a:solidFill>
                  <a:latin typeface="+mn-lt"/>
                  <a:ea typeface="+mn-ea"/>
                  <a:cs typeface="+mn-cs"/>
                </a:defRPr>
              </a:lvl6pPr>
              <a:lvl7pPr marL="5486400" algn="l" defTabSz="914400" rtl="0" eaLnBrk="1" latinLnBrk="0" hangingPunct="1">
                <a:defRPr sz="3600" kern="1200">
                  <a:solidFill>
                    <a:schemeClr val="lt1"/>
                  </a:solidFill>
                  <a:latin typeface="+mn-lt"/>
                  <a:ea typeface="+mn-ea"/>
                  <a:cs typeface="+mn-cs"/>
                </a:defRPr>
              </a:lvl7pPr>
              <a:lvl8pPr marL="6400800" algn="l" defTabSz="914400" rtl="0" eaLnBrk="1" latinLnBrk="0" hangingPunct="1">
                <a:defRPr sz="3600" kern="1200">
                  <a:solidFill>
                    <a:schemeClr val="lt1"/>
                  </a:solidFill>
                  <a:latin typeface="+mn-lt"/>
                  <a:ea typeface="+mn-ea"/>
                  <a:cs typeface="+mn-cs"/>
                </a:defRPr>
              </a:lvl8pPr>
              <a:lvl9pPr marL="7315200" algn="l" defTabSz="914400" rtl="0" eaLnBrk="1" latinLnBrk="0" hangingPunct="1">
                <a:defRPr sz="3600" kern="1200">
                  <a:solidFill>
                    <a:schemeClr val="lt1"/>
                  </a:solidFill>
                  <a:latin typeface="+mn-lt"/>
                  <a:ea typeface="+mn-ea"/>
                  <a:cs typeface="+mn-cs"/>
                </a:defRPr>
              </a:lvl9pPr>
            </a:lstStyle>
            <a:p>
              <a:pPr algn="ctr"/>
              <a:endParaRPr lang="en-US" sz="1800"/>
            </a:p>
          </p:txBody>
        </p:sp>
        <p:sp>
          <p:nvSpPr>
            <p:cNvPr id="19" name="Oval 18">
              <a:extLst>
                <a:ext uri="{FF2B5EF4-FFF2-40B4-BE49-F238E27FC236}">
                  <a16:creationId xmlns:a16="http://schemas.microsoft.com/office/drawing/2014/main" id="{05DEB19A-3906-67B8-CC44-71C459BAFB09}"/>
                </a:ext>
              </a:extLst>
            </p:cNvPr>
            <p:cNvSpPr>
              <a:spLocks noChangeAspect="1"/>
            </p:cNvSpPr>
            <p:nvPr/>
          </p:nvSpPr>
          <p:spPr>
            <a:xfrm>
              <a:off x="8234478" y="6959619"/>
              <a:ext cx="1280160" cy="1280160"/>
            </a:xfrm>
            <a:prstGeom prst="ellipse">
              <a:avLst/>
            </a:prstGeom>
            <a:solidFill>
              <a:srgbClr val="4398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3600" kern="1200">
                  <a:solidFill>
                    <a:schemeClr val="lt1"/>
                  </a:solidFill>
                  <a:latin typeface="+mn-lt"/>
                  <a:ea typeface="+mn-ea"/>
                  <a:cs typeface="+mn-cs"/>
                </a:defRPr>
              </a:lvl1pPr>
              <a:lvl2pPr marL="914400" algn="l" defTabSz="914400" rtl="0" eaLnBrk="1" latinLnBrk="0" hangingPunct="1">
                <a:defRPr sz="3600" kern="1200">
                  <a:solidFill>
                    <a:schemeClr val="lt1"/>
                  </a:solidFill>
                  <a:latin typeface="+mn-lt"/>
                  <a:ea typeface="+mn-ea"/>
                  <a:cs typeface="+mn-cs"/>
                </a:defRPr>
              </a:lvl2pPr>
              <a:lvl3pPr marL="1828800" algn="l" defTabSz="914400" rtl="0" eaLnBrk="1" latinLnBrk="0" hangingPunct="1">
                <a:defRPr sz="3600" kern="1200">
                  <a:solidFill>
                    <a:schemeClr val="lt1"/>
                  </a:solidFill>
                  <a:latin typeface="+mn-lt"/>
                  <a:ea typeface="+mn-ea"/>
                  <a:cs typeface="+mn-cs"/>
                </a:defRPr>
              </a:lvl3pPr>
              <a:lvl4pPr marL="2743200" algn="l" defTabSz="914400" rtl="0" eaLnBrk="1" latinLnBrk="0" hangingPunct="1">
                <a:defRPr sz="3600" kern="1200">
                  <a:solidFill>
                    <a:schemeClr val="lt1"/>
                  </a:solidFill>
                  <a:latin typeface="+mn-lt"/>
                  <a:ea typeface="+mn-ea"/>
                  <a:cs typeface="+mn-cs"/>
                </a:defRPr>
              </a:lvl4pPr>
              <a:lvl5pPr marL="3657600" algn="l" defTabSz="914400" rtl="0" eaLnBrk="1" latinLnBrk="0" hangingPunct="1">
                <a:defRPr sz="3600" kern="1200">
                  <a:solidFill>
                    <a:schemeClr val="lt1"/>
                  </a:solidFill>
                  <a:latin typeface="+mn-lt"/>
                  <a:ea typeface="+mn-ea"/>
                  <a:cs typeface="+mn-cs"/>
                </a:defRPr>
              </a:lvl5pPr>
              <a:lvl6pPr marL="4572000" algn="l" defTabSz="914400" rtl="0" eaLnBrk="1" latinLnBrk="0" hangingPunct="1">
                <a:defRPr sz="3600" kern="1200">
                  <a:solidFill>
                    <a:schemeClr val="lt1"/>
                  </a:solidFill>
                  <a:latin typeface="+mn-lt"/>
                  <a:ea typeface="+mn-ea"/>
                  <a:cs typeface="+mn-cs"/>
                </a:defRPr>
              </a:lvl6pPr>
              <a:lvl7pPr marL="5486400" algn="l" defTabSz="914400" rtl="0" eaLnBrk="1" latinLnBrk="0" hangingPunct="1">
                <a:defRPr sz="3600" kern="1200">
                  <a:solidFill>
                    <a:schemeClr val="lt1"/>
                  </a:solidFill>
                  <a:latin typeface="+mn-lt"/>
                  <a:ea typeface="+mn-ea"/>
                  <a:cs typeface="+mn-cs"/>
                </a:defRPr>
              </a:lvl7pPr>
              <a:lvl8pPr marL="6400800" algn="l" defTabSz="914400" rtl="0" eaLnBrk="1" latinLnBrk="0" hangingPunct="1">
                <a:defRPr sz="3600" kern="1200">
                  <a:solidFill>
                    <a:schemeClr val="lt1"/>
                  </a:solidFill>
                  <a:latin typeface="+mn-lt"/>
                  <a:ea typeface="+mn-ea"/>
                  <a:cs typeface="+mn-cs"/>
                </a:defRPr>
              </a:lvl8pPr>
              <a:lvl9pPr marL="7315200" algn="l" defTabSz="914400" rtl="0" eaLnBrk="1" latinLnBrk="0" hangingPunct="1">
                <a:defRPr sz="3600" kern="1200">
                  <a:solidFill>
                    <a:schemeClr val="lt1"/>
                  </a:solidFill>
                  <a:latin typeface="+mn-lt"/>
                  <a:ea typeface="+mn-ea"/>
                  <a:cs typeface="+mn-cs"/>
                </a:defRPr>
              </a:lvl9pPr>
            </a:lstStyle>
            <a:p>
              <a:pPr algn="ctr"/>
              <a:endParaRPr lang="en-US" sz="1800"/>
            </a:p>
          </p:txBody>
        </p:sp>
        <p:sp>
          <p:nvSpPr>
            <p:cNvPr id="20" name="Rounded Rectangle 19">
              <a:extLst>
                <a:ext uri="{FF2B5EF4-FFF2-40B4-BE49-F238E27FC236}">
                  <a16:creationId xmlns:a16="http://schemas.microsoft.com/office/drawing/2014/main" id="{29301D22-C27C-5F7B-473A-D995E11960F1}"/>
                </a:ext>
              </a:extLst>
            </p:cNvPr>
            <p:cNvSpPr>
              <a:spLocks noChangeAspect="1"/>
            </p:cNvSpPr>
            <p:nvPr/>
          </p:nvSpPr>
          <p:spPr>
            <a:xfrm>
              <a:off x="11305148" y="6955809"/>
              <a:ext cx="2740595" cy="1280160"/>
            </a:xfrm>
            <a:prstGeom prst="roundRect">
              <a:avLst>
                <a:gd name="adj" fmla="val 50000"/>
              </a:avLst>
            </a:prstGeom>
            <a:solidFill>
              <a:srgbClr val="C6DE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3600" kern="1200">
                  <a:solidFill>
                    <a:schemeClr val="lt1"/>
                  </a:solidFill>
                  <a:latin typeface="+mn-lt"/>
                  <a:ea typeface="+mn-ea"/>
                  <a:cs typeface="+mn-cs"/>
                </a:defRPr>
              </a:lvl1pPr>
              <a:lvl2pPr marL="914400" algn="l" defTabSz="914400" rtl="0" eaLnBrk="1" latinLnBrk="0" hangingPunct="1">
                <a:defRPr sz="3600" kern="1200">
                  <a:solidFill>
                    <a:schemeClr val="lt1"/>
                  </a:solidFill>
                  <a:latin typeface="+mn-lt"/>
                  <a:ea typeface="+mn-ea"/>
                  <a:cs typeface="+mn-cs"/>
                </a:defRPr>
              </a:lvl2pPr>
              <a:lvl3pPr marL="1828800" algn="l" defTabSz="914400" rtl="0" eaLnBrk="1" latinLnBrk="0" hangingPunct="1">
                <a:defRPr sz="3600" kern="1200">
                  <a:solidFill>
                    <a:schemeClr val="lt1"/>
                  </a:solidFill>
                  <a:latin typeface="+mn-lt"/>
                  <a:ea typeface="+mn-ea"/>
                  <a:cs typeface="+mn-cs"/>
                </a:defRPr>
              </a:lvl3pPr>
              <a:lvl4pPr marL="2743200" algn="l" defTabSz="914400" rtl="0" eaLnBrk="1" latinLnBrk="0" hangingPunct="1">
                <a:defRPr sz="3600" kern="1200">
                  <a:solidFill>
                    <a:schemeClr val="lt1"/>
                  </a:solidFill>
                  <a:latin typeface="+mn-lt"/>
                  <a:ea typeface="+mn-ea"/>
                  <a:cs typeface="+mn-cs"/>
                </a:defRPr>
              </a:lvl4pPr>
              <a:lvl5pPr marL="3657600" algn="l" defTabSz="914400" rtl="0" eaLnBrk="1" latinLnBrk="0" hangingPunct="1">
                <a:defRPr sz="3600" kern="1200">
                  <a:solidFill>
                    <a:schemeClr val="lt1"/>
                  </a:solidFill>
                  <a:latin typeface="+mn-lt"/>
                  <a:ea typeface="+mn-ea"/>
                  <a:cs typeface="+mn-cs"/>
                </a:defRPr>
              </a:lvl5pPr>
              <a:lvl6pPr marL="4572000" algn="l" defTabSz="914400" rtl="0" eaLnBrk="1" latinLnBrk="0" hangingPunct="1">
                <a:defRPr sz="3600" kern="1200">
                  <a:solidFill>
                    <a:schemeClr val="lt1"/>
                  </a:solidFill>
                  <a:latin typeface="+mn-lt"/>
                  <a:ea typeface="+mn-ea"/>
                  <a:cs typeface="+mn-cs"/>
                </a:defRPr>
              </a:lvl6pPr>
              <a:lvl7pPr marL="5486400" algn="l" defTabSz="914400" rtl="0" eaLnBrk="1" latinLnBrk="0" hangingPunct="1">
                <a:defRPr sz="3600" kern="1200">
                  <a:solidFill>
                    <a:schemeClr val="lt1"/>
                  </a:solidFill>
                  <a:latin typeface="+mn-lt"/>
                  <a:ea typeface="+mn-ea"/>
                  <a:cs typeface="+mn-cs"/>
                </a:defRPr>
              </a:lvl7pPr>
              <a:lvl8pPr marL="6400800" algn="l" defTabSz="914400" rtl="0" eaLnBrk="1" latinLnBrk="0" hangingPunct="1">
                <a:defRPr sz="3600" kern="1200">
                  <a:solidFill>
                    <a:schemeClr val="lt1"/>
                  </a:solidFill>
                  <a:latin typeface="+mn-lt"/>
                  <a:ea typeface="+mn-ea"/>
                  <a:cs typeface="+mn-cs"/>
                </a:defRPr>
              </a:lvl8pPr>
              <a:lvl9pPr marL="7315200" algn="l" defTabSz="914400" rtl="0" eaLnBrk="1" latinLnBrk="0" hangingPunct="1">
                <a:defRPr sz="3600" kern="1200">
                  <a:solidFill>
                    <a:schemeClr val="lt1"/>
                  </a:solidFill>
                  <a:latin typeface="+mn-lt"/>
                  <a:ea typeface="+mn-ea"/>
                  <a:cs typeface="+mn-cs"/>
                </a:defRPr>
              </a:lvl9pPr>
            </a:lstStyle>
            <a:p>
              <a:pPr algn="ctr"/>
              <a:endParaRPr lang="en-US" sz="1800"/>
            </a:p>
          </p:txBody>
        </p:sp>
        <p:sp>
          <p:nvSpPr>
            <p:cNvPr id="21" name="Oval 20">
              <a:extLst>
                <a:ext uri="{FF2B5EF4-FFF2-40B4-BE49-F238E27FC236}">
                  <a16:creationId xmlns:a16="http://schemas.microsoft.com/office/drawing/2014/main" id="{498E736B-37DF-1EAE-2F0B-63EF16842C3B}"/>
                </a:ext>
              </a:extLst>
            </p:cNvPr>
            <p:cNvSpPr>
              <a:spLocks noChangeAspect="1"/>
            </p:cNvSpPr>
            <p:nvPr/>
          </p:nvSpPr>
          <p:spPr>
            <a:xfrm>
              <a:off x="12428971" y="6955809"/>
              <a:ext cx="1280160" cy="1280160"/>
            </a:xfrm>
            <a:prstGeom prst="ellipse">
              <a:avLst/>
            </a:prstGeom>
            <a:solidFill>
              <a:srgbClr val="4398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3600" kern="1200">
                  <a:solidFill>
                    <a:schemeClr val="lt1"/>
                  </a:solidFill>
                  <a:latin typeface="+mn-lt"/>
                  <a:ea typeface="+mn-ea"/>
                  <a:cs typeface="+mn-cs"/>
                </a:defRPr>
              </a:lvl1pPr>
              <a:lvl2pPr marL="914400" algn="l" defTabSz="914400" rtl="0" eaLnBrk="1" latinLnBrk="0" hangingPunct="1">
                <a:defRPr sz="3600" kern="1200">
                  <a:solidFill>
                    <a:schemeClr val="lt1"/>
                  </a:solidFill>
                  <a:latin typeface="+mn-lt"/>
                  <a:ea typeface="+mn-ea"/>
                  <a:cs typeface="+mn-cs"/>
                </a:defRPr>
              </a:lvl2pPr>
              <a:lvl3pPr marL="1828800" algn="l" defTabSz="914400" rtl="0" eaLnBrk="1" latinLnBrk="0" hangingPunct="1">
                <a:defRPr sz="3600" kern="1200">
                  <a:solidFill>
                    <a:schemeClr val="lt1"/>
                  </a:solidFill>
                  <a:latin typeface="+mn-lt"/>
                  <a:ea typeface="+mn-ea"/>
                  <a:cs typeface="+mn-cs"/>
                </a:defRPr>
              </a:lvl3pPr>
              <a:lvl4pPr marL="2743200" algn="l" defTabSz="914400" rtl="0" eaLnBrk="1" latinLnBrk="0" hangingPunct="1">
                <a:defRPr sz="3600" kern="1200">
                  <a:solidFill>
                    <a:schemeClr val="lt1"/>
                  </a:solidFill>
                  <a:latin typeface="+mn-lt"/>
                  <a:ea typeface="+mn-ea"/>
                  <a:cs typeface="+mn-cs"/>
                </a:defRPr>
              </a:lvl4pPr>
              <a:lvl5pPr marL="3657600" algn="l" defTabSz="914400" rtl="0" eaLnBrk="1" latinLnBrk="0" hangingPunct="1">
                <a:defRPr sz="3600" kern="1200">
                  <a:solidFill>
                    <a:schemeClr val="lt1"/>
                  </a:solidFill>
                  <a:latin typeface="+mn-lt"/>
                  <a:ea typeface="+mn-ea"/>
                  <a:cs typeface="+mn-cs"/>
                </a:defRPr>
              </a:lvl5pPr>
              <a:lvl6pPr marL="4572000" algn="l" defTabSz="914400" rtl="0" eaLnBrk="1" latinLnBrk="0" hangingPunct="1">
                <a:defRPr sz="3600" kern="1200">
                  <a:solidFill>
                    <a:schemeClr val="lt1"/>
                  </a:solidFill>
                  <a:latin typeface="+mn-lt"/>
                  <a:ea typeface="+mn-ea"/>
                  <a:cs typeface="+mn-cs"/>
                </a:defRPr>
              </a:lvl6pPr>
              <a:lvl7pPr marL="5486400" algn="l" defTabSz="914400" rtl="0" eaLnBrk="1" latinLnBrk="0" hangingPunct="1">
                <a:defRPr sz="3600" kern="1200">
                  <a:solidFill>
                    <a:schemeClr val="lt1"/>
                  </a:solidFill>
                  <a:latin typeface="+mn-lt"/>
                  <a:ea typeface="+mn-ea"/>
                  <a:cs typeface="+mn-cs"/>
                </a:defRPr>
              </a:lvl7pPr>
              <a:lvl8pPr marL="6400800" algn="l" defTabSz="914400" rtl="0" eaLnBrk="1" latinLnBrk="0" hangingPunct="1">
                <a:defRPr sz="3600" kern="1200">
                  <a:solidFill>
                    <a:schemeClr val="lt1"/>
                  </a:solidFill>
                  <a:latin typeface="+mn-lt"/>
                  <a:ea typeface="+mn-ea"/>
                  <a:cs typeface="+mn-cs"/>
                </a:defRPr>
              </a:lvl8pPr>
              <a:lvl9pPr marL="7315200" algn="l" defTabSz="914400" rtl="0" eaLnBrk="1" latinLnBrk="0" hangingPunct="1">
                <a:defRPr sz="3600" kern="1200">
                  <a:solidFill>
                    <a:schemeClr val="lt1"/>
                  </a:solidFill>
                  <a:latin typeface="+mn-lt"/>
                  <a:ea typeface="+mn-ea"/>
                  <a:cs typeface="+mn-cs"/>
                </a:defRPr>
              </a:lvl9pPr>
            </a:lstStyle>
            <a:p>
              <a:pPr algn="ctr"/>
              <a:endParaRPr lang="en-US" sz="1800"/>
            </a:p>
          </p:txBody>
        </p:sp>
        <p:sp>
          <p:nvSpPr>
            <p:cNvPr id="22" name="Oval 21">
              <a:extLst>
                <a:ext uri="{FF2B5EF4-FFF2-40B4-BE49-F238E27FC236}">
                  <a16:creationId xmlns:a16="http://schemas.microsoft.com/office/drawing/2014/main" id="{F7AC67E4-24E9-19A8-FD6D-95732A696BB6}"/>
                </a:ext>
              </a:extLst>
            </p:cNvPr>
            <p:cNvSpPr>
              <a:spLocks noChangeAspect="1"/>
            </p:cNvSpPr>
            <p:nvPr/>
          </p:nvSpPr>
          <p:spPr>
            <a:xfrm>
              <a:off x="5879985" y="6967873"/>
              <a:ext cx="1280160" cy="128016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3600" kern="1200">
                  <a:solidFill>
                    <a:schemeClr val="lt1"/>
                  </a:solidFill>
                  <a:latin typeface="+mn-lt"/>
                  <a:ea typeface="+mn-ea"/>
                  <a:cs typeface="+mn-cs"/>
                </a:defRPr>
              </a:lvl1pPr>
              <a:lvl2pPr marL="914400" algn="l" defTabSz="914400" rtl="0" eaLnBrk="1" latinLnBrk="0" hangingPunct="1">
                <a:defRPr sz="3600" kern="1200">
                  <a:solidFill>
                    <a:schemeClr val="lt1"/>
                  </a:solidFill>
                  <a:latin typeface="+mn-lt"/>
                  <a:ea typeface="+mn-ea"/>
                  <a:cs typeface="+mn-cs"/>
                </a:defRPr>
              </a:lvl2pPr>
              <a:lvl3pPr marL="1828800" algn="l" defTabSz="914400" rtl="0" eaLnBrk="1" latinLnBrk="0" hangingPunct="1">
                <a:defRPr sz="3600" kern="1200">
                  <a:solidFill>
                    <a:schemeClr val="lt1"/>
                  </a:solidFill>
                  <a:latin typeface="+mn-lt"/>
                  <a:ea typeface="+mn-ea"/>
                  <a:cs typeface="+mn-cs"/>
                </a:defRPr>
              </a:lvl3pPr>
              <a:lvl4pPr marL="2743200" algn="l" defTabSz="914400" rtl="0" eaLnBrk="1" latinLnBrk="0" hangingPunct="1">
                <a:defRPr sz="3600" kern="1200">
                  <a:solidFill>
                    <a:schemeClr val="lt1"/>
                  </a:solidFill>
                  <a:latin typeface="+mn-lt"/>
                  <a:ea typeface="+mn-ea"/>
                  <a:cs typeface="+mn-cs"/>
                </a:defRPr>
              </a:lvl4pPr>
              <a:lvl5pPr marL="3657600" algn="l" defTabSz="914400" rtl="0" eaLnBrk="1" latinLnBrk="0" hangingPunct="1">
                <a:defRPr sz="3600" kern="1200">
                  <a:solidFill>
                    <a:schemeClr val="lt1"/>
                  </a:solidFill>
                  <a:latin typeface="+mn-lt"/>
                  <a:ea typeface="+mn-ea"/>
                  <a:cs typeface="+mn-cs"/>
                </a:defRPr>
              </a:lvl5pPr>
              <a:lvl6pPr marL="4572000" algn="l" defTabSz="914400" rtl="0" eaLnBrk="1" latinLnBrk="0" hangingPunct="1">
                <a:defRPr sz="3600" kern="1200">
                  <a:solidFill>
                    <a:schemeClr val="lt1"/>
                  </a:solidFill>
                  <a:latin typeface="+mn-lt"/>
                  <a:ea typeface="+mn-ea"/>
                  <a:cs typeface="+mn-cs"/>
                </a:defRPr>
              </a:lvl6pPr>
              <a:lvl7pPr marL="5486400" algn="l" defTabSz="914400" rtl="0" eaLnBrk="1" latinLnBrk="0" hangingPunct="1">
                <a:defRPr sz="3600" kern="1200">
                  <a:solidFill>
                    <a:schemeClr val="lt1"/>
                  </a:solidFill>
                  <a:latin typeface="+mn-lt"/>
                  <a:ea typeface="+mn-ea"/>
                  <a:cs typeface="+mn-cs"/>
                </a:defRPr>
              </a:lvl7pPr>
              <a:lvl8pPr marL="6400800" algn="l" defTabSz="914400" rtl="0" eaLnBrk="1" latinLnBrk="0" hangingPunct="1">
                <a:defRPr sz="3600" kern="1200">
                  <a:solidFill>
                    <a:schemeClr val="lt1"/>
                  </a:solidFill>
                  <a:latin typeface="+mn-lt"/>
                  <a:ea typeface="+mn-ea"/>
                  <a:cs typeface="+mn-cs"/>
                </a:defRPr>
              </a:lvl8pPr>
              <a:lvl9pPr marL="7315200" algn="l" defTabSz="914400" rtl="0" eaLnBrk="1" latinLnBrk="0" hangingPunct="1">
                <a:defRPr sz="3600" kern="1200">
                  <a:solidFill>
                    <a:schemeClr val="lt1"/>
                  </a:solidFill>
                  <a:latin typeface="+mn-lt"/>
                  <a:ea typeface="+mn-ea"/>
                  <a:cs typeface="+mn-cs"/>
                </a:defRPr>
              </a:lvl9pPr>
            </a:lstStyle>
            <a:p>
              <a:pPr algn="ctr"/>
              <a:endParaRPr lang="en-US" sz="1800"/>
            </a:p>
          </p:txBody>
        </p:sp>
        <p:sp>
          <p:nvSpPr>
            <p:cNvPr id="23" name="Oval 22">
              <a:extLst>
                <a:ext uri="{FF2B5EF4-FFF2-40B4-BE49-F238E27FC236}">
                  <a16:creationId xmlns:a16="http://schemas.microsoft.com/office/drawing/2014/main" id="{5A5D0B75-0F6D-721D-EC0C-7C847F357754}"/>
                </a:ext>
              </a:extLst>
            </p:cNvPr>
            <p:cNvSpPr>
              <a:spLocks noChangeAspect="1"/>
            </p:cNvSpPr>
            <p:nvPr/>
          </p:nvSpPr>
          <p:spPr>
            <a:xfrm>
              <a:off x="9857848" y="6959619"/>
              <a:ext cx="1280160" cy="1280160"/>
            </a:xfrm>
            <a:prstGeom prst="ellipse">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3600" kern="1200">
                  <a:solidFill>
                    <a:schemeClr val="lt1"/>
                  </a:solidFill>
                  <a:latin typeface="+mn-lt"/>
                  <a:ea typeface="+mn-ea"/>
                  <a:cs typeface="+mn-cs"/>
                </a:defRPr>
              </a:lvl1pPr>
              <a:lvl2pPr marL="914400" algn="l" defTabSz="914400" rtl="0" eaLnBrk="1" latinLnBrk="0" hangingPunct="1">
                <a:defRPr sz="3600" kern="1200">
                  <a:solidFill>
                    <a:schemeClr val="lt1"/>
                  </a:solidFill>
                  <a:latin typeface="+mn-lt"/>
                  <a:ea typeface="+mn-ea"/>
                  <a:cs typeface="+mn-cs"/>
                </a:defRPr>
              </a:lvl2pPr>
              <a:lvl3pPr marL="1828800" algn="l" defTabSz="914400" rtl="0" eaLnBrk="1" latinLnBrk="0" hangingPunct="1">
                <a:defRPr sz="3600" kern="1200">
                  <a:solidFill>
                    <a:schemeClr val="lt1"/>
                  </a:solidFill>
                  <a:latin typeface="+mn-lt"/>
                  <a:ea typeface="+mn-ea"/>
                  <a:cs typeface="+mn-cs"/>
                </a:defRPr>
              </a:lvl3pPr>
              <a:lvl4pPr marL="2743200" algn="l" defTabSz="914400" rtl="0" eaLnBrk="1" latinLnBrk="0" hangingPunct="1">
                <a:defRPr sz="3600" kern="1200">
                  <a:solidFill>
                    <a:schemeClr val="lt1"/>
                  </a:solidFill>
                  <a:latin typeface="+mn-lt"/>
                  <a:ea typeface="+mn-ea"/>
                  <a:cs typeface="+mn-cs"/>
                </a:defRPr>
              </a:lvl4pPr>
              <a:lvl5pPr marL="3657600" algn="l" defTabSz="914400" rtl="0" eaLnBrk="1" latinLnBrk="0" hangingPunct="1">
                <a:defRPr sz="3600" kern="1200">
                  <a:solidFill>
                    <a:schemeClr val="lt1"/>
                  </a:solidFill>
                  <a:latin typeface="+mn-lt"/>
                  <a:ea typeface="+mn-ea"/>
                  <a:cs typeface="+mn-cs"/>
                </a:defRPr>
              </a:lvl5pPr>
              <a:lvl6pPr marL="4572000" algn="l" defTabSz="914400" rtl="0" eaLnBrk="1" latinLnBrk="0" hangingPunct="1">
                <a:defRPr sz="3600" kern="1200">
                  <a:solidFill>
                    <a:schemeClr val="lt1"/>
                  </a:solidFill>
                  <a:latin typeface="+mn-lt"/>
                  <a:ea typeface="+mn-ea"/>
                  <a:cs typeface="+mn-cs"/>
                </a:defRPr>
              </a:lvl6pPr>
              <a:lvl7pPr marL="5486400" algn="l" defTabSz="914400" rtl="0" eaLnBrk="1" latinLnBrk="0" hangingPunct="1">
                <a:defRPr sz="3600" kern="1200">
                  <a:solidFill>
                    <a:schemeClr val="lt1"/>
                  </a:solidFill>
                  <a:latin typeface="+mn-lt"/>
                  <a:ea typeface="+mn-ea"/>
                  <a:cs typeface="+mn-cs"/>
                </a:defRPr>
              </a:lvl7pPr>
              <a:lvl8pPr marL="6400800" algn="l" defTabSz="914400" rtl="0" eaLnBrk="1" latinLnBrk="0" hangingPunct="1">
                <a:defRPr sz="3600" kern="1200">
                  <a:solidFill>
                    <a:schemeClr val="lt1"/>
                  </a:solidFill>
                  <a:latin typeface="+mn-lt"/>
                  <a:ea typeface="+mn-ea"/>
                  <a:cs typeface="+mn-cs"/>
                </a:defRPr>
              </a:lvl8pPr>
              <a:lvl9pPr marL="7315200" algn="l" defTabSz="914400" rtl="0" eaLnBrk="1" latinLnBrk="0" hangingPunct="1">
                <a:defRPr sz="3600" kern="1200">
                  <a:solidFill>
                    <a:schemeClr val="lt1"/>
                  </a:solidFill>
                  <a:latin typeface="+mn-lt"/>
                  <a:ea typeface="+mn-ea"/>
                  <a:cs typeface="+mn-cs"/>
                </a:defRPr>
              </a:lvl9pPr>
            </a:lstStyle>
            <a:p>
              <a:pPr algn="ctr"/>
              <a:endParaRPr lang="en-US" sz="1800"/>
            </a:p>
          </p:txBody>
        </p:sp>
        <p:sp>
          <p:nvSpPr>
            <p:cNvPr id="24" name="Oval 23">
              <a:extLst>
                <a:ext uri="{FF2B5EF4-FFF2-40B4-BE49-F238E27FC236}">
                  <a16:creationId xmlns:a16="http://schemas.microsoft.com/office/drawing/2014/main" id="{ED9E4ADA-34F1-937F-A7E6-2EF32D382192}"/>
                </a:ext>
              </a:extLst>
            </p:cNvPr>
            <p:cNvSpPr>
              <a:spLocks noChangeAspect="1"/>
            </p:cNvSpPr>
            <p:nvPr/>
          </p:nvSpPr>
          <p:spPr>
            <a:xfrm>
              <a:off x="4147935" y="3863340"/>
              <a:ext cx="1280160" cy="128016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3600" kern="1200">
                  <a:solidFill>
                    <a:schemeClr val="lt1"/>
                  </a:solidFill>
                  <a:latin typeface="+mn-lt"/>
                  <a:ea typeface="+mn-ea"/>
                  <a:cs typeface="+mn-cs"/>
                </a:defRPr>
              </a:lvl1pPr>
              <a:lvl2pPr marL="914400" algn="l" defTabSz="914400" rtl="0" eaLnBrk="1" latinLnBrk="0" hangingPunct="1">
                <a:defRPr sz="3600" kern="1200">
                  <a:solidFill>
                    <a:schemeClr val="lt1"/>
                  </a:solidFill>
                  <a:latin typeface="+mn-lt"/>
                  <a:ea typeface="+mn-ea"/>
                  <a:cs typeface="+mn-cs"/>
                </a:defRPr>
              </a:lvl2pPr>
              <a:lvl3pPr marL="1828800" algn="l" defTabSz="914400" rtl="0" eaLnBrk="1" latinLnBrk="0" hangingPunct="1">
                <a:defRPr sz="3600" kern="1200">
                  <a:solidFill>
                    <a:schemeClr val="lt1"/>
                  </a:solidFill>
                  <a:latin typeface="+mn-lt"/>
                  <a:ea typeface="+mn-ea"/>
                  <a:cs typeface="+mn-cs"/>
                </a:defRPr>
              </a:lvl3pPr>
              <a:lvl4pPr marL="2743200" algn="l" defTabSz="914400" rtl="0" eaLnBrk="1" latinLnBrk="0" hangingPunct="1">
                <a:defRPr sz="3600" kern="1200">
                  <a:solidFill>
                    <a:schemeClr val="lt1"/>
                  </a:solidFill>
                  <a:latin typeface="+mn-lt"/>
                  <a:ea typeface="+mn-ea"/>
                  <a:cs typeface="+mn-cs"/>
                </a:defRPr>
              </a:lvl4pPr>
              <a:lvl5pPr marL="3657600" algn="l" defTabSz="914400" rtl="0" eaLnBrk="1" latinLnBrk="0" hangingPunct="1">
                <a:defRPr sz="3600" kern="1200">
                  <a:solidFill>
                    <a:schemeClr val="lt1"/>
                  </a:solidFill>
                  <a:latin typeface="+mn-lt"/>
                  <a:ea typeface="+mn-ea"/>
                  <a:cs typeface="+mn-cs"/>
                </a:defRPr>
              </a:lvl5pPr>
              <a:lvl6pPr marL="4572000" algn="l" defTabSz="914400" rtl="0" eaLnBrk="1" latinLnBrk="0" hangingPunct="1">
                <a:defRPr sz="3600" kern="1200">
                  <a:solidFill>
                    <a:schemeClr val="lt1"/>
                  </a:solidFill>
                  <a:latin typeface="+mn-lt"/>
                  <a:ea typeface="+mn-ea"/>
                  <a:cs typeface="+mn-cs"/>
                </a:defRPr>
              </a:lvl6pPr>
              <a:lvl7pPr marL="5486400" algn="l" defTabSz="914400" rtl="0" eaLnBrk="1" latinLnBrk="0" hangingPunct="1">
                <a:defRPr sz="3600" kern="1200">
                  <a:solidFill>
                    <a:schemeClr val="lt1"/>
                  </a:solidFill>
                  <a:latin typeface="+mn-lt"/>
                  <a:ea typeface="+mn-ea"/>
                  <a:cs typeface="+mn-cs"/>
                </a:defRPr>
              </a:lvl7pPr>
              <a:lvl8pPr marL="6400800" algn="l" defTabSz="914400" rtl="0" eaLnBrk="1" latinLnBrk="0" hangingPunct="1">
                <a:defRPr sz="3600" kern="1200">
                  <a:solidFill>
                    <a:schemeClr val="lt1"/>
                  </a:solidFill>
                  <a:latin typeface="+mn-lt"/>
                  <a:ea typeface="+mn-ea"/>
                  <a:cs typeface="+mn-cs"/>
                </a:defRPr>
              </a:lvl8pPr>
              <a:lvl9pPr marL="7315200" algn="l" defTabSz="914400" rtl="0" eaLnBrk="1" latinLnBrk="0" hangingPunct="1">
                <a:defRPr sz="3600" kern="1200">
                  <a:solidFill>
                    <a:schemeClr val="lt1"/>
                  </a:solidFill>
                  <a:latin typeface="+mn-lt"/>
                  <a:ea typeface="+mn-ea"/>
                  <a:cs typeface="+mn-cs"/>
                </a:defRPr>
              </a:lvl9pPr>
            </a:lstStyle>
            <a:p>
              <a:pPr algn="ctr"/>
              <a:endParaRPr lang="en-US" sz="1800"/>
            </a:p>
          </p:txBody>
        </p:sp>
      </p:grpSp>
    </p:spTree>
    <p:extLst>
      <p:ext uri="{BB962C8B-B14F-4D97-AF65-F5344CB8AC3E}">
        <p14:creationId xmlns:p14="http://schemas.microsoft.com/office/powerpoint/2010/main" val="14008430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11E87DBE-2003-AB48-2452-024CA65E4D45}"/>
              </a:ext>
            </a:extLst>
          </p:cNvPr>
          <p:cNvSpPr>
            <a:spLocks noChangeAspect="1" noEditPoints="1"/>
          </p:cNvSpPr>
          <p:nvPr/>
        </p:nvSpPr>
        <p:spPr bwMode="auto">
          <a:xfrm>
            <a:off x="801219" y="839111"/>
            <a:ext cx="1047632" cy="1493911"/>
          </a:xfrm>
          <a:custGeom>
            <a:avLst/>
            <a:gdLst>
              <a:gd name="T0" fmla="*/ 2143 w 3366"/>
              <a:gd name="T1" fmla="*/ 1473 h 4805"/>
              <a:gd name="T2" fmla="*/ 3048 w 3366"/>
              <a:gd name="T3" fmla="*/ 647 h 4805"/>
              <a:gd name="T4" fmla="*/ 2125 w 3366"/>
              <a:gd name="T5" fmla="*/ 1566 h 4805"/>
              <a:gd name="T6" fmla="*/ 2057 w 3366"/>
              <a:gd name="T7" fmla="*/ 2671 h 4805"/>
              <a:gd name="T8" fmla="*/ 3001 w 3366"/>
              <a:gd name="T9" fmla="*/ 2604 h 4805"/>
              <a:gd name="T10" fmla="*/ 2223 w 3366"/>
              <a:gd name="T11" fmla="*/ 3100 h 4805"/>
              <a:gd name="T12" fmla="*/ 2581 w 3366"/>
              <a:gd name="T13" fmla="*/ 2837 h 4805"/>
              <a:gd name="T14" fmla="*/ 2033 w 3366"/>
              <a:gd name="T15" fmla="*/ 2846 h 4805"/>
              <a:gd name="T16" fmla="*/ 1346 w 3366"/>
              <a:gd name="T17" fmla="*/ 2507 h 4805"/>
              <a:gd name="T18" fmla="*/ 695 w 3366"/>
              <a:gd name="T19" fmla="*/ 2220 h 4805"/>
              <a:gd name="T20" fmla="*/ 1288 w 3366"/>
              <a:gd name="T21" fmla="*/ 1596 h 4805"/>
              <a:gd name="T22" fmla="*/ 1625 w 3366"/>
              <a:gd name="T23" fmla="*/ 2158 h 4805"/>
              <a:gd name="T24" fmla="*/ 769 w 3366"/>
              <a:gd name="T25" fmla="*/ 1849 h 4805"/>
              <a:gd name="T26" fmla="*/ 1570 w 3366"/>
              <a:gd name="T27" fmla="*/ 2312 h 4805"/>
              <a:gd name="T28" fmla="*/ 1931 w 3366"/>
              <a:gd name="T29" fmla="*/ 867 h 4805"/>
              <a:gd name="T30" fmla="*/ 2360 w 3366"/>
              <a:gd name="T31" fmla="*/ 618 h 4805"/>
              <a:gd name="T32" fmla="*/ 2933 w 3366"/>
              <a:gd name="T33" fmla="*/ 1504 h 4805"/>
              <a:gd name="T34" fmla="*/ 1831 w 3366"/>
              <a:gd name="T35" fmla="*/ 1311 h 4805"/>
              <a:gd name="T36" fmla="*/ 3216 w 3366"/>
              <a:gd name="T37" fmla="*/ 4671 h 4805"/>
              <a:gd name="T38" fmla="*/ 2511 w 3366"/>
              <a:gd name="T39" fmla="*/ 4420 h 4805"/>
              <a:gd name="T40" fmla="*/ 1873 w 3366"/>
              <a:gd name="T41" fmla="*/ 4190 h 4805"/>
              <a:gd name="T42" fmla="*/ 2169 w 3366"/>
              <a:gd name="T43" fmla="*/ 3222 h 4805"/>
              <a:gd name="T44" fmla="*/ 2583 w 3366"/>
              <a:gd name="T45" fmla="*/ 3200 h 4805"/>
              <a:gd name="T46" fmla="*/ 3124 w 3366"/>
              <a:gd name="T47" fmla="*/ 2449 h 4805"/>
              <a:gd name="T48" fmla="*/ 2189 w 3366"/>
              <a:gd name="T49" fmla="*/ 2375 h 4805"/>
              <a:gd name="T50" fmla="*/ 1808 w 3366"/>
              <a:gd name="T51" fmla="*/ 2436 h 4805"/>
              <a:gd name="T52" fmla="*/ 2439 w 3366"/>
              <a:gd name="T53" fmla="*/ 1934 h 4805"/>
              <a:gd name="T54" fmla="*/ 3068 w 3366"/>
              <a:gd name="T55" fmla="*/ 1533 h 4805"/>
              <a:gd name="T56" fmla="*/ 3201 w 3366"/>
              <a:gd name="T57" fmla="*/ 26 h 4805"/>
              <a:gd name="T58" fmla="*/ 1822 w 3366"/>
              <a:gd name="T59" fmla="*/ 790 h 4805"/>
              <a:gd name="T60" fmla="*/ 1792 w 3366"/>
              <a:gd name="T61" fmla="*/ 1858 h 4805"/>
              <a:gd name="T62" fmla="*/ 1324 w 3366"/>
              <a:gd name="T63" fmla="*/ 1468 h 4805"/>
              <a:gd name="T64" fmla="*/ 2 w 3366"/>
              <a:gd name="T65" fmla="*/ 1600 h 4805"/>
              <a:gd name="T66" fmla="*/ 586 w 3366"/>
              <a:gd name="T67" fmla="*/ 2306 h 4805"/>
              <a:gd name="T68" fmla="*/ 1399 w 3366"/>
              <a:gd name="T69" fmla="*/ 2629 h 4805"/>
              <a:gd name="T70" fmla="*/ 1829 w 3366"/>
              <a:gd name="T71" fmla="*/ 2915 h 4805"/>
              <a:gd name="T72" fmla="*/ 1620 w 3366"/>
              <a:gd name="T73" fmla="*/ 4119 h 4805"/>
              <a:gd name="T74" fmla="*/ 534 w 3366"/>
              <a:gd name="T75" fmla="*/ 4672 h 4805"/>
              <a:gd name="T76" fmla="*/ 1213 w 3366"/>
              <a:gd name="T77" fmla="*/ 4805 h 4805"/>
              <a:gd name="T78" fmla="*/ 1260 w 3366"/>
              <a:gd name="T79" fmla="*/ 4612 h 4805"/>
              <a:gd name="T80" fmla="*/ 1972 w 3366"/>
              <a:gd name="T81" fmla="*/ 4440 h 4805"/>
              <a:gd name="T82" fmla="*/ 2393 w 3366"/>
              <a:gd name="T83" fmla="*/ 4496 h 4805"/>
              <a:gd name="T84" fmla="*/ 2660 w 3366"/>
              <a:gd name="T85" fmla="*/ 4737 h 4805"/>
              <a:gd name="T86" fmla="*/ 3283 w 3366"/>
              <a:gd name="T87" fmla="*/ 4737 h 48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3366" h="4805">
                <a:moveTo>
                  <a:pt x="2125" y="1566"/>
                </a:moveTo>
                <a:lnTo>
                  <a:pt x="2125" y="1566"/>
                </a:lnTo>
                <a:cubicBezTo>
                  <a:pt x="2104" y="1535"/>
                  <a:pt x="2112" y="1494"/>
                  <a:pt x="2143" y="1473"/>
                </a:cubicBezTo>
                <a:cubicBezTo>
                  <a:pt x="2146" y="1471"/>
                  <a:pt x="2518" y="1214"/>
                  <a:pt x="2937" y="574"/>
                </a:cubicBezTo>
                <a:cubicBezTo>
                  <a:pt x="2957" y="544"/>
                  <a:pt x="2998" y="535"/>
                  <a:pt x="3029" y="555"/>
                </a:cubicBezTo>
                <a:cubicBezTo>
                  <a:pt x="3060" y="575"/>
                  <a:pt x="3068" y="616"/>
                  <a:pt x="3048" y="647"/>
                </a:cubicBezTo>
                <a:cubicBezTo>
                  <a:pt x="2613" y="1311"/>
                  <a:pt x="2233" y="1573"/>
                  <a:pt x="2217" y="1583"/>
                </a:cubicBezTo>
                <a:cubicBezTo>
                  <a:pt x="2206" y="1591"/>
                  <a:pt x="2193" y="1595"/>
                  <a:pt x="2180" y="1595"/>
                </a:cubicBezTo>
                <a:cubicBezTo>
                  <a:pt x="2159" y="1595"/>
                  <a:pt x="2138" y="1585"/>
                  <a:pt x="2125" y="1566"/>
                </a:cubicBezTo>
                <a:lnTo>
                  <a:pt x="2125" y="1566"/>
                </a:lnTo>
                <a:close/>
                <a:moveTo>
                  <a:pt x="2057" y="2671"/>
                </a:moveTo>
                <a:lnTo>
                  <a:pt x="2057" y="2671"/>
                </a:lnTo>
                <a:cubicBezTo>
                  <a:pt x="2129" y="2507"/>
                  <a:pt x="2322" y="2432"/>
                  <a:pt x="2486" y="2505"/>
                </a:cubicBezTo>
                <a:cubicBezTo>
                  <a:pt x="2494" y="2508"/>
                  <a:pt x="2503" y="2512"/>
                  <a:pt x="2507" y="2514"/>
                </a:cubicBezTo>
                <a:cubicBezTo>
                  <a:pt x="2515" y="2520"/>
                  <a:pt x="2698" y="2633"/>
                  <a:pt x="3001" y="2604"/>
                </a:cubicBezTo>
                <a:cubicBezTo>
                  <a:pt x="2903" y="2744"/>
                  <a:pt x="2724" y="2968"/>
                  <a:pt x="2518" y="3084"/>
                </a:cubicBezTo>
                <a:lnTo>
                  <a:pt x="2501" y="3093"/>
                </a:lnTo>
                <a:cubicBezTo>
                  <a:pt x="2413" y="3137"/>
                  <a:pt x="2312" y="3140"/>
                  <a:pt x="2223" y="3100"/>
                </a:cubicBezTo>
                <a:cubicBezTo>
                  <a:pt x="2172" y="3078"/>
                  <a:pt x="2127" y="3042"/>
                  <a:pt x="2094" y="2998"/>
                </a:cubicBezTo>
                <a:lnTo>
                  <a:pt x="2084" y="2981"/>
                </a:lnTo>
                <a:cubicBezTo>
                  <a:pt x="2189" y="2980"/>
                  <a:pt x="2387" y="2960"/>
                  <a:pt x="2581" y="2837"/>
                </a:cubicBezTo>
                <a:cubicBezTo>
                  <a:pt x="2612" y="2817"/>
                  <a:pt x="2621" y="2776"/>
                  <a:pt x="2601" y="2745"/>
                </a:cubicBezTo>
                <a:cubicBezTo>
                  <a:pt x="2582" y="2714"/>
                  <a:pt x="2540" y="2705"/>
                  <a:pt x="2509" y="2725"/>
                </a:cubicBezTo>
                <a:cubicBezTo>
                  <a:pt x="2299" y="2859"/>
                  <a:pt x="2078" y="2850"/>
                  <a:pt x="2033" y="2846"/>
                </a:cubicBezTo>
                <a:cubicBezTo>
                  <a:pt x="2025" y="2787"/>
                  <a:pt x="2032" y="2726"/>
                  <a:pt x="2057" y="2671"/>
                </a:cubicBezTo>
                <a:lnTo>
                  <a:pt x="2057" y="2671"/>
                </a:lnTo>
                <a:close/>
                <a:moveTo>
                  <a:pt x="1346" y="2507"/>
                </a:moveTo>
                <a:lnTo>
                  <a:pt x="1346" y="2507"/>
                </a:lnTo>
                <a:cubicBezTo>
                  <a:pt x="1100" y="2613"/>
                  <a:pt x="814" y="2499"/>
                  <a:pt x="709" y="2253"/>
                </a:cubicBezTo>
                <a:cubicBezTo>
                  <a:pt x="703" y="2241"/>
                  <a:pt x="698" y="2228"/>
                  <a:pt x="695" y="2220"/>
                </a:cubicBezTo>
                <a:cubicBezTo>
                  <a:pt x="692" y="2205"/>
                  <a:pt x="607" y="1897"/>
                  <a:pt x="233" y="1633"/>
                </a:cubicBezTo>
                <a:cubicBezTo>
                  <a:pt x="459" y="1581"/>
                  <a:pt x="904" y="1502"/>
                  <a:pt x="1259" y="1588"/>
                </a:cubicBezTo>
                <a:lnTo>
                  <a:pt x="1288" y="1596"/>
                </a:lnTo>
                <a:cubicBezTo>
                  <a:pt x="1429" y="1637"/>
                  <a:pt x="1543" y="1737"/>
                  <a:pt x="1600" y="1869"/>
                </a:cubicBezTo>
                <a:cubicBezTo>
                  <a:pt x="1633" y="1946"/>
                  <a:pt x="1646" y="2030"/>
                  <a:pt x="1637" y="2112"/>
                </a:cubicBezTo>
                <a:lnTo>
                  <a:pt x="1625" y="2158"/>
                </a:lnTo>
                <a:cubicBezTo>
                  <a:pt x="1519" y="2056"/>
                  <a:pt x="1215" y="1796"/>
                  <a:pt x="793" y="1718"/>
                </a:cubicBezTo>
                <a:cubicBezTo>
                  <a:pt x="757" y="1711"/>
                  <a:pt x="723" y="1735"/>
                  <a:pt x="716" y="1771"/>
                </a:cubicBezTo>
                <a:cubicBezTo>
                  <a:pt x="709" y="1807"/>
                  <a:pt x="733" y="1842"/>
                  <a:pt x="769" y="1849"/>
                </a:cubicBezTo>
                <a:cubicBezTo>
                  <a:pt x="1243" y="1937"/>
                  <a:pt x="1565" y="2286"/>
                  <a:pt x="1568" y="2290"/>
                </a:cubicBezTo>
                <a:cubicBezTo>
                  <a:pt x="1571" y="2293"/>
                  <a:pt x="1575" y="2294"/>
                  <a:pt x="1578" y="2297"/>
                </a:cubicBezTo>
                <a:cubicBezTo>
                  <a:pt x="1575" y="2302"/>
                  <a:pt x="1572" y="2307"/>
                  <a:pt x="1570" y="2312"/>
                </a:cubicBezTo>
                <a:cubicBezTo>
                  <a:pt x="1517" y="2399"/>
                  <a:pt x="1440" y="2467"/>
                  <a:pt x="1346" y="2507"/>
                </a:cubicBezTo>
                <a:lnTo>
                  <a:pt x="1346" y="2507"/>
                </a:lnTo>
                <a:close/>
                <a:moveTo>
                  <a:pt x="1931" y="867"/>
                </a:moveTo>
                <a:lnTo>
                  <a:pt x="1931" y="867"/>
                </a:lnTo>
                <a:cubicBezTo>
                  <a:pt x="2023" y="737"/>
                  <a:pt x="2159" y="651"/>
                  <a:pt x="2316" y="624"/>
                </a:cubicBezTo>
                <a:cubicBezTo>
                  <a:pt x="2332" y="621"/>
                  <a:pt x="2349" y="619"/>
                  <a:pt x="2360" y="618"/>
                </a:cubicBezTo>
                <a:cubicBezTo>
                  <a:pt x="2378" y="617"/>
                  <a:pt x="2770" y="605"/>
                  <a:pt x="3186" y="227"/>
                </a:cubicBezTo>
                <a:cubicBezTo>
                  <a:pt x="3186" y="495"/>
                  <a:pt x="3159" y="1064"/>
                  <a:pt x="2950" y="1472"/>
                </a:cubicBezTo>
                <a:lnTo>
                  <a:pt x="2933" y="1504"/>
                </a:lnTo>
                <a:cubicBezTo>
                  <a:pt x="2842" y="1665"/>
                  <a:pt x="2691" y="1771"/>
                  <a:pt x="2520" y="1795"/>
                </a:cubicBezTo>
                <a:cubicBezTo>
                  <a:pt x="2235" y="1835"/>
                  <a:pt x="2012" y="1644"/>
                  <a:pt x="1998" y="1632"/>
                </a:cubicBezTo>
                <a:cubicBezTo>
                  <a:pt x="1910" y="1544"/>
                  <a:pt x="1852" y="1434"/>
                  <a:pt x="1831" y="1311"/>
                </a:cubicBezTo>
                <a:cubicBezTo>
                  <a:pt x="1804" y="1154"/>
                  <a:pt x="1840" y="997"/>
                  <a:pt x="1931" y="867"/>
                </a:cubicBezTo>
                <a:lnTo>
                  <a:pt x="1931" y="867"/>
                </a:lnTo>
                <a:close/>
                <a:moveTo>
                  <a:pt x="3216" y="4671"/>
                </a:moveTo>
                <a:lnTo>
                  <a:pt x="3216" y="4671"/>
                </a:lnTo>
                <a:lnTo>
                  <a:pt x="2786" y="4671"/>
                </a:lnTo>
                <a:cubicBezTo>
                  <a:pt x="2757" y="4539"/>
                  <a:pt x="2647" y="4436"/>
                  <a:pt x="2511" y="4420"/>
                </a:cubicBezTo>
                <a:cubicBezTo>
                  <a:pt x="2465" y="4286"/>
                  <a:pt x="2339" y="4194"/>
                  <a:pt x="2193" y="4194"/>
                </a:cubicBezTo>
                <a:cubicBezTo>
                  <a:pt x="2113" y="4194"/>
                  <a:pt x="2037" y="4222"/>
                  <a:pt x="1977" y="4273"/>
                </a:cubicBezTo>
                <a:cubicBezTo>
                  <a:pt x="1946" y="4240"/>
                  <a:pt x="1911" y="4213"/>
                  <a:pt x="1873" y="4190"/>
                </a:cubicBezTo>
                <a:cubicBezTo>
                  <a:pt x="1961" y="4065"/>
                  <a:pt x="2191" y="3681"/>
                  <a:pt x="2096" y="3237"/>
                </a:cubicBezTo>
                <a:cubicBezTo>
                  <a:pt x="2091" y="3213"/>
                  <a:pt x="2085" y="3190"/>
                  <a:pt x="2080" y="3169"/>
                </a:cubicBezTo>
                <a:cubicBezTo>
                  <a:pt x="2107" y="3189"/>
                  <a:pt x="2137" y="3208"/>
                  <a:pt x="2169" y="3222"/>
                </a:cubicBezTo>
                <a:cubicBezTo>
                  <a:pt x="2228" y="3248"/>
                  <a:pt x="2291" y="3261"/>
                  <a:pt x="2354" y="3261"/>
                </a:cubicBezTo>
                <a:cubicBezTo>
                  <a:pt x="2425" y="3261"/>
                  <a:pt x="2496" y="3244"/>
                  <a:pt x="2563" y="3211"/>
                </a:cubicBezTo>
                <a:lnTo>
                  <a:pt x="2583" y="3200"/>
                </a:lnTo>
                <a:cubicBezTo>
                  <a:pt x="2927" y="3007"/>
                  <a:pt x="3186" y="2566"/>
                  <a:pt x="3197" y="2547"/>
                </a:cubicBezTo>
                <a:cubicBezTo>
                  <a:pt x="3210" y="2524"/>
                  <a:pt x="3209" y="2496"/>
                  <a:pt x="3193" y="2474"/>
                </a:cubicBezTo>
                <a:cubicBezTo>
                  <a:pt x="3177" y="2453"/>
                  <a:pt x="3150" y="2443"/>
                  <a:pt x="3124" y="2449"/>
                </a:cubicBezTo>
                <a:cubicBezTo>
                  <a:pt x="2787" y="2529"/>
                  <a:pt x="2586" y="2407"/>
                  <a:pt x="2574" y="2400"/>
                </a:cubicBezTo>
                <a:cubicBezTo>
                  <a:pt x="2563" y="2394"/>
                  <a:pt x="2552" y="2388"/>
                  <a:pt x="2540" y="2383"/>
                </a:cubicBezTo>
                <a:cubicBezTo>
                  <a:pt x="2428" y="2333"/>
                  <a:pt x="2303" y="2331"/>
                  <a:pt x="2189" y="2375"/>
                </a:cubicBezTo>
                <a:cubicBezTo>
                  <a:pt x="2075" y="2419"/>
                  <a:pt x="1985" y="2505"/>
                  <a:pt x="1935" y="2617"/>
                </a:cubicBezTo>
                <a:cubicBezTo>
                  <a:pt x="1914" y="2664"/>
                  <a:pt x="1902" y="2714"/>
                  <a:pt x="1898" y="2764"/>
                </a:cubicBezTo>
                <a:cubicBezTo>
                  <a:pt x="1858" y="2684"/>
                  <a:pt x="1826" y="2592"/>
                  <a:pt x="1808" y="2436"/>
                </a:cubicBezTo>
                <a:cubicBezTo>
                  <a:pt x="1776" y="2159"/>
                  <a:pt x="1831" y="2060"/>
                  <a:pt x="1908" y="1923"/>
                </a:cubicBezTo>
                <a:cubicBezTo>
                  <a:pt x="1930" y="1882"/>
                  <a:pt x="1955" y="1837"/>
                  <a:pt x="1980" y="1785"/>
                </a:cubicBezTo>
                <a:cubicBezTo>
                  <a:pt x="2069" y="1845"/>
                  <a:pt x="2234" y="1934"/>
                  <a:pt x="2439" y="1934"/>
                </a:cubicBezTo>
                <a:cubicBezTo>
                  <a:pt x="2471" y="1934"/>
                  <a:pt x="2505" y="1932"/>
                  <a:pt x="2539" y="1927"/>
                </a:cubicBezTo>
                <a:cubicBezTo>
                  <a:pt x="2751" y="1897"/>
                  <a:pt x="2937" y="1767"/>
                  <a:pt x="3050" y="1567"/>
                </a:cubicBezTo>
                <a:lnTo>
                  <a:pt x="3068" y="1533"/>
                </a:lnTo>
                <a:cubicBezTo>
                  <a:pt x="3366" y="951"/>
                  <a:pt x="3318" y="103"/>
                  <a:pt x="3316" y="67"/>
                </a:cubicBezTo>
                <a:cubicBezTo>
                  <a:pt x="3314" y="40"/>
                  <a:pt x="3297" y="17"/>
                  <a:pt x="3272" y="8"/>
                </a:cubicBezTo>
                <a:cubicBezTo>
                  <a:pt x="3247" y="0"/>
                  <a:pt x="3219" y="6"/>
                  <a:pt x="3201" y="26"/>
                </a:cubicBezTo>
                <a:cubicBezTo>
                  <a:pt x="2786" y="468"/>
                  <a:pt x="2362" y="485"/>
                  <a:pt x="2353" y="485"/>
                </a:cubicBezTo>
                <a:cubicBezTo>
                  <a:pt x="2333" y="487"/>
                  <a:pt x="2313" y="489"/>
                  <a:pt x="2293" y="493"/>
                </a:cubicBezTo>
                <a:cubicBezTo>
                  <a:pt x="2102" y="526"/>
                  <a:pt x="1934" y="631"/>
                  <a:pt x="1822" y="790"/>
                </a:cubicBezTo>
                <a:cubicBezTo>
                  <a:pt x="1710" y="949"/>
                  <a:pt x="1667" y="1142"/>
                  <a:pt x="1700" y="1333"/>
                </a:cubicBezTo>
                <a:cubicBezTo>
                  <a:pt x="1724" y="1469"/>
                  <a:pt x="1784" y="1593"/>
                  <a:pt x="1875" y="1694"/>
                </a:cubicBezTo>
                <a:cubicBezTo>
                  <a:pt x="1847" y="1757"/>
                  <a:pt x="1819" y="1808"/>
                  <a:pt x="1792" y="1858"/>
                </a:cubicBezTo>
                <a:cubicBezTo>
                  <a:pt x="1779" y="1880"/>
                  <a:pt x="1767" y="1902"/>
                  <a:pt x="1756" y="1924"/>
                </a:cubicBezTo>
                <a:cubicBezTo>
                  <a:pt x="1747" y="1887"/>
                  <a:pt x="1737" y="1851"/>
                  <a:pt x="1722" y="1817"/>
                </a:cubicBezTo>
                <a:cubicBezTo>
                  <a:pt x="1649" y="1648"/>
                  <a:pt x="1505" y="1521"/>
                  <a:pt x="1324" y="1468"/>
                </a:cubicBezTo>
                <a:lnTo>
                  <a:pt x="1292" y="1459"/>
                </a:lnTo>
                <a:cubicBezTo>
                  <a:pt x="759" y="1330"/>
                  <a:pt x="77" y="1535"/>
                  <a:pt x="49" y="1544"/>
                </a:cubicBezTo>
                <a:cubicBezTo>
                  <a:pt x="23" y="1552"/>
                  <a:pt x="5" y="1574"/>
                  <a:pt x="2" y="1600"/>
                </a:cubicBezTo>
                <a:cubicBezTo>
                  <a:pt x="0" y="1627"/>
                  <a:pt x="12" y="1652"/>
                  <a:pt x="35" y="1665"/>
                </a:cubicBezTo>
                <a:cubicBezTo>
                  <a:pt x="470" y="1913"/>
                  <a:pt x="566" y="2250"/>
                  <a:pt x="568" y="2258"/>
                </a:cubicBezTo>
                <a:cubicBezTo>
                  <a:pt x="573" y="2274"/>
                  <a:pt x="580" y="2290"/>
                  <a:pt x="586" y="2306"/>
                </a:cubicBezTo>
                <a:cubicBezTo>
                  <a:pt x="652" y="2457"/>
                  <a:pt x="772" y="2575"/>
                  <a:pt x="926" y="2636"/>
                </a:cubicBezTo>
                <a:cubicBezTo>
                  <a:pt x="1000" y="2665"/>
                  <a:pt x="1077" y="2680"/>
                  <a:pt x="1154" y="2680"/>
                </a:cubicBezTo>
                <a:cubicBezTo>
                  <a:pt x="1237" y="2680"/>
                  <a:pt x="1320" y="2663"/>
                  <a:pt x="1399" y="2629"/>
                </a:cubicBezTo>
                <a:cubicBezTo>
                  <a:pt x="1510" y="2581"/>
                  <a:pt x="1603" y="2502"/>
                  <a:pt x="1671" y="2399"/>
                </a:cubicBezTo>
                <a:cubicBezTo>
                  <a:pt x="1672" y="2415"/>
                  <a:pt x="1674" y="2433"/>
                  <a:pt x="1676" y="2451"/>
                </a:cubicBezTo>
                <a:cubicBezTo>
                  <a:pt x="1703" y="2692"/>
                  <a:pt x="1767" y="2806"/>
                  <a:pt x="1829" y="2915"/>
                </a:cubicBezTo>
                <a:cubicBezTo>
                  <a:pt x="1878" y="3004"/>
                  <a:pt x="1930" y="3095"/>
                  <a:pt x="1966" y="3265"/>
                </a:cubicBezTo>
                <a:cubicBezTo>
                  <a:pt x="2057" y="3688"/>
                  <a:pt x="1800" y="4065"/>
                  <a:pt x="1748" y="4137"/>
                </a:cubicBezTo>
                <a:cubicBezTo>
                  <a:pt x="1707" y="4125"/>
                  <a:pt x="1664" y="4119"/>
                  <a:pt x="1620" y="4119"/>
                </a:cubicBezTo>
                <a:cubicBezTo>
                  <a:pt x="1348" y="4119"/>
                  <a:pt x="1127" y="4340"/>
                  <a:pt x="1127" y="4612"/>
                </a:cubicBezTo>
                <a:cubicBezTo>
                  <a:pt x="1127" y="4632"/>
                  <a:pt x="1128" y="4652"/>
                  <a:pt x="1131" y="4672"/>
                </a:cubicBezTo>
                <a:lnTo>
                  <a:pt x="534" y="4672"/>
                </a:lnTo>
                <a:cubicBezTo>
                  <a:pt x="498" y="4672"/>
                  <a:pt x="468" y="4701"/>
                  <a:pt x="468" y="4738"/>
                </a:cubicBezTo>
                <a:cubicBezTo>
                  <a:pt x="468" y="4775"/>
                  <a:pt x="498" y="4805"/>
                  <a:pt x="534" y="4805"/>
                </a:cubicBezTo>
                <a:lnTo>
                  <a:pt x="1213" y="4805"/>
                </a:lnTo>
                <a:cubicBezTo>
                  <a:pt x="1234" y="4805"/>
                  <a:pt x="1254" y="4795"/>
                  <a:pt x="1266" y="4777"/>
                </a:cubicBezTo>
                <a:cubicBezTo>
                  <a:pt x="1279" y="4760"/>
                  <a:pt x="1282" y="4739"/>
                  <a:pt x="1276" y="4718"/>
                </a:cubicBezTo>
                <a:cubicBezTo>
                  <a:pt x="1266" y="4684"/>
                  <a:pt x="1260" y="4648"/>
                  <a:pt x="1260" y="4612"/>
                </a:cubicBezTo>
                <a:cubicBezTo>
                  <a:pt x="1260" y="4413"/>
                  <a:pt x="1422" y="4252"/>
                  <a:pt x="1620" y="4252"/>
                </a:cubicBezTo>
                <a:cubicBezTo>
                  <a:pt x="1740" y="4252"/>
                  <a:pt x="1851" y="4311"/>
                  <a:pt x="1918" y="4411"/>
                </a:cubicBezTo>
                <a:cubicBezTo>
                  <a:pt x="1930" y="4429"/>
                  <a:pt x="1951" y="4440"/>
                  <a:pt x="1972" y="4440"/>
                </a:cubicBezTo>
                <a:cubicBezTo>
                  <a:pt x="1993" y="4438"/>
                  <a:pt x="2015" y="4430"/>
                  <a:pt x="2027" y="4412"/>
                </a:cubicBezTo>
                <a:cubicBezTo>
                  <a:pt x="2066" y="4359"/>
                  <a:pt x="2128" y="4327"/>
                  <a:pt x="2193" y="4327"/>
                </a:cubicBezTo>
                <a:cubicBezTo>
                  <a:pt x="2293" y="4327"/>
                  <a:pt x="2377" y="4398"/>
                  <a:pt x="2393" y="4496"/>
                </a:cubicBezTo>
                <a:cubicBezTo>
                  <a:pt x="2399" y="4530"/>
                  <a:pt x="2430" y="4553"/>
                  <a:pt x="2463" y="4552"/>
                </a:cubicBezTo>
                <a:lnTo>
                  <a:pt x="2473" y="4551"/>
                </a:lnTo>
                <a:cubicBezTo>
                  <a:pt x="2576" y="4551"/>
                  <a:pt x="2660" y="4635"/>
                  <a:pt x="2660" y="4737"/>
                </a:cubicBezTo>
                <a:cubicBezTo>
                  <a:pt x="2660" y="4774"/>
                  <a:pt x="2689" y="4804"/>
                  <a:pt x="2726" y="4804"/>
                </a:cubicBezTo>
                <a:lnTo>
                  <a:pt x="3216" y="4804"/>
                </a:lnTo>
                <a:cubicBezTo>
                  <a:pt x="3253" y="4804"/>
                  <a:pt x="3283" y="4774"/>
                  <a:pt x="3283" y="4737"/>
                </a:cubicBezTo>
                <a:cubicBezTo>
                  <a:pt x="3283" y="4701"/>
                  <a:pt x="3253" y="4671"/>
                  <a:pt x="3216" y="4671"/>
                </a:cubicBezTo>
                <a:close/>
              </a:path>
            </a:pathLst>
          </a:custGeom>
          <a:solidFill>
            <a:schemeClr val="bg2"/>
          </a:solidFill>
          <a:ln w="0">
            <a:noFill/>
            <a:prstDash val="solid"/>
            <a:round/>
            <a:headEnd/>
            <a:tailEnd/>
          </a:ln>
        </p:spPr>
        <p:txBody>
          <a:bodyPr vert="horz" wrap="square" lIns="91440" tIns="45720" rIns="91440" bIns="45720" numCol="1" anchor="t" anchorCtr="0" compatLnSpc="1">
            <a:prstTxWarp prst="textNoShape">
              <a:avLst/>
            </a:prstTxWarp>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a:p>
        </p:txBody>
      </p:sp>
      <p:sp>
        <p:nvSpPr>
          <p:cNvPr id="6" name="Title 5">
            <a:extLst>
              <a:ext uri="{FF2B5EF4-FFF2-40B4-BE49-F238E27FC236}">
                <a16:creationId xmlns:a16="http://schemas.microsoft.com/office/drawing/2014/main" id="{19696A68-5F0F-6D02-2421-13548B144192}"/>
              </a:ext>
            </a:extLst>
          </p:cNvPr>
          <p:cNvSpPr>
            <a:spLocks noGrp="1"/>
          </p:cNvSpPr>
          <p:nvPr>
            <p:ph type="title"/>
          </p:nvPr>
        </p:nvSpPr>
        <p:spPr>
          <a:xfrm>
            <a:off x="2358558" y="839111"/>
            <a:ext cx="7869175" cy="1493911"/>
          </a:xfrm>
        </p:spPr>
        <p:txBody>
          <a:bodyPr>
            <a:normAutofit fontScale="90000"/>
          </a:bodyPr>
          <a:lstStyle/>
          <a:p>
            <a:r>
              <a:rPr lang="en-US">
                <a:latin typeface="+mn-lt"/>
              </a:rPr>
              <a:t>Open Source</a:t>
            </a:r>
            <a:br>
              <a:rPr lang="en-US">
                <a:latin typeface="+mn-lt"/>
              </a:rPr>
            </a:br>
            <a:r>
              <a:rPr lang="en-US">
                <a:latin typeface="+mn-lt"/>
              </a:rPr>
              <a:t>Community of Practice</a:t>
            </a:r>
          </a:p>
        </p:txBody>
      </p:sp>
      <p:sp>
        <p:nvSpPr>
          <p:cNvPr id="9" name="Rounded Rectangle 8">
            <a:extLst>
              <a:ext uri="{FF2B5EF4-FFF2-40B4-BE49-F238E27FC236}">
                <a16:creationId xmlns:a16="http://schemas.microsoft.com/office/drawing/2014/main" id="{01A2E716-15EA-1AEC-F960-3D8D78AD9412}"/>
              </a:ext>
            </a:extLst>
          </p:cNvPr>
          <p:cNvSpPr/>
          <p:nvPr/>
        </p:nvSpPr>
        <p:spPr>
          <a:xfrm>
            <a:off x="-518962" y="4496289"/>
            <a:ext cx="10365139" cy="3369734"/>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60644F9A-C90A-8B97-5507-80E649FB90D2}"/>
              </a:ext>
            </a:extLst>
          </p:cNvPr>
          <p:cNvSpPr txBox="1"/>
          <p:nvPr/>
        </p:nvSpPr>
        <p:spPr>
          <a:xfrm>
            <a:off x="801219" y="5162992"/>
            <a:ext cx="8741277" cy="2036327"/>
          </a:xfrm>
          <a:prstGeom prst="rect">
            <a:avLst/>
          </a:prstGeom>
          <a:noFill/>
        </p:spPr>
        <p:txBody>
          <a:bodyPr wrap="square">
            <a:spAutoFit/>
          </a:bodyPr>
          <a:lstStyle/>
          <a:p>
            <a:pPr marL="0" indent="0">
              <a:lnSpc>
                <a:spcPct val="120000"/>
              </a:lnSpc>
              <a:spcBef>
                <a:spcPts val="0"/>
              </a:spcBef>
              <a:spcAft>
                <a:spcPts val="0"/>
              </a:spcAft>
              <a:buNone/>
            </a:pPr>
            <a:r>
              <a:rPr lang="en-US" sz="3600">
                <a:solidFill>
                  <a:schemeClr val="tx2"/>
                </a:solidFill>
              </a:rPr>
              <a:t>a cross-functional group of practitioners committed to working the open source way at SAS.</a:t>
            </a:r>
          </a:p>
        </p:txBody>
      </p:sp>
      <p:sp>
        <p:nvSpPr>
          <p:cNvPr id="10" name="TextBox 9">
            <a:extLst>
              <a:ext uri="{FF2B5EF4-FFF2-40B4-BE49-F238E27FC236}">
                <a16:creationId xmlns:a16="http://schemas.microsoft.com/office/drawing/2014/main" id="{59830B14-A07E-EDB4-425F-267664EA9F32}"/>
              </a:ext>
            </a:extLst>
          </p:cNvPr>
          <p:cNvSpPr txBox="1"/>
          <p:nvPr/>
        </p:nvSpPr>
        <p:spPr>
          <a:xfrm>
            <a:off x="993165" y="2770310"/>
            <a:ext cx="8927205" cy="400879"/>
          </a:xfrm>
          <a:prstGeom prst="rect">
            <a:avLst/>
          </a:prstGeom>
          <a:noFill/>
        </p:spPr>
        <p:txBody>
          <a:bodyPr wrap="square" lIns="0" tIns="0" rIns="0" bIns="0" rtlCol="0">
            <a:spAutoFit/>
          </a:bodyPr>
          <a:lstStyle/>
          <a:p>
            <a:pPr>
              <a:lnSpc>
                <a:spcPct val="130000"/>
              </a:lnSpc>
            </a:pPr>
            <a:r>
              <a:rPr lang="en-US" sz="2200">
                <a:solidFill>
                  <a:schemeClr val="accent5"/>
                </a:solidFill>
                <a:latin typeface="+mj-lt"/>
              </a:rPr>
              <a:t>Presented by the Open Source Program Office</a:t>
            </a:r>
          </a:p>
        </p:txBody>
      </p:sp>
      <p:sp>
        <p:nvSpPr>
          <p:cNvPr id="11" name="Text Placeholder 13">
            <a:extLst>
              <a:ext uri="{FF2B5EF4-FFF2-40B4-BE49-F238E27FC236}">
                <a16:creationId xmlns:a16="http://schemas.microsoft.com/office/drawing/2014/main" id="{2675FD89-F422-5F9C-BAFD-7103FFFADE10}"/>
              </a:ext>
            </a:extLst>
          </p:cNvPr>
          <p:cNvSpPr txBox="1">
            <a:spLocks/>
          </p:cNvSpPr>
          <p:nvPr/>
        </p:nvSpPr>
        <p:spPr>
          <a:xfrm>
            <a:off x="12735208" y="1162141"/>
            <a:ext cx="3999296" cy="592137"/>
          </a:xfrm>
          <a:prstGeom prst="rect">
            <a:avLst/>
          </a:prstGeom>
        </p:spPr>
        <p:txBody>
          <a:bodyPr vert="horz" lIns="0" tIns="0" rIns="0" bIns="0" rtlCol="0" anchor="ctr">
            <a:normAutofit/>
          </a:bodyPr>
          <a:lstStyle>
            <a:lvl1pPr marL="365760" indent="-365760" algn="l" defTabSz="1371600" rtl="0" eaLnBrk="1" latinLnBrk="0" hangingPunct="1">
              <a:lnSpc>
                <a:spcPct val="114000"/>
              </a:lnSpc>
              <a:spcBef>
                <a:spcPts val="1000"/>
              </a:spcBef>
              <a:spcAft>
                <a:spcPts val="1000"/>
              </a:spcAft>
              <a:buClr>
                <a:schemeClr val="accent5"/>
              </a:buClr>
              <a:buSzPct val="100000"/>
              <a:buFont typeface="Anova Light" panose="020B0403020203020204" pitchFamily="34" charset="0"/>
              <a:buChar char="•"/>
              <a:defRPr sz="2400" b="0" i="0" kern="1200">
                <a:solidFill>
                  <a:schemeClr val="tx2"/>
                </a:solidFill>
                <a:latin typeface="+mn-lt"/>
                <a:ea typeface="+mn-ea"/>
                <a:cs typeface="+mn-cs"/>
              </a:defRPr>
            </a:lvl1pPr>
            <a:lvl2pPr marL="731520" indent="-365760" algn="l" defTabSz="1371600" rtl="0" eaLnBrk="1" latinLnBrk="0" hangingPunct="1">
              <a:lnSpc>
                <a:spcPct val="114000"/>
              </a:lnSpc>
              <a:spcBef>
                <a:spcPts val="1000"/>
              </a:spcBef>
              <a:spcAft>
                <a:spcPts val="1000"/>
              </a:spcAft>
              <a:buClr>
                <a:schemeClr val="accent5"/>
              </a:buClr>
              <a:buSzPct val="100000"/>
              <a:buFont typeface="Arial" panose="020B0604020202020204" pitchFamily="34" charset="0"/>
              <a:buChar char="•"/>
              <a:defRPr sz="2400" b="0" i="0" kern="1200">
                <a:solidFill>
                  <a:schemeClr val="tx2"/>
                </a:solidFill>
                <a:latin typeface="+mn-lt"/>
                <a:ea typeface="+mn-ea"/>
                <a:cs typeface="+mn-cs"/>
              </a:defRPr>
            </a:lvl2pPr>
            <a:lvl3pPr marL="1097280" indent="-365760" algn="l" defTabSz="1371600" rtl="0" eaLnBrk="1" latinLnBrk="0" hangingPunct="1">
              <a:lnSpc>
                <a:spcPct val="114000"/>
              </a:lnSpc>
              <a:spcBef>
                <a:spcPts val="1000"/>
              </a:spcBef>
              <a:spcAft>
                <a:spcPts val="1000"/>
              </a:spcAft>
              <a:buClr>
                <a:schemeClr val="accent5"/>
              </a:buClr>
              <a:buSzPct val="100000"/>
              <a:buFont typeface="Anova Light" panose="020B0403020203020204" pitchFamily="34" charset="0"/>
              <a:buChar char="•"/>
              <a:defRPr sz="2400" b="0" i="0" kern="1200">
                <a:solidFill>
                  <a:schemeClr val="tx2"/>
                </a:solidFill>
                <a:latin typeface="+mn-lt"/>
                <a:ea typeface="+mn-ea"/>
                <a:cs typeface="+mn-cs"/>
              </a:defRPr>
            </a:lvl3pPr>
            <a:lvl4pPr marL="2400300" indent="-342900" algn="l" defTabSz="1371600" rtl="0" eaLnBrk="1" latinLnBrk="0" hangingPunct="1">
              <a:lnSpc>
                <a:spcPct val="114000"/>
              </a:lnSpc>
              <a:spcBef>
                <a:spcPts val="1000"/>
              </a:spcBef>
              <a:spcAft>
                <a:spcPts val="1000"/>
              </a:spcAft>
              <a:buClr>
                <a:schemeClr val="accent5"/>
              </a:buClr>
              <a:buSzPct val="100000"/>
              <a:buFont typeface="Anova Light" panose="020B0403020203020204" pitchFamily="34" charset="0"/>
              <a:buChar char="•"/>
              <a:defRPr sz="2400" b="0" kern="1200">
                <a:solidFill>
                  <a:schemeClr val="tx1"/>
                </a:solidFill>
                <a:latin typeface="+mn-lt"/>
                <a:ea typeface="+mn-ea"/>
                <a:cs typeface="+mn-cs"/>
              </a:defRPr>
            </a:lvl4pPr>
            <a:lvl5pPr marL="3086100" indent="-342900" algn="l" defTabSz="1371600" rtl="0" eaLnBrk="1" latinLnBrk="0" hangingPunct="1">
              <a:lnSpc>
                <a:spcPct val="114000"/>
              </a:lnSpc>
              <a:spcBef>
                <a:spcPts val="1000"/>
              </a:spcBef>
              <a:spcAft>
                <a:spcPts val="1000"/>
              </a:spcAft>
              <a:buClr>
                <a:schemeClr val="accent5"/>
              </a:buClr>
              <a:buFont typeface="Anova Light" panose="020B0403020203020204" pitchFamily="34" charset="0"/>
              <a:buChar char="•"/>
              <a:defRPr sz="2400" b="0" kern="1200">
                <a:solidFill>
                  <a:schemeClr val="tx1"/>
                </a:solidFill>
                <a:latin typeface="+mn-lt"/>
                <a:ea typeface="+mn-ea"/>
                <a:cs typeface="+mn-cs"/>
              </a:defRPr>
            </a:lvl5pPr>
            <a:lvl6pPr marL="3771900" indent="-342900" algn="l" defTabSz="1371600" rtl="0" eaLnBrk="1" latinLnBrk="0" hangingPunct="1">
              <a:lnSpc>
                <a:spcPct val="90000"/>
              </a:lnSpc>
              <a:spcBef>
                <a:spcPts val="750"/>
              </a:spcBef>
              <a:buFont typeface="Anova Light" panose="020B0403020203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nova Light" panose="020B0403020203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nova Light" panose="020B0403020203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nova Light" panose="020B0403020203020204" pitchFamily="34" charset="0"/>
              <a:buChar char="•"/>
              <a:defRPr sz="2700" kern="1200">
                <a:solidFill>
                  <a:schemeClr val="tx1"/>
                </a:solidFill>
                <a:latin typeface="+mn-lt"/>
                <a:ea typeface="+mn-ea"/>
                <a:cs typeface="+mn-cs"/>
              </a:defRPr>
            </a:lvl9pPr>
          </a:lstStyle>
          <a:p>
            <a:pPr marL="0" indent="0">
              <a:buFont typeface="Anova Light" panose="020B0403020203020204" pitchFamily="34" charset="0"/>
              <a:buNone/>
            </a:pPr>
            <a:r>
              <a:rPr lang="en-US" sz="2000">
                <a:solidFill>
                  <a:schemeClr val="bg2"/>
                </a:solidFill>
                <a:latin typeface="+mj-lt"/>
              </a:rPr>
              <a:t>Search</a:t>
            </a:r>
          </a:p>
        </p:txBody>
      </p:sp>
      <p:sp>
        <p:nvSpPr>
          <p:cNvPr id="12" name="Text Placeholder 14">
            <a:extLst>
              <a:ext uri="{FF2B5EF4-FFF2-40B4-BE49-F238E27FC236}">
                <a16:creationId xmlns:a16="http://schemas.microsoft.com/office/drawing/2014/main" id="{9D279373-7A82-1F2F-9C74-C1655A22FA98}"/>
              </a:ext>
            </a:extLst>
          </p:cNvPr>
          <p:cNvSpPr txBox="1">
            <a:spLocks/>
          </p:cNvSpPr>
          <p:nvPr/>
        </p:nvSpPr>
        <p:spPr>
          <a:xfrm>
            <a:off x="12733619" y="1815718"/>
            <a:ext cx="4000884" cy="1042489"/>
          </a:xfrm>
          <a:prstGeom prst="rect">
            <a:avLst/>
          </a:prstGeom>
        </p:spPr>
        <p:txBody>
          <a:bodyPr vert="horz" lIns="0" tIns="0" rIns="0" bIns="0" rtlCol="0">
            <a:normAutofit/>
          </a:bodyPr>
          <a:lstStyle>
            <a:lvl1pPr marL="365760" indent="-365760" algn="l" defTabSz="1371600" rtl="0" eaLnBrk="1" latinLnBrk="0" hangingPunct="1">
              <a:lnSpc>
                <a:spcPct val="114000"/>
              </a:lnSpc>
              <a:spcBef>
                <a:spcPts val="1000"/>
              </a:spcBef>
              <a:spcAft>
                <a:spcPts val="1000"/>
              </a:spcAft>
              <a:buClr>
                <a:schemeClr val="accent5"/>
              </a:buClr>
              <a:buSzPct val="100000"/>
              <a:buFont typeface="Anova Light" panose="020B0403020203020204" pitchFamily="34" charset="0"/>
              <a:buChar char="•"/>
              <a:defRPr sz="2400" b="0" i="0" kern="1200">
                <a:solidFill>
                  <a:schemeClr val="tx2"/>
                </a:solidFill>
                <a:latin typeface="+mn-lt"/>
                <a:ea typeface="+mn-ea"/>
                <a:cs typeface="+mn-cs"/>
              </a:defRPr>
            </a:lvl1pPr>
            <a:lvl2pPr marL="731520" indent="-365760" algn="l" defTabSz="1371600" rtl="0" eaLnBrk="1" latinLnBrk="0" hangingPunct="1">
              <a:lnSpc>
                <a:spcPct val="114000"/>
              </a:lnSpc>
              <a:spcBef>
                <a:spcPts val="1000"/>
              </a:spcBef>
              <a:spcAft>
                <a:spcPts val="1000"/>
              </a:spcAft>
              <a:buClr>
                <a:schemeClr val="accent5"/>
              </a:buClr>
              <a:buSzPct val="100000"/>
              <a:buFont typeface="Arial" panose="020B0604020202020204" pitchFamily="34" charset="0"/>
              <a:buChar char="•"/>
              <a:defRPr sz="2400" b="0" i="0" kern="1200">
                <a:solidFill>
                  <a:schemeClr val="tx2"/>
                </a:solidFill>
                <a:latin typeface="+mn-lt"/>
                <a:ea typeface="+mn-ea"/>
                <a:cs typeface="+mn-cs"/>
              </a:defRPr>
            </a:lvl2pPr>
            <a:lvl3pPr marL="1097280" indent="-365760" algn="l" defTabSz="1371600" rtl="0" eaLnBrk="1" latinLnBrk="0" hangingPunct="1">
              <a:lnSpc>
                <a:spcPct val="114000"/>
              </a:lnSpc>
              <a:spcBef>
                <a:spcPts val="1000"/>
              </a:spcBef>
              <a:spcAft>
                <a:spcPts val="1000"/>
              </a:spcAft>
              <a:buClr>
                <a:schemeClr val="accent5"/>
              </a:buClr>
              <a:buSzPct val="100000"/>
              <a:buFont typeface="Anova Light" panose="020B0403020203020204" pitchFamily="34" charset="0"/>
              <a:buChar char="•"/>
              <a:defRPr sz="2400" b="0" i="0" kern="1200">
                <a:solidFill>
                  <a:schemeClr val="tx2"/>
                </a:solidFill>
                <a:latin typeface="+mn-lt"/>
                <a:ea typeface="+mn-ea"/>
                <a:cs typeface="+mn-cs"/>
              </a:defRPr>
            </a:lvl3pPr>
            <a:lvl4pPr marL="2400300" indent="-342900" algn="l" defTabSz="1371600" rtl="0" eaLnBrk="1" latinLnBrk="0" hangingPunct="1">
              <a:lnSpc>
                <a:spcPct val="114000"/>
              </a:lnSpc>
              <a:spcBef>
                <a:spcPts val="1000"/>
              </a:spcBef>
              <a:spcAft>
                <a:spcPts val="1000"/>
              </a:spcAft>
              <a:buClr>
                <a:schemeClr val="accent5"/>
              </a:buClr>
              <a:buSzPct val="100000"/>
              <a:buFont typeface="Anova Light" panose="020B0403020203020204" pitchFamily="34" charset="0"/>
              <a:buChar char="•"/>
              <a:defRPr sz="2400" b="0" kern="1200">
                <a:solidFill>
                  <a:schemeClr val="tx1"/>
                </a:solidFill>
                <a:latin typeface="+mn-lt"/>
                <a:ea typeface="+mn-ea"/>
                <a:cs typeface="+mn-cs"/>
              </a:defRPr>
            </a:lvl4pPr>
            <a:lvl5pPr marL="3086100" indent="-342900" algn="l" defTabSz="1371600" rtl="0" eaLnBrk="1" latinLnBrk="0" hangingPunct="1">
              <a:lnSpc>
                <a:spcPct val="114000"/>
              </a:lnSpc>
              <a:spcBef>
                <a:spcPts val="1000"/>
              </a:spcBef>
              <a:spcAft>
                <a:spcPts val="1000"/>
              </a:spcAft>
              <a:buClr>
                <a:schemeClr val="accent5"/>
              </a:buClr>
              <a:buFont typeface="Anova Light" panose="020B0403020203020204" pitchFamily="34" charset="0"/>
              <a:buChar char="•"/>
              <a:defRPr sz="2400" b="0" kern="1200">
                <a:solidFill>
                  <a:schemeClr val="tx1"/>
                </a:solidFill>
                <a:latin typeface="+mn-lt"/>
                <a:ea typeface="+mn-ea"/>
                <a:cs typeface="+mn-cs"/>
              </a:defRPr>
            </a:lvl5pPr>
            <a:lvl6pPr marL="3771900" indent="-342900" algn="l" defTabSz="1371600" rtl="0" eaLnBrk="1" latinLnBrk="0" hangingPunct="1">
              <a:lnSpc>
                <a:spcPct val="90000"/>
              </a:lnSpc>
              <a:spcBef>
                <a:spcPts val="750"/>
              </a:spcBef>
              <a:buFont typeface="Anova Light" panose="020B0403020203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nova Light" panose="020B0403020203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nova Light" panose="020B0403020203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nova Light" panose="020B0403020203020204" pitchFamily="34" charset="0"/>
              <a:buChar char="•"/>
              <a:defRPr sz="2700" kern="1200">
                <a:solidFill>
                  <a:schemeClr val="tx1"/>
                </a:solidFill>
                <a:latin typeface="+mn-lt"/>
                <a:ea typeface="+mn-ea"/>
                <a:cs typeface="+mn-cs"/>
              </a:defRPr>
            </a:lvl9pPr>
          </a:lstStyle>
          <a:p>
            <a:pPr marL="0" indent="0">
              <a:buFont typeface="Anova Light" panose="020B0403020203020204" pitchFamily="34" charset="0"/>
              <a:buNone/>
            </a:pPr>
            <a:r>
              <a:rPr lang="en-US" sz="2000"/>
              <a:t>Find “Open Source Community of Practice” on R&amp;D Confluence.</a:t>
            </a:r>
          </a:p>
        </p:txBody>
      </p:sp>
      <p:pic>
        <p:nvPicPr>
          <p:cNvPr id="13" name="Icon Link" descr="Chain links">
            <a:extLst>
              <a:ext uri="{FF2B5EF4-FFF2-40B4-BE49-F238E27FC236}">
                <a16:creationId xmlns:a16="http://schemas.microsoft.com/office/drawing/2014/main" id="{DDD7AB20-FA75-B83D-59B0-50176CA1F3FA}"/>
              </a:ext>
            </a:extLst>
          </p:cNvPr>
          <p:cNvPicPr>
            <a:picLocks noChangeAspect="1"/>
          </p:cNvPicPr>
          <p:nvPr/>
        </p:nvPicPr>
        <p:blipFill>
          <a:blip>
            <a:extLst>
              <a:ext uri="{96DAC541-7B7A-43D3-8B79-37D633B846F1}">
                <asvg:svgBlip xmlns:asvg="http://schemas.microsoft.com/office/drawing/2016/SVG/main" r:embed="rId2"/>
              </a:ext>
            </a:extLst>
          </a:blip>
          <a:srcRect l="33" r="33"/>
          <a:stretch/>
        </p:blipFill>
        <p:spPr>
          <a:xfrm>
            <a:off x="11565625" y="1207578"/>
            <a:ext cx="687127" cy="687585"/>
          </a:xfrm>
          <a:prstGeom prst="rect">
            <a:avLst/>
          </a:prstGeom>
        </p:spPr>
      </p:pic>
      <p:sp>
        <p:nvSpPr>
          <p:cNvPr id="14" name="Text Placeholder 13">
            <a:extLst>
              <a:ext uri="{FF2B5EF4-FFF2-40B4-BE49-F238E27FC236}">
                <a16:creationId xmlns:a16="http://schemas.microsoft.com/office/drawing/2014/main" id="{8EA5C9F5-4D39-1E54-255E-93CA3BFCF744}"/>
              </a:ext>
            </a:extLst>
          </p:cNvPr>
          <p:cNvSpPr txBox="1">
            <a:spLocks/>
          </p:cNvSpPr>
          <p:nvPr/>
        </p:nvSpPr>
        <p:spPr>
          <a:xfrm>
            <a:off x="12776924" y="5082725"/>
            <a:ext cx="4000774" cy="592137"/>
          </a:xfrm>
          <a:prstGeom prst="rect">
            <a:avLst/>
          </a:prstGeom>
        </p:spPr>
        <p:txBody>
          <a:bodyPr vert="horz" lIns="0" tIns="0" rIns="0" bIns="0" rtlCol="0" anchor="ctr">
            <a:normAutofit/>
          </a:bodyPr>
          <a:lstStyle>
            <a:lvl1pPr marL="365760" indent="-365760" algn="l" defTabSz="1371600" rtl="0" eaLnBrk="1" latinLnBrk="0" hangingPunct="1">
              <a:lnSpc>
                <a:spcPct val="114000"/>
              </a:lnSpc>
              <a:spcBef>
                <a:spcPts val="1000"/>
              </a:spcBef>
              <a:spcAft>
                <a:spcPts val="1000"/>
              </a:spcAft>
              <a:buClr>
                <a:schemeClr val="accent5"/>
              </a:buClr>
              <a:buSzPct val="100000"/>
              <a:buFont typeface="Anova Light" panose="020B0403020203020204" pitchFamily="34" charset="0"/>
              <a:buChar char="•"/>
              <a:defRPr sz="2400" b="0" i="0" kern="1200">
                <a:solidFill>
                  <a:schemeClr val="tx1"/>
                </a:solidFill>
                <a:latin typeface="+mn-lt"/>
                <a:ea typeface="+mn-ea"/>
                <a:cs typeface="+mn-cs"/>
              </a:defRPr>
            </a:lvl1pPr>
            <a:lvl2pPr marL="731520" indent="-365760" algn="l" defTabSz="1371600" rtl="0" eaLnBrk="1" latinLnBrk="0" hangingPunct="1">
              <a:lnSpc>
                <a:spcPct val="114000"/>
              </a:lnSpc>
              <a:spcBef>
                <a:spcPts val="1000"/>
              </a:spcBef>
              <a:spcAft>
                <a:spcPts val="1000"/>
              </a:spcAft>
              <a:buClr>
                <a:schemeClr val="accent5"/>
              </a:buClr>
              <a:buSzPct val="100000"/>
              <a:buFont typeface="Arial" panose="020B0604020202020204" pitchFamily="34" charset="0"/>
              <a:buChar char="•"/>
              <a:defRPr sz="2400" b="0" i="0" kern="1200">
                <a:solidFill>
                  <a:schemeClr val="tx1"/>
                </a:solidFill>
                <a:latin typeface="+mn-lt"/>
                <a:ea typeface="+mn-ea"/>
                <a:cs typeface="+mn-cs"/>
              </a:defRPr>
            </a:lvl2pPr>
            <a:lvl3pPr marL="1097280" indent="-365760" algn="l" defTabSz="1371600" rtl="0" eaLnBrk="1" latinLnBrk="0" hangingPunct="1">
              <a:lnSpc>
                <a:spcPct val="114000"/>
              </a:lnSpc>
              <a:spcBef>
                <a:spcPts val="1000"/>
              </a:spcBef>
              <a:spcAft>
                <a:spcPts val="1000"/>
              </a:spcAft>
              <a:buClr>
                <a:schemeClr val="accent5"/>
              </a:buClr>
              <a:buSzPct val="100000"/>
              <a:buFont typeface="Anova Light" panose="020B0403020203020204" pitchFamily="34" charset="0"/>
              <a:buChar char="•"/>
              <a:defRPr sz="2400" b="0" i="0" kern="1200">
                <a:solidFill>
                  <a:schemeClr val="tx1"/>
                </a:solidFill>
                <a:latin typeface="+mn-lt"/>
                <a:ea typeface="+mn-ea"/>
                <a:cs typeface="+mn-cs"/>
              </a:defRPr>
            </a:lvl3pPr>
            <a:lvl4pPr marL="2400300" indent="-342900" algn="l" defTabSz="1371600" rtl="0" eaLnBrk="1" latinLnBrk="0" hangingPunct="1">
              <a:lnSpc>
                <a:spcPct val="114000"/>
              </a:lnSpc>
              <a:spcBef>
                <a:spcPts val="1000"/>
              </a:spcBef>
              <a:spcAft>
                <a:spcPts val="1000"/>
              </a:spcAft>
              <a:buClr>
                <a:schemeClr val="accent5"/>
              </a:buClr>
              <a:buSzPct val="100000"/>
              <a:buFont typeface="Anova Light" panose="020B0403020203020204" pitchFamily="34" charset="0"/>
              <a:buChar char="•"/>
              <a:defRPr sz="2400" b="0" kern="1200">
                <a:solidFill>
                  <a:schemeClr val="tx1"/>
                </a:solidFill>
                <a:latin typeface="+mn-lt"/>
                <a:ea typeface="+mn-ea"/>
                <a:cs typeface="+mn-cs"/>
              </a:defRPr>
            </a:lvl4pPr>
            <a:lvl5pPr marL="3086100" indent="-342900" algn="l" defTabSz="1371600" rtl="0" eaLnBrk="1" latinLnBrk="0" hangingPunct="1">
              <a:lnSpc>
                <a:spcPct val="114000"/>
              </a:lnSpc>
              <a:spcBef>
                <a:spcPts val="1000"/>
              </a:spcBef>
              <a:spcAft>
                <a:spcPts val="1000"/>
              </a:spcAft>
              <a:buClr>
                <a:schemeClr val="accent5"/>
              </a:buClr>
              <a:buFont typeface="Anova Light" panose="020B0403020203020204" pitchFamily="34" charset="0"/>
              <a:buChar char="•"/>
              <a:defRPr sz="2400" b="0" kern="1200">
                <a:solidFill>
                  <a:schemeClr val="tx1"/>
                </a:solidFill>
                <a:latin typeface="+mn-lt"/>
                <a:ea typeface="+mn-ea"/>
                <a:cs typeface="+mn-cs"/>
              </a:defRPr>
            </a:lvl5pPr>
            <a:lvl6pPr marL="3771900" indent="-342900" algn="l" defTabSz="1371600" rtl="0" eaLnBrk="1" latinLnBrk="0" hangingPunct="1">
              <a:lnSpc>
                <a:spcPct val="90000"/>
              </a:lnSpc>
              <a:spcBef>
                <a:spcPts val="750"/>
              </a:spcBef>
              <a:buFont typeface="Anova Light" panose="020B0403020203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nova Light" panose="020B0403020203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nova Light" panose="020B0403020203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nova Light" panose="020B0403020203020204" pitchFamily="34" charset="0"/>
              <a:buChar char="•"/>
              <a:defRPr sz="2700" kern="1200">
                <a:solidFill>
                  <a:schemeClr val="tx1"/>
                </a:solidFill>
                <a:latin typeface="+mn-lt"/>
                <a:ea typeface="+mn-ea"/>
                <a:cs typeface="+mn-cs"/>
              </a:defRPr>
            </a:lvl9pPr>
          </a:lstStyle>
          <a:p>
            <a:pPr marL="0" indent="0">
              <a:buFont typeface="Anova Light" panose="020B0403020203020204" pitchFamily="34" charset="0"/>
              <a:buNone/>
            </a:pPr>
            <a:r>
              <a:rPr lang="en-US" sz="2000">
                <a:solidFill>
                  <a:schemeClr val="bg2"/>
                </a:solidFill>
                <a:latin typeface="+mj-lt"/>
              </a:rPr>
              <a:t>Subscribe</a:t>
            </a:r>
          </a:p>
        </p:txBody>
      </p:sp>
      <p:sp>
        <p:nvSpPr>
          <p:cNvPr id="15" name="Text Placeholder 14">
            <a:extLst>
              <a:ext uri="{FF2B5EF4-FFF2-40B4-BE49-F238E27FC236}">
                <a16:creationId xmlns:a16="http://schemas.microsoft.com/office/drawing/2014/main" id="{F5129C1B-5A83-40BA-26BC-BF7A93CE9225}"/>
              </a:ext>
            </a:extLst>
          </p:cNvPr>
          <p:cNvSpPr txBox="1">
            <a:spLocks/>
          </p:cNvSpPr>
          <p:nvPr/>
        </p:nvSpPr>
        <p:spPr>
          <a:xfrm>
            <a:off x="12776925" y="5736302"/>
            <a:ext cx="4002138" cy="955438"/>
          </a:xfrm>
          <a:prstGeom prst="rect">
            <a:avLst/>
          </a:prstGeom>
        </p:spPr>
        <p:txBody>
          <a:bodyPr vert="horz" lIns="0" tIns="0" rIns="0" bIns="0" rtlCol="0">
            <a:normAutofit/>
          </a:bodyPr>
          <a:lstStyle>
            <a:lvl1pPr marL="365760" indent="-365760" algn="l" defTabSz="1371600" rtl="0" eaLnBrk="1" latinLnBrk="0" hangingPunct="1">
              <a:lnSpc>
                <a:spcPct val="114000"/>
              </a:lnSpc>
              <a:spcBef>
                <a:spcPts val="1000"/>
              </a:spcBef>
              <a:spcAft>
                <a:spcPts val="1000"/>
              </a:spcAft>
              <a:buClr>
                <a:schemeClr val="accent5"/>
              </a:buClr>
              <a:buSzPct val="100000"/>
              <a:buFont typeface="Anova Light" panose="020B0403020203020204" pitchFamily="34" charset="0"/>
              <a:buChar char="•"/>
              <a:defRPr sz="2400" b="0" i="0" kern="1200">
                <a:solidFill>
                  <a:schemeClr val="tx1"/>
                </a:solidFill>
                <a:latin typeface="+mn-lt"/>
                <a:ea typeface="+mn-ea"/>
                <a:cs typeface="+mn-cs"/>
              </a:defRPr>
            </a:lvl1pPr>
            <a:lvl2pPr marL="731520" indent="-365760" algn="l" defTabSz="1371600" rtl="0" eaLnBrk="1" latinLnBrk="0" hangingPunct="1">
              <a:lnSpc>
                <a:spcPct val="114000"/>
              </a:lnSpc>
              <a:spcBef>
                <a:spcPts val="1000"/>
              </a:spcBef>
              <a:spcAft>
                <a:spcPts val="1000"/>
              </a:spcAft>
              <a:buClr>
                <a:schemeClr val="accent5"/>
              </a:buClr>
              <a:buSzPct val="100000"/>
              <a:buFont typeface="Arial" panose="020B0604020202020204" pitchFamily="34" charset="0"/>
              <a:buChar char="•"/>
              <a:defRPr sz="2400" b="0" i="0" kern="1200">
                <a:solidFill>
                  <a:schemeClr val="tx1"/>
                </a:solidFill>
                <a:latin typeface="+mn-lt"/>
                <a:ea typeface="+mn-ea"/>
                <a:cs typeface="+mn-cs"/>
              </a:defRPr>
            </a:lvl2pPr>
            <a:lvl3pPr marL="1097280" indent="-365760" algn="l" defTabSz="1371600" rtl="0" eaLnBrk="1" latinLnBrk="0" hangingPunct="1">
              <a:lnSpc>
                <a:spcPct val="114000"/>
              </a:lnSpc>
              <a:spcBef>
                <a:spcPts val="1000"/>
              </a:spcBef>
              <a:spcAft>
                <a:spcPts val="1000"/>
              </a:spcAft>
              <a:buClr>
                <a:schemeClr val="accent5"/>
              </a:buClr>
              <a:buSzPct val="100000"/>
              <a:buFont typeface="Anova Light" panose="020B0403020203020204" pitchFamily="34" charset="0"/>
              <a:buChar char="•"/>
              <a:defRPr sz="2400" b="0" i="0" kern="1200">
                <a:solidFill>
                  <a:schemeClr val="tx1"/>
                </a:solidFill>
                <a:latin typeface="+mn-lt"/>
                <a:ea typeface="+mn-ea"/>
                <a:cs typeface="+mn-cs"/>
              </a:defRPr>
            </a:lvl3pPr>
            <a:lvl4pPr marL="2400300" indent="-342900" algn="l" defTabSz="1371600" rtl="0" eaLnBrk="1" latinLnBrk="0" hangingPunct="1">
              <a:lnSpc>
                <a:spcPct val="114000"/>
              </a:lnSpc>
              <a:spcBef>
                <a:spcPts val="1000"/>
              </a:spcBef>
              <a:spcAft>
                <a:spcPts val="1000"/>
              </a:spcAft>
              <a:buClr>
                <a:schemeClr val="accent5"/>
              </a:buClr>
              <a:buSzPct val="100000"/>
              <a:buFont typeface="Anova Light" panose="020B0403020203020204" pitchFamily="34" charset="0"/>
              <a:buChar char="•"/>
              <a:defRPr sz="2400" b="0" kern="1200">
                <a:solidFill>
                  <a:schemeClr val="tx1"/>
                </a:solidFill>
                <a:latin typeface="+mn-lt"/>
                <a:ea typeface="+mn-ea"/>
                <a:cs typeface="+mn-cs"/>
              </a:defRPr>
            </a:lvl4pPr>
            <a:lvl5pPr marL="3086100" indent="-342900" algn="l" defTabSz="1371600" rtl="0" eaLnBrk="1" latinLnBrk="0" hangingPunct="1">
              <a:lnSpc>
                <a:spcPct val="114000"/>
              </a:lnSpc>
              <a:spcBef>
                <a:spcPts val="1000"/>
              </a:spcBef>
              <a:spcAft>
                <a:spcPts val="1000"/>
              </a:spcAft>
              <a:buClr>
                <a:schemeClr val="accent5"/>
              </a:buClr>
              <a:buFont typeface="Anova Light" panose="020B0403020203020204" pitchFamily="34" charset="0"/>
              <a:buChar char="•"/>
              <a:defRPr sz="2400" b="0" kern="1200">
                <a:solidFill>
                  <a:schemeClr val="tx1"/>
                </a:solidFill>
                <a:latin typeface="+mn-lt"/>
                <a:ea typeface="+mn-ea"/>
                <a:cs typeface="+mn-cs"/>
              </a:defRPr>
            </a:lvl5pPr>
            <a:lvl6pPr marL="3771900" indent="-342900" algn="l" defTabSz="1371600" rtl="0" eaLnBrk="1" latinLnBrk="0" hangingPunct="1">
              <a:lnSpc>
                <a:spcPct val="90000"/>
              </a:lnSpc>
              <a:spcBef>
                <a:spcPts val="750"/>
              </a:spcBef>
              <a:buFont typeface="Anova Light" panose="020B0403020203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nova Light" panose="020B0403020203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nova Light" panose="020B0403020203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nova Light" panose="020B0403020203020204" pitchFamily="34" charset="0"/>
              <a:buChar char="•"/>
              <a:defRPr sz="2700" kern="1200">
                <a:solidFill>
                  <a:schemeClr val="tx1"/>
                </a:solidFill>
                <a:latin typeface="+mn-lt"/>
                <a:ea typeface="+mn-ea"/>
                <a:cs typeface="+mn-cs"/>
              </a:defRPr>
            </a:lvl9pPr>
          </a:lstStyle>
          <a:p>
            <a:pPr marL="0" indent="0">
              <a:buFont typeface="Anova Light" panose="020B0403020203020204" pitchFamily="34" charset="0"/>
              <a:buNone/>
            </a:pPr>
            <a:r>
              <a:rPr lang="en-US" sz="2000">
                <a:solidFill>
                  <a:schemeClr val="tx2"/>
                </a:solidFill>
              </a:rPr>
              <a:t>Watch our Confluence event calendar for future sessions.</a:t>
            </a:r>
          </a:p>
        </p:txBody>
      </p:sp>
      <p:pic>
        <p:nvPicPr>
          <p:cNvPr id="16" name="Icon Alert" descr="Flashing light">
            <a:extLst>
              <a:ext uri="{FF2B5EF4-FFF2-40B4-BE49-F238E27FC236}">
                <a16:creationId xmlns:a16="http://schemas.microsoft.com/office/drawing/2014/main" id="{46FBACBE-DE3E-18C0-9203-B0F0885E1B55}"/>
              </a:ext>
            </a:extLst>
          </p:cNvPr>
          <p:cNvPicPr>
            <a:picLocks noChangeAspect="1"/>
          </p:cNvPicPr>
          <p:nvPr/>
        </p:nvPicPr>
        <p:blipFill>
          <a:blip>
            <a:extLst>
              <a:ext uri="{96DAC541-7B7A-43D3-8B79-37D633B846F1}">
                <asvg:svgBlip xmlns:asvg="http://schemas.microsoft.com/office/drawing/2016/SVG/main" r:embed="rId3"/>
              </a:ext>
            </a:extLst>
          </a:blip>
          <a:srcRect l="33" r="33"/>
          <a:stretch/>
        </p:blipFill>
        <p:spPr>
          <a:xfrm>
            <a:off x="11565625" y="5256552"/>
            <a:ext cx="687127" cy="687585"/>
          </a:xfrm>
          <a:prstGeom prst="rect">
            <a:avLst/>
          </a:prstGeom>
        </p:spPr>
      </p:pic>
      <p:sp>
        <p:nvSpPr>
          <p:cNvPr id="17" name="Text Placeholder 13">
            <a:extLst>
              <a:ext uri="{FF2B5EF4-FFF2-40B4-BE49-F238E27FC236}">
                <a16:creationId xmlns:a16="http://schemas.microsoft.com/office/drawing/2014/main" id="{6864D9DB-25ED-0570-0441-596058ED1712}"/>
              </a:ext>
            </a:extLst>
          </p:cNvPr>
          <p:cNvSpPr txBox="1">
            <a:spLocks/>
          </p:cNvSpPr>
          <p:nvPr/>
        </p:nvSpPr>
        <p:spPr>
          <a:xfrm>
            <a:off x="12778289" y="7169656"/>
            <a:ext cx="4000774" cy="592137"/>
          </a:xfrm>
          <a:prstGeom prst="rect">
            <a:avLst/>
          </a:prstGeom>
        </p:spPr>
        <p:txBody>
          <a:bodyPr vert="horz" lIns="0" tIns="0" rIns="0" bIns="0" rtlCol="0" anchor="ctr">
            <a:normAutofit/>
          </a:bodyPr>
          <a:lstStyle>
            <a:lvl1pPr marL="365760" indent="-365760" algn="l" defTabSz="1371600" rtl="0" eaLnBrk="1" latinLnBrk="0" hangingPunct="1">
              <a:lnSpc>
                <a:spcPct val="114000"/>
              </a:lnSpc>
              <a:spcBef>
                <a:spcPts val="1000"/>
              </a:spcBef>
              <a:spcAft>
                <a:spcPts val="1000"/>
              </a:spcAft>
              <a:buClr>
                <a:schemeClr val="accent5"/>
              </a:buClr>
              <a:buSzPct val="100000"/>
              <a:buFont typeface="Anova Light" panose="020B0403020203020204" pitchFamily="34" charset="0"/>
              <a:buChar char="•"/>
              <a:defRPr sz="2400" b="0" i="0" kern="1200">
                <a:solidFill>
                  <a:schemeClr val="tx1"/>
                </a:solidFill>
                <a:latin typeface="+mn-lt"/>
                <a:ea typeface="+mn-ea"/>
                <a:cs typeface="+mn-cs"/>
              </a:defRPr>
            </a:lvl1pPr>
            <a:lvl2pPr marL="731520" indent="-365760" algn="l" defTabSz="1371600" rtl="0" eaLnBrk="1" latinLnBrk="0" hangingPunct="1">
              <a:lnSpc>
                <a:spcPct val="114000"/>
              </a:lnSpc>
              <a:spcBef>
                <a:spcPts val="1000"/>
              </a:spcBef>
              <a:spcAft>
                <a:spcPts val="1000"/>
              </a:spcAft>
              <a:buClr>
                <a:schemeClr val="accent5"/>
              </a:buClr>
              <a:buSzPct val="100000"/>
              <a:buFont typeface="Arial" panose="020B0604020202020204" pitchFamily="34" charset="0"/>
              <a:buChar char="•"/>
              <a:defRPr sz="2400" b="0" i="0" kern="1200">
                <a:solidFill>
                  <a:schemeClr val="tx1"/>
                </a:solidFill>
                <a:latin typeface="+mn-lt"/>
                <a:ea typeface="+mn-ea"/>
                <a:cs typeface="+mn-cs"/>
              </a:defRPr>
            </a:lvl2pPr>
            <a:lvl3pPr marL="1097280" indent="-365760" algn="l" defTabSz="1371600" rtl="0" eaLnBrk="1" latinLnBrk="0" hangingPunct="1">
              <a:lnSpc>
                <a:spcPct val="114000"/>
              </a:lnSpc>
              <a:spcBef>
                <a:spcPts val="1000"/>
              </a:spcBef>
              <a:spcAft>
                <a:spcPts val="1000"/>
              </a:spcAft>
              <a:buClr>
                <a:schemeClr val="accent5"/>
              </a:buClr>
              <a:buSzPct val="100000"/>
              <a:buFont typeface="Anova Light" panose="020B0403020203020204" pitchFamily="34" charset="0"/>
              <a:buChar char="•"/>
              <a:defRPr sz="2400" b="0" i="0" kern="1200">
                <a:solidFill>
                  <a:schemeClr val="tx1"/>
                </a:solidFill>
                <a:latin typeface="+mn-lt"/>
                <a:ea typeface="+mn-ea"/>
                <a:cs typeface="+mn-cs"/>
              </a:defRPr>
            </a:lvl3pPr>
            <a:lvl4pPr marL="2400300" indent="-342900" algn="l" defTabSz="1371600" rtl="0" eaLnBrk="1" latinLnBrk="0" hangingPunct="1">
              <a:lnSpc>
                <a:spcPct val="114000"/>
              </a:lnSpc>
              <a:spcBef>
                <a:spcPts val="1000"/>
              </a:spcBef>
              <a:spcAft>
                <a:spcPts val="1000"/>
              </a:spcAft>
              <a:buClr>
                <a:schemeClr val="accent5"/>
              </a:buClr>
              <a:buSzPct val="100000"/>
              <a:buFont typeface="Anova Light" panose="020B0403020203020204" pitchFamily="34" charset="0"/>
              <a:buChar char="•"/>
              <a:defRPr sz="2400" b="0" kern="1200">
                <a:solidFill>
                  <a:schemeClr val="tx1"/>
                </a:solidFill>
                <a:latin typeface="+mn-lt"/>
                <a:ea typeface="+mn-ea"/>
                <a:cs typeface="+mn-cs"/>
              </a:defRPr>
            </a:lvl4pPr>
            <a:lvl5pPr marL="3086100" indent="-342900" algn="l" defTabSz="1371600" rtl="0" eaLnBrk="1" latinLnBrk="0" hangingPunct="1">
              <a:lnSpc>
                <a:spcPct val="114000"/>
              </a:lnSpc>
              <a:spcBef>
                <a:spcPts val="1000"/>
              </a:spcBef>
              <a:spcAft>
                <a:spcPts val="1000"/>
              </a:spcAft>
              <a:buClr>
                <a:schemeClr val="accent5"/>
              </a:buClr>
              <a:buFont typeface="Anova Light" panose="020B0403020203020204" pitchFamily="34" charset="0"/>
              <a:buChar char="•"/>
              <a:defRPr sz="2400" b="0" kern="1200">
                <a:solidFill>
                  <a:schemeClr val="tx1"/>
                </a:solidFill>
                <a:latin typeface="+mn-lt"/>
                <a:ea typeface="+mn-ea"/>
                <a:cs typeface="+mn-cs"/>
              </a:defRPr>
            </a:lvl5pPr>
            <a:lvl6pPr marL="3771900" indent="-342900" algn="l" defTabSz="1371600" rtl="0" eaLnBrk="1" latinLnBrk="0" hangingPunct="1">
              <a:lnSpc>
                <a:spcPct val="90000"/>
              </a:lnSpc>
              <a:spcBef>
                <a:spcPts val="750"/>
              </a:spcBef>
              <a:buFont typeface="Anova Light" panose="020B0403020203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nova Light" panose="020B0403020203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nova Light" panose="020B0403020203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nova Light" panose="020B0403020203020204" pitchFamily="34" charset="0"/>
              <a:buChar char="•"/>
              <a:defRPr sz="2700" kern="1200">
                <a:solidFill>
                  <a:schemeClr val="tx1"/>
                </a:solidFill>
                <a:latin typeface="+mn-lt"/>
                <a:ea typeface="+mn-ea"/>
                <a:cs typeface="+mn-cs"/>
              </a:defRPr>
            </a:lvl9pPr>
          </a:lstStyle>
          <a:p>
            <a:pPr marL="0" indent="0">
              <a:buFont typeface="Anova Light" panose="020B0403020203020204" pitchFamily="34" charset="0"/>
              <a:buNone/>
            </a:pPr>
            <a:r>
              <a:rPr lang="en-US" sz="2000">
                <a:solidFill>
                  <a:schemeClr val="bg2"/>
                </a:solidFill>
                <a:latin typeface="+mj-lt"/>
              </a:rPr>
              <a:t>Suggest</a:t>
            </a:r>
          </a:p>
        </p:txBody>
      </p:sp>
      <p:sp>
        <p:nvSpPr>
          <p:cNvPr id="18" name="Text Placeholder 14">
            <a:extLst>
              <a:ext uri="{FF2B5EF4-FFF2-40B4-BE49-F238E27FC236}">
                <a16:creationId xmlns:a16="http://schemas.microsoft.com/office/drawing/2014/main" id="{EC84869E-6821-62C7-6979-11A0F652B113}"/>
              </a:ext>
            </a:extLst>
          </p:cNvPr>
          <p:cNvSpPr txBox="1">
            <a:spLocks/>
          </p:cNvSpPr>
          <p:nvPr/>
        </p:nvSpPr>
        <p:spPr>
          <a:xfrm>
            <a:off x="12776925" y="7866023"/>
            <a:ext cx="4002138" cy="1150982"/>
          </a:xfrm>
          <a:prstGeom prst="rect">
            <a:avLst/>
          </a:prstGeom>
        </p:spPr>
        <p:txBody>
          <a:bodyPr vert="horz" lIns="0" tIns="0" rIns="0" bIns="0" rtlCol="0">
            <a:normAutofit/>
          </a:bodyPr>
          <a:lstStyle>
            <a:lvl1pPr marL="365760" indent="-365760" algn="l" defTabSz="1371600" rtl="0" eaLnBrk="1" latinLnBrk="0" hangingPunct="1">
              <a:lnSpc>
                <a:spcPct val="114000"/>
              </a:lnSpc>
              <a:spcBef>
                <a:spcPts val="1000"/>
              </a:spcBef>
              <a:spcAft>
                <a:spcPts val="1000"/>
              </a:spcAft>
              <a:buClr>
                <a:schemeClr val="accent5"/>
              </a:buClr>
              <a:buSzPct val="100000"/>
              <a:buFont typeface="Anova Light" panose="020B0403020203020204" pitchFamily="34" charset="0"/>
              <a:buChar char="•"/>
              <a:defRPr sz="2400" b="0" i="0" kern="1200">
                <a:solidFill>
                  <a:schemeClr val="tx1"/>
                </a:solidFill>
                <a:latin typeface="+mn-lt"/>
                <a:ea typeface="+mn-ea"/>
                <a:cs typeface="+mn-cs"/>
              </a:defRPr>
            </a:lvl1pPr>
            <a:lvl2pPr marL="731520" indent="-365760" algn="l" defTabSz="1371600" rtl="0" eaLnBrk="1" latinLnBrk="0" hangingPunct="1">
              <a:lnSpc>
                <a:spcPct val="114000"/>
              </a:lnSpc>
              <a:spcBef>
                <a:spcPts val="1000"/>
              </a:spcBef>
              <a:spcAft>
                <a:spcPts val="1000"/>
              </a:spcAft>
              <a:buClr>
                <a:schemeClr val="accent5"/>
              </a:buClr>
              <a:buSzPct val="100000"/>
              <a:buFont typeface="Arial" panose="020B0604020202020204" pitchFamily="34" charset="0"/>
              <a:buChar char="•"/>
              <a:defRPr sz="2400" b="0" i="0" kern="1200">
                <a:solidFill>
                  <a:schemeClr val="tx1"/>
                </a:solidFill>
                <a:latin typeface="+mn-lt"/>
                <a:ea typeface="+mn-ea"/>
                <a:cs typeface="+mn-cs"/>
              </a:defRPr>
            </a:lvl2pPr>
            <a:lvl3pPr marL="1097280" indent="-365760" algn="l" defTabSz="1371600" rtl="0" eaLnBrk="1" latinLnBrk="0" hangingPunct="1">
              <a:lnSpc>
                <a:spcPct val="114000"/>
              </a:lnSpc>
              <a:spcBef>
                <a:spcPts val="1000"/>
              </a:spcBef>
              <a:spcAft>
                <a:spcPts val="1000"/>
              </a:spcAft>
              <a:buClr>
                <a:schemeClr val="accent5"/>
              </a:buClr>
              <a:buSzPct val="100000"/>
              <a:buFont typeface="Anova Light" panose="020B0403020203020204" pitchFamily="34" charset="0"/>
              <a:buChar char="•"/>
              <a:defRPr sz="2400" b="0" i="0" kern="1200">
                <a:solidFill>
                  <a:schemeClr val="tx1"/>
                </a:solidFill>
                <a:latin typeface="+mn-lt"/>
                <a:ea typeface="+mn-ea"/>
                <a:cs typeface="+mn-cs"/>
              </a:defRPr>
            </a:lvl3pPr>
            <a:lvl4pPr marL="2400300" indent="-342900" algn="l" defTabSz="1371600" rtl="0" eaLnBrk="1" latinLnBrk="0" hangingPunct="1">
              <a:lnSpc>
                <a:spcPct val="114000"/>
              </a:lnSpc>
              <a:spcBef>
                <a:spcPts val="1000"/>
              </a:spcBef>
              <a:spcAft>
                <a:spcPts val="1000"/>
              </a:spcAft>
              <a:buClr>
                <a:schemeClr val="accent5"/>
              </a:buClr>
              <a:buSzPct val="100000"/>
              <a:buFont typeface="Anova Light" panose="020B0403020203020204" pitchFamily="34" charset="0"/>
              <a:buChar char="•"/>
              <a:defRPr sz="2400" b="0" kern="1200">
                <a:solidFill>
                  <a:schemeClr val="tx1"/>
                </a:solidFill>
                <a:latin typeface="+mn-lt"/>
                <a:ea typeface="+mn-ea"/>
                <a:cs typeface="+mn-cs"/>
              </a:defRPr>
            </a:lvl4pPr>
            <a:lvl5pPr marL="3086100" indent="-342900" algn="l" defTabSz="1371600" rtl="0" eaLnBrk="1" latinLnBrk="0" hangingPunct="1">
              <a:lnSpc>
                <a:spcPct val="114000"/>
              </a:lnSpc>
              <a:spcBef>
                <a:spcPts val="1000"/>
              </a:spcBef>
              <a:spcAft>
                <a:spcPts val="1000"/>
              </a:spcAft>
              <a:buClr>
                <a:schemeClr val="accent5"/>
              </a:buClr>
              <a:buFont typeface="Anova Light" panose="020B0403020203020204" pitchFamily="34" charset="0"/>
              <a:buChar char="•"/>
              <a:defRPr sz="2400" b="0" kern="1200">
                <a:solidFill>
                  <a:schemeClr val="tx1"/>
                </a:solidFill>
                <a:latin typeface="+mn-lt"/>
                <a:ea typeface="+mn-ea"/>
                <a:cs typeface="+mn-cs"/>
              </a:defRPr>
            </a:lvl5pPr>
            <a:lvl6pPr marL="3771900" indent="-342900" algn="l" defTabSz="1371600" rtl="0" eaLnBrk="1" latinLnBrk="0" hangingPunct="1">
              <a:lnSpc>
                <a:spcPct val="90000"/>
              </a:lnSpc>
              <a:spcBef>
                <a:spcPts val="750"/>
              </a:spcBef>
              <a:buFont typeface="Anova Light" panose="020B0403020203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nova Light" panose="020B0403020203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nova Light" panose="020B0403020203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nova Light" panose="020B0403020203020204" pitchFamily="34" charset="0"/>
              <a:buChar char="•"/>
              <a:defRPr sz="2700" kern="1200">
                <a:solidFill>
                  <a:schemeClr val="tx1"/>
                </a:solidFill>
                <a:latin typeface="+mn-lt"/>
                <a:ea typeface="+mn-ea"/>
                <a:cs typeface="+mn-cs"/>
              </a:defRPr>
            </a:lvl9pPr>
          </a:lstStyle>
          <a:p>
            <a:pPr marL="0" indent="0">
              <a:buFont typeface="Anova Light" panose="020B0403020203020204" pitchFamily="34" charset="0"/>
              <a:buNone/>
            </a:pPr>
            <a:r>
              <a:rPr lang="en-US" sz="2000">
                <a:solidFill>
                  <a:schemeClr val="tx2"/>
                </a:solidFill>
              </a:rPr>
              <a:t>Propose future session topics you’d like us to cover—or that you’d like to present.</a:t>
            </a:r>
          </a:p>
        </p:txBody>
      </p:sp>
      <p:pic>
        <p:nvPicPr>
          <p:cNvPr id="19" name="Icon Speech Bubble" descr="Two speech bubbles overlapping">
            <a:extLst>
              <a:ext uri="{FF2B5EF4-FFF2-40B4-BE49-F238E27FC236}">
                <a16:creationId xmlns:a16="http://schemas.microsoft.com/office/drawing/2014/main" id="{7DD153E8-7379-29D2-64F4-C64243EC919F}"/>
              </a:ext>
            </a:extLst>
          </p:cNvPr>
          <p:cNvPicPr>
            <a:picLocks noChangeAspect="1"/>
          </p:cNvPicPr>
          <p:nvPr/>
        </p:nvPicPr>
        <p:blipFill>
          <a:blip>
            <a:extLst>
              <a:ext uri="{96DAC541-7B7A-43D3-8B79-37D633B846F1}">
                <asvg:svgBlip xmlns:asvg="http://schemas.microsoft.com/office/drawing/2016/SVG/main" r:embed="rId4"/>
              </a:ext>
            </a:extLst>
          </a:blip>
          <a:srcRect l="33" r="33"/>
          <a:stretch/>
        </p:blipFill>
        <p:spPr>
          <a:xfrm>
            <a:off x="11565625" y="7422468"/>
            <a:ext cx="687127" cy="687585"/>
          </a:xfrm>
          <a:prstGeom prst="rect">
            <a:avLst/>
          </a:prstGeom>
        </p:spPr>
      </p:pic>
      <p:sp>
        <p:nvSpPr>
          <p:cNvPr id="48" name="TextBox 47">
            <a:extLst>
              <a:ext uri="{FF2B5EF4-FFF2-40B4-BE49-F238E27FC236}">
                <a16:creationId xmlns:a16="http://schemas.microsoft.com/office/drawing/2014/main" id="{4E57F1DC-6B3A-CF0A-DA8B-793233AB8B7B}"/>
              </a:ext>
            </a:extLst>
          </p:cNvPr>
          <p:cNvSpPr txBox="1"/>
          <p:nvPr/>
        </p:nvSpPr>
        <p:spPr>
          <a:xfrm>
            <a:off x="1184550" y="9247834"/>
            <a:ext cx="6214965" cy="400110"/>
          </a:xfrm>
          <a:prstGeom prst="rect">
            <a:avLst/>
          </a:prstGeom>
          <a:noFill/>
        </p:spPr>
        <p:txBody>
          <a:bodyPr wrap="square">
            <a:spAutoFit/>
          </a:bodyPr>
          <a:lstStyle/>
          <a:p>
            <a:pPr marL="0" indent="0">
              <a:buNone/>
            </a:pPr>
            <a:r>
              <a:rPr lang="en-US" sz="2000">
                <a:solidFill>
                  <a:schemeClr val="tx2"/>
                </a:solidFill>
              </a:rPr>
              <a:t>https://</a:t>
            </a:r>
            <a:r>
              <a:rPr lang="en-US" sz="2000" err="1">
                <a:solidFill>
                  <a:schemeClr val="tx2"/>
                </a:solidFill>
              </a:rPr>
              <a:t>rndconfluence.sas.com</a:t>
            </a:r>
            <a:r>
              <a:rPr lang="en-US" sz="2000">
                <a:solidFill>
                  <a:schemeClr val="tx2"/>
                </a:solidFill>
              </a:rPr>
              <a:t>/x/</a:t>
            </a:r>
            <a:r>
              <a:rPr lang="en-US" sz="2000" err="1">
                <a:solidFill>
                  <a:schemeClr val="tx2"/>
                </a:solidFill>
              </a:rPr>
              <a:t>XHjSFg</a:t>
            </a:r>
            <a:endParaRPr lang="en-US" sz="2000">
              <a:solidFill>
                <a:schemeClr val="tx2"/>
              </a:solidFill>
            </a:endParaRPr>
          </a:p>
        </p:txBody>
      </p:sp>
      <p:sp>
        <p:nvSpPr>
          <p:cNvPr id="2" name="Text Placeholder 13">
            <a:extLst>
              <a:ext uri="{FF2B5EF4-FFF2-40B4-BE49-F238E27FC236}">
                <a16:creationId xmlns:a16="http://schemas.microsoft.com/office/drawing/2014/main" id="{23584EAA-95CE-4BE2-ECE1-9E3FC5B14754}"/>
              </a:ext>
            </a:extLst>
          </p:cNvPr>
          <p:cNvSpPr txBox="1">
            <a:spLocks/>
          </p:cNvSpPr>
          <p:nvPr/>
        </p:nvSpPr>
        <p:spPr>
          <a:xfrm>
            <a:off x="12775559" y="2995794"/>
            <a:ext cx="4000774" cy="592137"/>
          </a:xfrm>
          <a:prstGeom prst="rect">
            <a:avLst/>
          </a:prstGeom>
        </p:spPr>
        <p:txBody>
          <a:bodyPr vert="horz" lIns="0" tIns="0" rIns="0" bIns="0" rtlCol="0" anchor="ctr">
            <a:normAutofit/>
          </a:bodyPr>
          <a:lstStyle>
            <a:lvl1pPr marL="365760" indent="-365760" algn="l" defTabSz="1371600" rtl="0" eaLnBrk="1" latinLnBrk="0" hangingPunct="1">
              <a:lnSpc>
                <a:spcPct val="114000"/>
              </a:lnSpc>
              <a:spcBef>
                <a:spcPts val="1000"/>
              </a:spcBef>
              <a:spcAft>
                <a:spcPts val="1000"/>
              </a:spcAft>
              <a:buClr>
                <a:schemeClr val="accent5"/>
              </a:buClr>
              <a:buSzPct val="100000"/>
              <a:buFont typeface="Anova Light" panose="020B0403020203020204" pitchFamily="34" charset="0"/>
              <a:buChar char="•"/>
              <a:defRPr sz="2400" b="0" i="0" kern="1200">
                <a:solidFill>
                  <a:schemeClr val="tx1"/>
                </a:solidFill>
                <a:latin typeface="+mn-lt"/>
                <a:ea typeface="+mn-ea"/>
                <a:cs typeface="+mn-cs"/>
              </a:defRPr>
            </a:lvl1pPr>
            <a:lvl2pPr marL="731520" indent="-365760" algn="l" defTabSz="1371600" rtl="0" eaLnBrk="1" latinLnBrk="0" hangingPunct="1">
              <a:lnSpc>
                <a:spcPct val="114000"/>
              </a:lnSpc>
              <a:spcBef>
                <a:spcPts val="1000"/>
              </a:spcBef>
              <a:spcAft>
                <a:spcPts val="1000"/>
              </a:spcAft>
              <a:buClr>
                <a:schemeClr val="accent5"/>
              </a:buClr>
              <a:buSzPct val="100000"/>
              <a:buFont typeface="Arial" panose="020B0604020202020204" pitchFamily="34" charset="0"/>
              <a:buChar char="•"/>
              <a:defRPr sz="2400" b="0" i="0" kern="1200">
                <a:solidFill>
                  <a:schemeClr val="tx1"/>
                </a:solidFill>
                <a:latin typeface="+mn-lt"/>
                <a:ea typeface="+mn-ea"/>
                <a:cs typeface="+mn-cs"/>
              </a:defRPr>
            </a:lvl2pPr>
            <a:lvl3pPr marL="1097280" indent="-365760" algn="l" defTabSz="1371600" rtl="0" eaLnBrk="1" latinLnBrk="0" hangingPunct="1">
              <a:lnSpc>
                <a:spcPct val="114000"/>
              </a:lnSpc>
              <a:spcBef>
                <a:spcPts val="1000"/>
              </a:spcBef>
              <a:spcAft>
                <a:spcPts val="1000"/>
              </a:spcAft>
              <a:buClr>
                <a:schemeClr val="accent5"/>
              </a:buClr>
              <a:buSzPct val="100000"/>
              <a:buFont typeface="Anova Light" panose="020B0403020203020204" pitchFamily="34" charset="0"/>
              <a:buChar char="•"/>
              <a:defRPr sz="2400" b="0" i="0" kern="1200">
                <a:solidFill>
                  <a:schemeClr val="tx1"/>
                </a:solidFill>
                <a:latin typeface="+mn-lt"/>
                <a:ea typeface="+mn-ea"/>
                <a:cs typeface="+mn-cs"/>
              </a:defRPr>
            </a:lvl3pPr>
            <a:lvl4pPr marL="2400300" indent="-342900" algn="l" defTabSz="1371600" rtl="0" eaLnBrk="1" latinLnBrk="0" hangingPunct="1">
              <a:lnSpc>
                <a:spcPct val="114000"/>
              </a:lnSpc>
              <a:spcBef>
                <a:spcPts val="1000"/>
              </a:spcBef>
              <a:spcAft>
                <a:spcPts val="1000"/>
              </a:spcAft>
              <a:buClr>
                <a:schemeClr val="accent5"/>
              </a:buClr>
              <a:buSzPct val="100000"/>
              <a:buFont typeface="Anova Light" panose="020B0403020203020204" pitchFamily="34" charset="0"/>
              <a:buChar char="•"/>
              <a:defRPr sz="2400" b="0" kern="1200">
                <a:solidFill>
                  <a:schemeClr val="tx1"/>
                </a:solidFill>
                <a:latin typeface="+mn-lt"/>
                <a:ea typeface="+mn-ea"/>
                <a:cs typeface="+mn-cs"/>
              </a:defRPr>
            </a:lvl4pPr>
            <a:lvl5pPr marL="3086100" indent="-342900" algn="l" defTabSz="1371600" rtl="0" eaLnBrk="1" latinLnBrk="0" hangingPunct="1">
              <a:lnSpc>
                <a:spcPct val="114000"/>
              </a:lnSpc>
              <a:spcBef>
                <a:spcPts val="1000"/>
              </a:spcBef>
              <a:spcAft>
                <a:spcPts val="1000"/>
              </a:spcAft>
              <a:buClr>
                <a:schemeClr val="accent5"/>
              </a:buClr>
              <a:buFont typeface="Anova Light" panose="020B0403020203020204" pitchFamily="34" charset="0"/>
              <a:buChar char="•"/>
              <a:defRPr sz="2400" b="0" kern="1200">
                <a:solidFill>
                  <a:schemeClr val="tx1"/>
                </a:solidFill>
                <a:latin typeface="+mn-lt"/>
                <a:ea typeface="+mn-ea"/>
                <a:cs typeface="+mn-cs"/>
              </a:defRPr>
            </a:lvl5pPr>
            <a:lvl6pPr marL="3771900" indent="-342900" algn="l" defTabSz="1371600" rtl="0" eaLnBrk="1" latinLnBrk="0" hangingPunct="1">
              <a:lnSpc>
                <a:spcPct val="90000"/>
              </a:lnSpc>
              <a:spcBef>
                <a:spcPts val="750"/>
              </a:spcBef>
              <a:buFont typeface="Anova Light" panose="020B0403020203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nova Light" panose="020B0403020203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nova Light" panose="020B0403020203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nova Light" panose="020B0403020203020204" pitchFamily="34" charset="0"/>
              <a:buChar char="•"/>
              <a:defRPr sz="2700" kern="1200">
                <a:solidFill>
                  <a:schemeClr val="tx1"/>
                </a:solidFill>
                <a:latin typeface="+mn-lt"/>
                <a:ea typeface="+mn-ea"/>
                <a:cs typeface="+mn-cs"/>
              </a:defRPr>
            </a:lvl9pPr>
          </a:lstStyle>
          <a:p>
            <a:pPr marL="0" indent="0">
              <a:buFont typeface="Anova Light" panose="020B0403020203020204" pitchFamily="34" charset="0"/>
              <a:buNone/>
            </a:pPr>
            <a:r>
              <a:rPr lang="en-US" sz="2000">
                <a:solidFill>
                  <a:schemeClr val="bg2"/>
                </a:solidFill>
                <a:latin typeface="+mj-lt"/>
              </a:rPr>
              <a:t>Join</a:t>
            </a:r>
          </a:p>
        </p:txBody>
      </p:sp>
      <p:sp>
        <p:nvSpPr>
          <p:cNvPr id="3" name="Text Placeholder 14">
            <a:extLst>
              <a:ext uri="{FF2B5EF4-FFF2-40B4-BE49-F238E27FC236}">
                <a16:creationId xmlns:a16="http://schemas.microsoft.com/office/drawing/2014/main" id="{46A9E49C-77A6-63BA-4A5D-932699295F83}"/>
              </a:ext>
            </a:extLst>
          </p:cNvPr>
          <p:cNvSpPr txBox="1">
            <a:spLocks/>
          </p:cNvSpPr>
          <p:nvPr/>
        </p:nvSpPr>
        <p:spPr>
          <a:xfrm>
            <a:off x="12775560" y="3649371"/>
            <a:ext cx="4002138" cy="955438"/>
          </a:xfrm>
          <a:prstGeom prst="rect">
            <a:avLst/>
          </a:prstGeom>
        </p:spPr>
        <p:txBody>
          <a:bodyPr vert="horz" lIns="0" tIns="0" rIns="0" bIns="0" rtlCol="0">
            <a:normAutofit/>
          </a:bodyPr>
          <a:lstStyle>
            <a:lvl1pPr marL="365760" indent="-365760" algn="l" defTabSz="1371600" rtl="0" eaLnBrk="1" latinLnBrk="0" hangingPunct="1">
              <a:lnSpc>
                <a:spcPct val="114000"/>
              </a:lnSpc>
              <a:spcBef>
                <a:spcPts val="1000"/>
              </a:spcBef>
              <a:spcAft>
                <a:spcPts val="1000"/>
              </a:spcAft>
              <a:buClr>
                <a:schemeClr val="accent5"/>
              </a:buClr>
              <a:buSzPct val="100000"/>
              <a:buFont typeface="Anova Light" panose="020B0403020203020204" pitchFamily="34" charset="0"/>
              <a:buChar char="•"/>
              <a:defRPr sz="2400" b="0" i="0" kern="1200">
                <a:solidFill>
                  <a:schemeClr val="tx1"/>
                </a:solidFill>
                <a:latin typeface="+mn-lt"/>
                <a:ea typeface="+mn-ea"/>
                <a:cs typeface="+mn-cs"/>
              </a:defRPr>
            </a:lvl1pPr>
            <a:lvl2pPr marL="731520" indent="-365760" algn="l" defTabSz="1371600" rtl="0" eaLnBrk="1" latinLnBrk="0" hangingPunct="1">
              <a:lnSpc>
                <a:spcPct val="114000"/>
              </a:lnSpc>
              <a:spcBef>
                <a:spcPts val="1000"/>
              </a:spcBef>
              <a:spcAft>
                <a:spcPts val="1000"/>
              </a:spcAft>
              <a:buClr>
                <a:schemeClr val="accent5"/>
              </a:buClr>
              <a:buSzPct val="100000"/>
              <a:buFont typeface="Arial" panose="020B0604020202020204" pitchFamily="34" charset="0"/>
              <a:buChar char="•"/>
              <a:defRPr sz="2400" b="0" i="0" kern="1200">
                <a:solidFill>
                  <a:schemeClr val="tx1"/>
                </a:solidFill>
                <a:latin typeface="+mn-lt"/>
                <a:ea typeface="+mn-ea"/>
                <a:cs typeface="+mn-cs"/>
              </a:defRPr>
            </a:lvl2pPr>
            <a:lvl3pPr marL="1097280" indent="-365760" algn="l" defTabSz="1371600" rtl="0" eaLnBrk="1" latinLnBrk="0" hangingPunct="1">
              <a:lnSpc>
                <a:spcPct val="114000"/>
              </a:lnSpc>
              <a:spcBef>
                <a:spcPts val="1000"/>
              </a:spcBef>
              <a:spcAft>
                <a:spcPts val="1000"/>
              </a:spcAft>
              <a:buClr>
                <a:schemeClr val="accent5"/>
              </a:buClr>
              <a:buSzPct val="100000"/>
              <a:buFont typeface="Anova Light" panose="020B0403020203020204" pitchFamily="34" charset="0"/>
              <a:buChar char="•"/>
              <a:defRPr sz="2400" b="0" i="0" kern="1200">
                <a:solidFill>
                  <a:schemeClr val="tx1"/>
                </a:solidFill>
                <a:latin typeface="+mn-lt"/>
                <a:ea typeface="+mn-ea"/>
                <a:cs typeface="+mn-cs"/>
              </a:defRPr>
            </a:lvl3pPr>
            <a:lvl4pPr marL="2400300" indent="-342900" algn="l" defTabSz="1371600" rtl="0" eaLnBrk="1" latinLnBrk="0" hangingPunct="1">
              <a:lnSpc>
                <a:spcPct val="114000"/>
              </a:lnSpc>
              <a:spcBef>
                <a:spcPts val="1000"/>
              </a:spcBef>
              <a:spcAft>
                <a:spcPts val="1000"/>
              </a:spcAft>
              <a:buClr>
                <a:schemeClr val="accent5"/>
              </a:buClr>
              <a:buSzPct val="100000"/>
              <a:buFont typeface="Anova Light" panose="020B0403020203020204" pitchFamily="34" charset="0"/>
              <a:buChar char="•"/>
              <a:defRPr sz="2400" b="0" kern="1200">
                <a:solidFill>
                  <a:schemeClr val="tx1"/>
                </a:solidFill>
                <a:latin typeface="+mn-lt"/>
                <a:ea typeface="+mn-ea"/>
                <a:cs typeface="+mn-cs"/>
              </a:defRPr>
            </a:lvl4pPr>
            <a:lvl5pPr marL="3086100" indent="-342900" algn="l" defTabSz="1371600" rtl="0" eaLnBrk="1" latinLnBrk="0" hangingPunct="1">
              <a:lnSpc>
                <a:spcPct val="114000"/>
              </a:lnSpc>
              <a:spcBef>
                <a:spcPts val="1000"/>
              </a:spcBef>
              <a:spcAft>
                <a:spcPts val="1000"/>
              </a:spcAft>
              <a:buClr>
                <a:schemeClr val="accent5"/>
              </a:buClr>
              <a:buFont typeface="Anova Light" panose="020B0403020203020204" pitchFamily="34" charset="0"/>
              <a:buChar char="•"/>
              <a:defRPr sz="2400" b="0" kern="1200">
                <a:solidFill>
                  <a:schemeClr val="tx1"/>
                </a:solidFill>
                <a:latin typeface="+mn-lt"/>
                <a:ea typeface="+mn-ea"/>
                <a:cs typeface="+mn-cs"/>
              </a:defRPr>
            </a:lvl5pPr>
            <a:lvl6pPr marL="3771900" indent="-342900" algn="l" defTabSz="1371600" rtl="0" eaLnBrk="1" latinLnBrk="0" hangingPunct="1">
              <a:lnSpc>
                <a:spcPct val="90000"/>
              </a:lnSpc>
              <a:spcBef>
                <a:spcPts val="750"/>
              </a:spcBef>
              <a:buFont typeface="Anova Light" panose="020B0403020203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nova Light" panose="020B0403020203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nova Light" panose="020B0403020203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nova Light" panose="020B0403020203020204" pitchFamily="34" charset="0"/>
              <a:buChar char="•"/>
              <a:defRPr sz="2700" kern="1200">
                <a:solidFill>
                  <a:schemeClr val="tx1"/>
                </a:solidFill>
                <a:latin typeface="+mn-lt"/>
                <a:ea typeface="+mn-ea"/>
                <a:cs typeface="+mn-cs"/>
              </a:defRPr>
            </a:lvl9pPr>
          </a:lstStyle>
          <a:p>
            <a:pPr marL="0" indent="0">
              <a:buFont typeface="Anova Light" panose="020B0403020203020204" pitchFamily="34" charset="0"/>
              <a:buNone/>
            </a:pPr>
            <a:r>
              <a:rPr lang="en-US" sz="2000">
                <a:solidFill>
                  <a:schemeClr val="tx2"/>
                </a:solidFill>
              </a:rPr>
              <a:t>Join our dedicated channel on Microsoft Teams</a:t>
            </a:r>
          </a:p>
        </p:txBody>
      </p:sp>
      <p:pic>
        <p:nvPicPr>
          <p:cNvPr id="4" name="Icon Log In" descr="Arrow pointing towards a door">
            <a:extLst>
              <a:ext uri="{FF2B5EF4-FFF2-40B4-BE49-F238E27FC236}">
                <a16:creationId xmlns:a16="http://schemas.microsoft.com/office/drawing/2014/main" id="{046D931E-DC2A-8015-23A2-06527AA65BAC}"/>
              </a:ext>
            </a:extLst>
          </p:cNvPr>
          <p:cNvPicPr>
            <a:picLocks noChangeAspect="1"/>
          </p:cNvPicPr>
          <p:nvPr/>
        </p:nvPicPr>
        <p:blipFill>
          <a:blip>
            <a:extLst>
              <a:ext uri="{96DAC541-7B7A-43D3-8B79-37D633B846F1}">
                <asvg:svgBlip xmlns:asvg="http://schemas.microsoft.com/office/drawing/2016/SVG/main" r:embed="rId5"/>
              </a:ext>
            </a:extLst>
          </a:blip>
          <a:srcRect l="33" r="33"/>
          <a:stretch/>
        </p:blipFill>
        <p:spPr>
          <a:xfrm>
            <a:off x="11565624" y="3244138"/>
            <a:ext cx="687127" cy="687585"/>
          </a:xfrm>
          <a:prstGeom prst="rect">
            <a:avLst/>
          </a:prstGeom>
        </p:spPr>
      </p:pic>
    </p:spTree>
    <p:extLst>
      <p:ext uri="{BB962C8B-B14F-4D97-AF65-F5344CB8AC3E}">
        <p14:creationId xmlns:p14="http://schemas.microsoft.com/office/powerpoint/2010/main" val="343130138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FDAC92DC-3F79-F62B-3A38-7040F2DA5775}"/>
              </a:ext>
            </a:extLst>
          </p:cNvPr>
          <p:cNvSpPr>
            <a:spLocks noGrp="1"/>
          </p:cNvSpPr>
          <p:nvPr>
            <p:ph sz="quarter" idx="11"/>
          </p:nvPr>
        </p:nvSpPr>
        <p:spPr>
          <a:xfrm>
            <a:off x="1257299" y="2735089"/>
            <a:ext cx="10812781" cy="4442879"/>
          </a:xfrm>
        </p:spPr>
        <p:txBody>
          <a:bodyPr>
            <a:normAutofit/>
          </a:bodyPr>
          <a:lstStyle/>
          <a:p>
            <a:pPr marL="0" indent="0">
              <a:buNone/>
            </a:pPr>
            <a:r>
              <a:rPr lang="en-US"/>
              <a:t>Lorem ipsum dolor sit </a:t>
            </a:r>
            <a:r>
              <a:rPr lang="en-US" err="1"/>
              <a:t>amet</a:t>
            </a:r>
            <a:r>
              <a:rPr lang="en-US"/>
              <a:t>, </a:t>
            </a:r>
            <a:r>
              <a:rPr lang="en-US" err="1"/>
              <a:t>consectetur</a:t>
            </a:r>
            <a:r>
              <a:rPr lang="en-US"/>
              <a:t> </a:t>
            </a:r>
            <a:r>
              <a:rPr lang="en-US" err="1"/>
              <a:t>adipisicing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a:p>
            <a:pPr marL="0" indent="0">
              <a:buNone/>
            </a:pPr>
            <a:r>
              <a:rPr lang="en-US" err="1"/>
              <a:t>Consectetur</a:t>
            </a:r>
            <a:r>
              <a:rPr lang="en-US"/>
              <a:t> </a:t>
            </a:r>
            <a:r>
              <a:rPr lang="en-US" err="1"/>
              <a:t>adipisicing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a:t>
            </a:r>
          </a:p>
        </p:txBody>
      </p:sp>
      <p:sp>
        <p:nvSpPr>
          <p:cNvPr id="8" name="Text Placeholder 6">
            <a:extLst>
              <a:ext uri="{FF2B5EF4-FFF2-40B4-BE49-F238E27FC236}">
                <a16:creationId xmlns:a16="http://schemas.microsoft.com/office/drawing/2014/main" id="{00A2CB1D-8B50-7894-8B0B-2A704C5B1EF5}"/>
              </a:ext>
            </a:extLst>
          </p:cNvPr>
          <p:cNvSpPr>
            <a:spLocks noGrp="1"/>
          </p:cNvSpPr>
          <p:nvPr>
            <p:ph type="body" sz="quarter" idx="10"/>
          </p:nvPr>
        </p:nvSpPr>
        <p:spPr>
          <a:xfrm>
            <a:off x="1257300" y="635868"/>
            <a:ext cx="11372545" cy="589085"/>
          </a:xfrm>
        </p:spPr>
        <p:txBody>
          <a:bodyPr/>
          <a:lstStyle/>
          <a:p>
            <a:pPr marL="0" indent="0">
              <a:buNone/>
            </a:pPr>
            <a:r>
              <a:rPr lang="en-US" sz="2400">
                <a:solidFill>
                  <a:schemeClr val="bg2"/>
                </a:solidFill>
                <a:latin typeface="+mj-lt"/>
              </a:rPr>
              <a:t>Coming soon</a:t>
            </a:r>
          </a:p>
        </p:txBody>
      </p:sp>
      <p:sp>
        <p:nvSpPr>
          <p:cNvPr id="5" name="Title 4">
            <a:extLst>
              <a:ext uri="{FF2B5EF4-FFF2-40B4-BE49-F238E27FC236}">
                <a16:creationId xmlns:a16="http://schemas.microsoft.com/office/drawing/2014/main" id="{BA9838BE-4CD3-D50B-4459-B4E7276E2E57}"/>
              </a:ext>
            </a:extLst>
          </p:cNvPr>
          <p:cNvSpPr>
            <a:spLocks noGrp="1"/>
          </p:cNvSpPr>
          <p:nvPr>
            <p:ph type="title"/>
          </p:nvPr>
        </p:nvSpPr>
        <p:spPr>
          <a:xfrm>
            <a:off x="1257300" y="1239349"/>
            <a:ext cx="11372545" cy="1220096"/>
          </a:xfrm>
        </p:spPr>
        <p:txBody>
          <a:bodyPr>
            <a:normAutofit/>
          </a:bodyPr>
          <a:lstStyle/>
          <a:p>
            <a:r>
              <a:rPr lang="en-US"/>
              <a:t>Title of upcoming presentation</a:t>
            </a:r>
          </a:p>
        </p:txBody>
      </p:sp>
      <p:sp>
        <p:nvSpPr>
          <p:cNvPr id="9" name="Oval 8">
            <a:extLst>
              <a:ext uri="{FF2B5EF4-FFF2-40B4-BE49-F238E27FC236}">
                <a16:creationId xmlns:a16="http://schemas.microsoft.com/office/drawing/2014/main" id="{2168C76E-B473-7D5B-5C0E-A4CE2F571857}"/>
              </a:ext>
            </a:extLst>
          </p:cNvPr>
          <p:cNvSpPr/>
          <p:nvPr/>
        </p:nvSpPr>
        <p:spPr>
          <a:xfrm>
            <a:off x="12629845" y="2086088"/>
            <a:ext cx="4549439" cy="4549439"/>
          </a:xfrm>
          <a:prstGeom prst="ellipse">
            <a:avLst/>
          </a:prstGeom>
          <a:solidFill>
            <a:schemeClr val="bg1"/>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a:solidFill>
                  <a:schemeClr val="bg2"/>
                </a:solidFill>
              </a:rPr>
              <a:t>Speaker headshot</a:t>
            </a:r>
          </a:p>
        </p:txBody>
      </p:sp>
      <p:sp>
        <p:nvSpPr>
          <p:cNvPr id="10" name="TextBox 9">
            <a:extLst>
              <a:ext uri="{FF2B5EF4-FFF2-40B4-BE49-F238E27FC236}">
                <a16:creationId xmlns:a16="http://schemas.microsoft.com/office/drawing/2014/main" id="{1FEB8ACC-3D5D-8F73-E775-5CB5C2D1C1FD}"/>
              </a:ext>
            </a:extLst>
          </p:cNvPr>
          <p:cNvSpPr txBox="1"/>
          <p:nvPr/>
        </p:nvSpPr>
        <p:spPr>
          <a:xfrm>
            <a:off x="12944157" y="7559986"/>
            <a:ext cx="4167962" cy="338554"/>
          </a:xfrm>
          <a:prstGeom prst="rect">
            <a:avLst/>
          </a:prstGeom>
          <a:noFill/>
        </p:spPr>
        <p:txBody>
          <a:bodyPr wrap="square" lIns="0" tIns="0" rIns="0" bIns="0" rtlCol="0">
            <a:spAutoFit/>
          </a:bodyPr>
          <a:lstStyle/>
          <a:p>
            <a:pPr algn="ctr"/>
            <a:r>
              <a:rPr lang="en-US" sz="2200">
                <a:solidFill>
                  <a:schemeClr val="accent5"/>
                </a:solidFill>
              </a:rPr>
              <a:t>Speaker name, title</a:t>
            </a:r>
          </a:p>
        </p:txBody>
      </p:sp>
      <p:sp>
        <p:nvSpPr>
          <p:cNvPr id="11" name="TextBox 10">
            <a:extLst>
              <a:ext uri="{FF2B5EF4-FFF2-40B4-BE49-F238E27FC236}">
                <a16:creationId xmlns:a16="http://schemas.microsoft.com/office/drawing/2014/main" id="{BB5CDE86-3145-FF16-CFC5-4D294C7C2626}"/>
              </a:ext>
            </a:extLst>
          </p:cNvPr>
          <p:cNvSpPr txBox="1"/>
          <p:nvPr/>
        </p:nvSpPr>
        <p:spPr>
          <a:xfrm>
            <a:off x="1257299" y="7729263"/>
            <a:ext cx="7126571" cy="1728988"/>
          </a:xfrm>
          <a:prstGeom prst="rect">
            <a:avLst/>
          </a:prstGeom>
          <a:noFill/>
        </p:spPr>
        <p:txBody>
          <a:bodyPr wrap="square" lIns="0" tIns="0" rIns="0" bIns="0" rtlCol="0">
            <a:normAutofit/>
          </a:bodyPr>
          <a:lstStyle/>
          <a:p>
            <a:pPr algn="l">
              <a:lnSpc>
                <a:spcPct val="110000"/>
              </a:lnSpc>
            </a:pPr>
            <a:r>
              <a:rPr lang="en-US" sz="2800">
                <a:solidFill>
                  <a:schemeClr val="accent5"/>
                </a:solidFill>
              </a:rPr>
              <a:t>Date</a:t>
            </a:r>
          </a:p>
          <a:p>
            <a:pPr algn="l">
              <a:lnSpc>
                <a:spcPct val="110000"/>
              </a:lnSpc>
            </a:pPr>
            <a:r>
              <a:rPr lang="en-US" sz="2800">
                <a:solidFill>
                  <a:schemeClr val="accent5"/>
                </a:solidFill>
              </a:rPr>
              <a:t>Time</a:t>
            </a:r>
          </a:p>
          <a:p>
            <a:pPr algn="l">
              <a:lnSpc>
                <a:spcPct val="110000"/>
              </a:lnSpc>
            </a:pPr>
            <a:r>
              <a:rPr lang="en-US" sz="2800">
                <a:solidFill>
                  <a:schemeClr val="accent5"/>
                </a:solidFill>
              </a:rPr>
              <a:t>Location</a:t>
            </a:r>
          </a:p>
        </p:txBody>
      </p:sp>
      <p:cxnSp>
        <p:nvCxnSpPr>
          <p:cNvPr id="2" name="Straight Connector 1">
            <a:extLst>
              <a:ext uri="{FF2B5EF4-FFF2-40B4-BE49-F238E27FC236}">
                <a16:creationId xmlns:a16="http://schemas.microsoft.com/office/drawing/2014/main" id="{605DD485-4587-CF49-465B-203DA552D0CF}"/>
              </a:ext>
            </a:extLst>
          </p:cNvPr>
          <p:cNvCxnSpPr>
            <a:cxnSpLocks/>
          </p:cNvCxnSpPr>
          <p:nvPr/>
        </p:nvCxnSpPr>
        <p:spPr>
          <a:xfrm>
            <a:off x="1257299" y="7453618"/>
            <a:ext cx="1696289" cy="0"/>
          </a:xfrm>
          <a:prstGeom prst="line">
            <a:avLst/>
          </a:prstGeom>
          <a:ln w="25400">
            <a:tailEnd type="none"/>
          </a:ln>
        </p:spPr>
        <p:style>
          <a:lnRef idx="1">
            <a:schemeClr val="accent1"/>
          </a:lnRef>
          <a:fillRef idx="0">
            <a:schemeClr val="accent1"/>
          </a:fillRef>
          <a:effectRef idx="0">
            <a:schemeClr val="accent1"/>
          </a:effectRef>
          <a:fontRef idx="minor">
            <a:schemeClr val="tx1"/>
          </a:fontRef>
        </p:style>
      </p:cxnSp>
      <p:sp>
        <p:nvSpPr>
          <p:cNvPr id="3" name="Freeform 2">
            <a:extLst>
              <a:ext uri="{FF2B5EF4-FFF2-40B4-BE49-F238E27FC236}">
                <a16:creationId xmlns:a16="http://schemas.microsoft.com/office/drawing/2014/main" id="{98A6A14F-30C7-2716-09A1-C566891292AD}"/>
              </a:ext>
            </a:extLst>
          </p:cNvPr>
          <p:cNvSpPr>
            <a:spLocks noChangeAspect="1" noEditPoints="1"/>
          </p:cNvSpPr>
          <p:nvPr/>
        </p:nvSpPr>
        <p:spPr bwMode="auto">
          <a:xfrm>
            <a:off x="17163450" y="295213"/>
            <a:ext cx="651997" cy="929740"/>
          </a:xfrm>
          <a:custGeom>
            <a:avLst/>
            <a:gdLst>
              <a:gd name="T0" fmla="*/ 2143 w 3366"/>
              <a:gd name="T1" fmla="*/ 1473 h 4805"/>
              <a:gd name="T2" fmla="*/ 3048 w 3366"/>
              <a:gd name="T3" fmla="*/ 647 h 4805"/>
              <a:gd name="T4" fmla="*/ 2125 w 3366"/>
              <a:gd name="T5" fmla="*/ 1566 h 4805"/>
              <a:gd name="T6" fmla="*/ 2057 w 3366"/>
              <a:gd name="T7" fmla="*/ 2671 h 4805"/>
              <a:gd name="T8" fmla="*/ 3001 w 3366"/>
              <a:gd name="T9" fmla="*/ 2604 h 4805"/>
              <a:gd name="T10" fmla="*/ 2223 w 3366"/>
              <a:gd name="T11" fmla="*/ 3100 h 4805"/>
              <a:gd name="T12" fmla="*/ 2581 w 3366"/>
              <a:gd name="T13" fmla="*/ 2837 h 4805"/>
              <a:gd name="T14" fmla="*/ 2033 w 3366"/>
              <a:gd name="T15" fmla="*/ 2846 h 4805"/>
              <a:gd name="T16" fmla="*/ 1346 w 3366"/>
              <a:gd name="T17" fmla="*/ 2507 h 4805"/>
              <a:gd name="T18" fmla="*/ 695 w 3366"/>
              <a:gd name="T19" fmla="*/ 2220 h 4805"/>
              <a:gd name="T20" fmla="*/ 1288 w 3366"/>
              <a:gd name="T21" fmla="*/ 1596 h 4805"/>
              <a:gd name="T22" fmla="*/ 1625 w 3366"/>
              <a:gd name="T23" fmla="*/ 2158 h 4805"/>
              <a:gd name="T24" fmla="*/ 769 w 3366"/>
              <a:gd name="T25" fmla="*/ 1849 h 4805"/>
              <a:gd name="T26" fmla="*/ 1570 w 3366"/>
              <a:gd name="T27" fmla="*/ 2312 h 4805"/>
              <a:gd name="T28" fmla="*/ 1931 w 3366"/>
              <a:gd name="T29" fmla="*/ 867 h 4805"/>
              <a:gd name="T30" fmla="*/ 2360 w 3366"/>
              <a:gd name="T31" fmla="*/ 618 h 4805"/>
              <a:gd name="T32" fmla="*/ 2933 w 3366"/>
              <a:gd name="T33" fmla="*/ 1504 h 4805"/>
              <a:gd name="T34" fmla="*/ 1831 w 3366"/>
              <a:gd name="T35" fmla="*/ 1311 h 4805"/>
              <a:gd name="T36" fmla="*/ 3216 w 3366"/>
              <a:gd name="T37" fmla="*/ 4671 h 4805"/>
              <a:gd name="T38" fmla="*/ 2511 w 3366"/>
              <a:gd name="T39" fmla="*/ 4420 h 4805"/>
              <a:gd name="T40" fmla="*/ 1873 w 3366"/>
              <a:gd name="T41" fmla="*/ 4190 h 4805"/>
              <a:gd name="T42" fmla="*/ 2169 w 3366"/>
              <a:gd name="T43" fmla="*/ 3222 h 4805"/>
              <a:gd name="T44" fmla="*/ 2583 w 3366"/>
              <a:gd name="T45" fmla="*/ 3200 h 4805"/>
              <a:gd name="T46" fmla="*/ 3124 w 3366"/>
              <a:gd name="T47" fmla="*/ 2449 h 4805"/>
              <a:gd name="T48" fmla="*/ 2189 w 3366"/>
              <a:gd name="T49" fmla="*/ 2375 h 4805"/>
              <a:gd name="T50" fmla="*/ 1808 w 3366"/>
              <a:gd name="T51" fmla="*/ 2436 h 4805"/>
              <a:gd name="T52" fmla="*/ 2439 w 3366"/>
              <a:gd name="T53" fmla="*/ 1934 h 4805"/>
              <a:gd name="T54" fmla="*/ 3068 w 3366"/>
              <a:gd name="T55" fmla="*/ 1533 h 4805"/>
              <a:gd name="T56" fmla="*/ 3201 w 3366"/>
              <a:gd name="T57" fmla="*/ 26 h 4805"/>
              <a:gd name="T58" fmla="*/ 1822 w 3366"/>
              <a:gd name="T59" fmla="*/ 790 h 4805"/>
              <a:gd name="T60" fmla="*/ 1792 w 3366"/>
              <a:gd name="T61" fmla="*/ 1858 h 4805"/>
              <a:gd name="T62" fmla="*/ 1324 w 3366"/>
              <a:gd name="T63" fmla="*/ 1468 h 4805"/>
              <a:gd name="T64" fmla="*/ 2 w 3366"/>
              <a:gd name="T65" fmla="*/ 1600 h 4805"/>
              <a:gd name="T66" fmla="*/ 586 w 3366"/>
              <a:gd name="T67" fmla="*/ 2306 h 4805"/>
              <a:gd name="T68" fmla="*/ 1399 w 3366"/>
              <a:gd name="T69" fmla="*/ 2629 h 4805"/>
              <a:gd name="T70" fmla="*/ 1829 w 3366"/>
              <a:gd name="T71" fmla="*/ 2915 h 4805"/>
              <a:gd name="T72" fmla="*/ 1620 w 3366"/>
              <a:gd name="T73" fmla="*/ 4119 h 4805"/>
              <a:gd name="T74" fmla="*/ 534 w 3366"/>
              <a:gd name="T75" fmla="*/ 4672 h 4805"/>
              <a:gd name="T76" fmla="*/ 1213 w 3366"/>
              <a:gd name="T77" fmla="*/ 4805 h 4805"/>
              <a:gd name="T78" fmla="*/ 1260 w 3366"/>
              <a:gd name="T79" fmla="*/ 4612 h 4805"/>
              <a:gd name="T80" fmla="*/ 1972 w 3366"/>
              <a:gd name="T81" fmla="*/ 4440 h 4805"/>
              <a:gd name="T82" fmla="*/ 2393 w 3366"/>
              <a:gd name="T83" fmla="*/ 4496 h 4805"/>
              <a:gd name="T84" fmla="*/ 2660 w 3366"/>
              <a:gd name="T85" fmla="*/ 4737 h 4805"/>
              <a:gd name="T86" fmla="*/ 3283 w 3366"/>
              <a:gd name="T87" fmla="*/ 4737 h 48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3366" h="4805">
                <a:moveTo>
                  <a:pt x="2125" y="1566"/>
                </a:moveTo>
                <a:lnTo>
                  <a:pt x="2125" y="1566"/>
                </a:lnTo>
                <a:cubicBezTo>
                  <a:pt x="2104" y="1535"/>
                  <a:pt x="2112" y="1494"/>
                  <a:pt x="2143" y="1473"/>
                </a:cubicBezTo>
                <a:cubicBezTo>
                  <a:pt x="2146" y="1471"/>
                  <a:pt x="2518" y="1214"/>
                  <a:pt x="2937" y="574"/>
                </a:cubicBezTo>
                <a:cubicBezTo>
                  <a:pt x="2957" y="544"/>
                  <a:pt x="2998" y="535"/>
                  <a:pt x="3029" y="555"/>
                </a:cubicBezTo>
                <a:cubicBezTo>
                  <a:pt x="3060" y="575"/>
                  <a:pt x="3068" y="616"/>
                  <a:pt x="3048" y="647"/>
                </a:cubicBezTo>
                <a:cubicBezTo>
                  <a:pt x="2613" y="1311"/>
                  <a:pt x="2233" y="1573"/>
                  <a:pt x="2217" y="1583"/>
                </a:cubicBezTo>
                <a:cubicBezTo>
                  <a:pt x="2206" y="1591"/>
                  <a:pt x="2193" y="1595"/>
                  <a:pt x="2180" y="1595"/>
                </a:cubicBezTo>
                <a:cubicBezTo>
                  <a:pt x="2159" y="1595"/>
                  <a:pt x="2138" y="1585"/>
                  <a:pt x="2125" y="1566"/>
                </a:cubicBezTo>
                <a:lnTo>
                  <a:pt x="2125" y="1566"/>
                </a:lnTo>
                <a:close/>
                <a:moveTo>
                  <a:pt x="2057" y="2671"/>
                </a:moveTo>
                <a:lnTo>
                  <a:pt x="2057" y="2671"/>
                </a:lnTo>
                <a:cubicBezTo>
                  <a:pt x="2129" y="2507"/>
                  <a:pt x="2322" y="2432"/>
                  <a:pt x="2486" y="2505"/>
                </a:cubicBezTo>
                <a:cubicBezTo>
                  <a:pt x="2494" y="2508"/>
                  <a:pt x="2503" y="2512"/>
                  <a:pt x="2507" y="2514"/>
                </a:cubicBezTo>
                <a:cubicBezTo>
                  <a:pt x="2515" y="2520"/>
                  <a:pt x="2698" y="2633"/>
                  <a:pt x="3001" y="2604"/>
                </a:cubicBezTo>
                <a:cubicBezTo>
                  <a:pt x="2903" y="2744"/>
                  <a:pt x="2724" y="2968"/>
                  <a:pt x="2518" y="3084"/>
                </a:cubicBezTo>
                <a:lnTo>
                  <a:pt x="2501" y="3093"/>
                </a:lnTo>
                <a:cubicBezTo>
                  <a:pt x="2413" y="3137"/>
                  <a:pt x="2312" y="3140"/>
                  <a:pt x="2223" y="3100"/>
                </a:cubicBezTo>
                <a:cubicBezTo>
                  <a:pt x="2172" y="3078"/>
                  <a:pt x="2127" y="3042"/>
                  <a:pt x="2094" y="2998"/>
                </a:cubicBezTo>
                <a:lnTo>
                  <a:pt x="2084" y="2981"/>
                </a:lnTo>
                <a:cubicBezTo>
                  <a:pt x="2189" y="2980"/>
                  <a:pt x="2387" y="2960"/>
                  <a:pt x="2581" y="2837"/>
                </a:cubicBezTo>
                <a:cubicBezTo>
                  <a:pt x="2612" y="2817"/>
                  <a:pt x="2621" y="2776"/>
                  <a:pt x="2601" y="2745"/>
                </a:cubicBezTo>
                <a:cubicBezTo>
                  <a:pt x="2582" y="2714"/>
                  <a:pt x="2540" y="2705"/>
                  <a:pt x="2509" y="2725"/>
                </a:cubicBezTo>
                <a:cubicBezTo>
                  <a:pt x="2299" y="2859"/>
                  <a:pt x="2078" y="2850"/>
                  <a:pt x="2033" y="2846"/>
                </a:cubicBezTo>
                <a:cubicBezTo>
                  <a:pt x="2025" y="2787"/>
                  <a:pt x="2032" y="2726"/>
                  <a:pt x="2057" y="2671"/>
                </a:cubicBezTo>
                <a:lnTo>
                  <a:pt x="2057" y="2671"/>
                </a:lnTo>
                <a:close/>
                <a:moveTo>
                  <a:pt x="1346" y="2507"/>
                </a:moveTo>
                <a:lnTo>
                  <a:pt x="1346" y="2507"/>
                </a:lnTo>
                <a:cubicBezTo>
                  <a:pt x="1100" y="2613"/>
                  <a:pt x="814" y="2499"/>
                  <a:pt x="709" y="2253"/>
                </a:cubicBezTo>
                <a:cubicBezTo>
                  <a:pt x="703" y="2241"/>
                  <a:pt x="698" y="2228"/>
                  <a:pt x="695" y="2220"/>
                </a:cubicBezTo>
                <a:cubicBezTo>
                  <a:pt x="692" y="2205"/>
                  <a:pt x="607" y="1897"/>
                  <a:pt x="233" y="1633"/>
                </a:cubicBezTo>
                <a:cubicBezTo>
                  <a:pt x="459" y="1581"/>
                  <a:pt x="904" y="1502"/>
                  <a:pt x="1259" y="1588"/>
                </a:cubicBezTo>
                <a:lnTo>
                  <a:pt x="1288" y="1596"/>
                </a:lnTo>
                <a:cubicBezTo>
                  <a:pt x="1429" y="1637"/>
                  <a:pt x="1543" y="1737"/>
                  <a:pt x="1600" y="1869"/>
                </a:cubicBezTo>
                <a:cubicBezTo>
                  <a:pt x="1633" y="1946"/>
                  <a:pt x="1646" y="2030"/>
                  <a:pt x="1637" y="2112"/>
                </a:cubicBezTo>
                <a:lnTo>
                  <a:pt x="1625" y="2158"/>
                </a:lnTo>
                <a:cubicBezTo>
                  <a:pt x="1519" y="2056"/>
                  <a:pt x="1215" y="1796"/>
                  <a:pt x="793" y="1718"/>
                </a:cubicBezTo>
                <a:cubicBezTo>
                  <a:pt x="757" y="1711"/>
                  <a:pt x="723" y="1735"/>
                  <a:pt x="716" y="1771"/>
                </a:cubicBezTo>
                <a:cubicBezTo>
                  <a:pt x="709" y="1807"/>
                  <a:pt x="733" y="1842"/>
                  <a:pt x="769" y="1849"/>
                </a:cubicBezTo>
                <a:cubicBezTo>
                  <a:pt x="1243" y="1937"/>
                  <a:pt x="1565" y="2286"/>
                  <a:pt x="1568" y="2290"/>
                </a:cubicBezTo>
                <a:cubicBezTo>
                  <a:pt x="1571" y="2293"/>
                  <a:pt x="1575" y="2294"/>
                  <a:pt x="1578" y="2297"/>
                </a:cubicBezTo>
                <a:cubicBezTo>
                  <a:pt x="1575" y="2302"/>
                  <a:pt x="1572" y="2307"/>
                  <a:pt x="1570" y="2312"/>
                </a:cubicBezTo>
                <a:cubicBezTo>
                  <a:pt x="1517" y="2399"/>
                  <a:pt x="1440" y="2467"/>
                  <a:pt x="1346" y="2507"/>
                </a:cubicBezTo>
                <a:lnTo>
                  <a:pt x="1346" y="2507"/>
                </a:lnTo>
                <a:close/>
                <a:moveTo>
                  <a:pt x="1931" y="867"/>
                </a:moveTo>
                <a:lnTo>
                  <a:pt x="1931" y="867"/>
                </a:lnTo>
                <a:cubicBezTo>
                  <a:pt x="2023" y="737"/>
                  <a:pt x="2159" y="651"/>
                  <a:pt x="2316" y="624"/>
                </a:cubicBezTo>
                <a:cubicBezTo>
                  <a:pt x="2332" y="621"/>
                  <a:pt x="2349" y="619"/>
                  <a:pt x="2360" y="618"/>
                </a:cubicBezTo>
                <a:cubicBezTo>
                  <a:pt x="2378" y="617"/>
                  <a:pt x="2770" y="605"/>
                  <a:pt x="3186" y="227"/>
                </a:cubicBezTo>
                <a:cubicBezTo>
                  <a:pt x="3186" y="495"/>
                  <a:pt x="3159" y="1064"/>
                  <a:pt x="2950" y="1472"/>
                </a:cubicBezTo>
                <a:lnTo>
                  <a:pt x="2933" y="1504"/>
                </a:lnTo>
                <a:cubicBezTo>
                  <a:pt x="2842" y="1665"/>
                  <a:pt x="2691" y="1771"/>
                  <a:pt x="2520" y="1795"/>
                </a:cubicBezTo>
                <a:cubicBezTo>
                  <a:pt x="2235" y="1835"/>
                  <a:pt x="2012" y="1644"/>
                  <a:pt x="1998" y="1632"/>
                </a:cubicBezTo>
                <a:cubicBezTo>
                  <a:pt x="1910" y="1544"/>
                  <a:pt x="1852" y="1434"/>
                  <a:pt x="1831" y="1311"/>
                </a:cubicBezTo>
                <a:cubicBezTo>
                  <a:pt x="1804" y="1154"/>
                  <a:pt x="1840" y="997"/>
                  <a:pt x="1931" y="867"/>
                </a:cubicBezTo>
                <a:lnTo>
                  <a:pt x="1931" y="867"/>
                </a:lnTo>
                <a:close/>
                <a:moveTo>
                  <a:pt x="3216" y="4671"/>
                </a:moveTo>
                <a:lnTo>
                  <a:pt x="3216" y="4671"/>
                </a:lnTo>
                <a:lnTo>
                  <a:pt x="2786" y="4671"/>
                </a:lnTo>
                <a:cubicBezTo>
                  <a:pt x="2757" y="4539"/>
                  <a:pt x="2647" y="4436"/>
                  <a:pt x="2511" y="4420"/>
                </a:cubicBezTo>
                <a:cubicBezTo>
                  <a:pt x="2465" y="4286"/>
                  <a:pt x="2339" y="4194"/>
                  <a:pt x="2193" y="4194"/>
                </a:cubicBezTo>
                <a:cubicBezTo>
                  <a:pt x="2113" y="4194"/>
                  <a:pt x="2037" y="4222"/>
                  <a:pt x="1977" y="4273"/>
                </a:cubicBezTo>
                <a:cubicBezTo>
                  <a:pt x="1946" y="4240"/>
                  <a:pt x="1911" y="4213"/>
                  <a:pt x="1873" y="4190"/>
                </a:cubicBezTo>
                <a:cubicBezTo>
                  <a:pt x="1961" y="4065"/>
                  <a:pt x="2191" y="3681"/>
                  <a:pt x="2096" y="3237"/>
                </a:cubicBezTo>
                <a:cubicBezTo>
                  <a:pt x="2091" y="3213"/>
                  <a:pt x="2085" y="3190"/>
                  <a:pt x="2080" y="3169"/>
                </a:cubicBezTo>
                <a:cubicBezTo>
                  <a:pt x="2107" y="3189"/>
                  <a:pt x="2137" y="3208"/>
                  <a:pt x="2169" y="3222"/>
                </a:cubicBezTo>
                <a:cubicBezTo>
                  <a:pt x="2228" y="3248"/>
                  <a:pt x="2291" y="3261"/>
                  <a:pt x="2354" y="3261"/>
                </a:cubicBezTo>
                <a:cubicBezTo>
                  <a:pt x="2425" y="3261"/>
                  <a:pt x="2496" y="3244"/>
                  <a:pt x="2563" y="3211"/>
                </a:cubicBezTo>
                <a:lnTo>
                  <a:pt x="2583" y="3200"/>
                </a:lnTo>
                <a:cubicBezTo>
                  <a:pt x="2927" y="3007"/>
                  <a:pt x="3186" y="2566"/>
                  <a:pt x="3197" y="2547"/>
                </a:cubicBezTo>
                <a:cubicBezTo>
                  <a:pt x="3210" y="2524"/>
                  <a:pt x="3209" y="2496"/>
                  <a:pt x="3193" y="2474"/>
                </a:cubicBezTo>
                <a:cubicBezTo>
                  <a:pt x="3177" y="2453"/>
                  <a:pt x="3150" y="2443"/>
                  <a:pt x="3124" y="2449"/>
                </a:cubicBezTo>
                <a:cubicBezTo>
                  <a:pt x="2787" y="2529"/>
                  <a:pt x="2586" y="2407"/>
                  <a:pt x="2574" y="2400"/>
                </a:cubicBezTo>
                <a:cubicBezTo>
                  <a:pt x="2563" y="2394"/>
                  <a:pt x="2552" y="2388"/>
                  <a:pt x="2540" y="2383"/>
                </a:cubicBezTo>
                <a:cubicBezTo>
                  <a:pt x="2428" y="2333"/>
                  <a:pt x="2303" y="2331"/>
                  <a:pt x="2189" y="2375"/>
                </a:cubicBezTo>
                <a:cubicBezTo>
                  <a:pt x="2075" y="2419"/>
                  <a:pt x="1985" y="2505"/>
                  <a:pt x="1935" y="2617"/>
                </a:cubicBezTo>
                <a:cubicBezTo>
                  <a:pt x="1914" y="2664"/>
                  <a:pt x="1902" y="2714"/>
                  <a:pt x="1898" y="2764"/>
                </a:cubicBezTo>
                <a:cubicBezTo>
                  <a:pt x="1858" y="2684"/>
                  <a:pt x="1826" y="2592"/>
                  <a:pt x="1808" y="2436"/>
                </a:cubicBezTo>
                <a:cubicBezTo>
                  <a:pt x="1776" y="2159"/>
                  <a:pt x="1831" y="2060"/>
                  <a:pt x="1908" y="1923"/>
                </a:cubicBezTo>
                <a:cubicBezTo>
                  <a:pt x="1930" y="1882"/>
                  <a:pt x="1955" y="1837"/>
                  <a:pt x="1980" y="1785"/>
                </a:cubicBezTo>
                <a:cubicBezTo>
                  <a:pt x="2069" y="1845"/>
                  <a:pt x="2234" y="1934"/>
                  <a:pt x="2439" y="1934"/>
                </a:cubicBezTo>
                <a:cubicBezTo>
                  <a:pt x="2471" y="1934"/>
                  <a:pt x="2505" y="1932"/>
                  <a:pt x="2539" y="1927"/>
                </a:cubicBezTo>
                <a:cubicBezTo>
                  <a:pt x="2751" y="1897"/>
                  <a:pt x="2937" y="1767"/>
                  <a:pt x="3050" y="1567"/>
                </a:cubicBezTo>
                <a:lnTo>
                  <a:pt x="3068" y="1533"/>
                </a:lnTo>
                <a:cubicBezTo>
                  <a:pt x="3366" y="951"/>
                  <a:pt x="3318" y="103"/>
                  <a:pt x="3316" y="67"/>
                </a:cubicBezTo>
                <a:cubicBezTo>
                  <a:pt x="3314" y="40"/>
                  <a:pt x="3297" y="17"/>
                  <a:pt x="3272" y="8"/>
                </a:cubicBezTo>
                <a:cubicBezTo>
                  <a:pt x="3247" y="0"/>
                  <a:pt x="3219" y="6"/>
                  <a:pt x="3201" y="26"/>
                </a:cubicBezTo>
                <a:cubicBezTo>
                  <a:pt x="2786" y="468"/>
                  <a:pt x="2362" y="485"/>
                  <a:pt x="2353" y="485"/>
                </a:cubicBezTo>
                <a:cubicBezTo>
                  <a:pt x="2333" y="487"/>
                  <a:pt x="2313" y="489"/>
                  <a:pt x="2293" y="493"/>
                </a:cubicBezTo>
                <a:cubicBezTo>
                  <a:pt x="2102" y="526"/>
                  <a:pt x="1934" y="631"/>
                  <a:pt x="1822" y="790"/>
                </a:cubicBezTo>
                <a:cubicBezTo>
                  <a:pt x="1710" y="949"/>
                  <a:pt x="1667" y="1142"/>
                  <a:pt x="1700" y="1333"/>
                </a:cubicBezTo>
                <a:cubicBezTo>
                  <a:pt x="1724" y="1469"/>
                  <a:pt x="1784" y="1593"/>
                  <a:pt x="1875" y="1694"/>
                </a:cubicBezTo>
                <a:cubicBezTo>
                  <a:pt x="1847" y="1757"/>
                  <a:pt x="1819" y="1808"/>
                  <a:pt x="1792" y="1858"/>
                </a:cubicBezTo>
                <a:cubicBezTo>
                  <a:pt x="1779" y="1880"/>
                  <a:pt x="1767" y="1902"/>
                  <a:pt x="1756" y="1924"/>
                </a:cubicBezTo>
                <a:cubicBezTo>
                  <a:pt x="1747" y="1887"/>
                  <a:pt x="1737" y="1851"/>
                  <a:pt x="1722" y="1817"/>
                </a:cubicBezTo>
                <a:cubicBezTo>
                  <a:pt x="1649" y="1648"/>
                  <a:pt x="1505" y="1521"/>
                  <a:pt x="1324" y="1468"/>
                </a:cubicBezTo>
                <a:lnTo>
                  <a:pt x="1292" y="1459"/>
                </a:lnTo>
                <a:cubicBezTo>
                  <a:pt x="759" y="1330"/>
                  <a:pt x="77" y="1535"/>
                  <a:pt x="49" y="1544"/>
                </a:cubicBezTo>
                <a:cubicBezTo>
                  <a:pt x="23" y="1552"/>
                  <a:pt x="5" y="1574"/>
                  <a:pt x="2" y="1600"/>
                </a:cubicBezTo>
                <a:cubicBezTo>
                  <a:pt x="0" y="1627"/>
                  <a:pt x="12" y="1652"/>
                  <a:pt x="35" y="1665"/>
                </a:cubicBezTo>
                <a:cubicBezTo>
                  <a:pt x="470" y="1913"/>
                  <a:pt x="566" y="2250"/>
                  <a:pt x="568" y="2258"/>
                </a:cubicBezTo>
                <a:cubicBezTo>
                  <a:pt x="573" y="2274"/>
                  <a:pt x="580" y="2290"/>
                  <a:pt x="586" y="2306"/>
                </a:cubicBezTo>
                <a:cubicBezTo>
                  <a:pt x="652" y="2457"/>
                  <a:pt x="772" y="2575"/>
                  <a:pt x="926" y="2636"/>
                </a:cubicBezTo>
                <a:cubicBezTo>
                  <a:pt x="1000" y="2665"/>
                  <a:pt x="1077" y="2680"/>
                  <a:pt x="1154" y="2680"/>
                </a:cubicBezTo>
                <a:cubicBezTo>
                  <a:pt x="1237" y="2680"/>
                  <a:pt x="1320" y="2663"/>
                  <a:pt x="1399" y="2629"/>
                </a:cubicBezTo>
                <a:cubicBezTo>
                  <a:pt x="1510" y="2581"/>
                  <a:pt x="1603" y="2502"/>
                  <a:pt x="1671" y="2399"/>
                </a:cubicBezTo>
                <a:cubicBezTo>
                  <a:pt x="1672" y="2415"/>
                  <a:pt x="1674" y="2433"/>
                  <a:pt x="1676" y="2451"/>
                </a:cubicBezTo>
                <a:cubicBezTo>
                  <a:pt x="1703" y="2692"/>
                  <a:pt x="1767" y="2806"/>
                  <a:pt x="1829" y="2915"/>
                </a:cubicBezTo>
                <a:cubicBezTo>
                  <a:pt x="1878" y="3004"/>
                  <a:pt x="1930" y="3095"/>
                  <a:pt x="1966" y="3265"/>
                </a:cubicBezTo>
                <a:cubicBezTo>
                  <a:pt x="2057" y="3688"/>
                  <a:pt x="1800" y="4065"/>
                  <a:pt x="1748" y="4137"/>
                </a:cubicBezTo>
                <a:cubicBezTo>
                  <a:pt x="1707" y="4125"/>
                  <a:pt x="1664" y="4119"/>
                  <a:pt x="1620" y="4119"/>
                </a:cubicBezTo>
                <a:cubicBezTo>
                  <a:pt x="1348" y="4119"/>
                  <a:pt x="1127" y="4340"/>
                  <a:pt x="1127" y="4612"/>
                </a:cubicBezTo>
                <a:cubicBezTo>
                  <a:pt x="1127" y="4632"/>
                  <a:pt x="1128" y="4652"/>
                  <a:pt x="1131" y="4672"/>
                </a:cubicBezTo>
                <a:lnTo>
                  <a:pt x="534" y="4672"/>
                </a:lnTo>
                <a:cubicBezTo>
                  <a:pt x="498" y="4672"/>
                  <a:pt x="468" y="4701"/>
                  <a:pt x="468" y="4738"/>
                </a:cubicBezTo>
                <a:cubicBezTo>
                  <a:pt x="468" y="4775"/>
                  <a:pt x="498" y="4805"/>
                  <a:pt x="534" y="4805"/>
                </a:cubicBezTo>
                <a:lnTo>
                  <a:pt x="1213" y="4805"/>
                </a:lnTo>
                <a:cubicBezTo>
                  <a:pt x="1234" y="4805"/>
                  <a:pt x="1254" y="4795"/>
                  <a:pt x="1266" y="4777"/>
                </a:cubicBezTo>
                <a:cubicBezTo>
                  <a:pt x="1279" y="4760"/>
                  <a:pt x="1282" y="4739"/>
                  <a:pt x="1276" y="4718"/>
                </a:cubicBezTo>
                <a:cubicBezTo>
                  <a:pt x="1266" y="4684"/>
                  <a:pt x="1260" y="4648"/>
                  <a:pt x="1260" y="4612"/>
                </a:cubicBezTo>
                <a:cubicBezTo>
                  <a:pt x="1260" y="4413"/>
                  <a:pt x="1422" y="4252"/>
                  <a:pt x="1620" y="4252"/>
                </a:cubicBezTo>
                <a:cubicBezTo>
                  <a:pt x="1740" y="4252"/>
                  <a:pt x="1851" y="4311"/>
                  <a:pt x="1918" y="4411"/>
                </a:cubicBezTo>
                <a:cubicBezTo>
                  <a:pt x="1930" y="4429"/>
                  <a:pt x="1951" y="4440"/>
                  <a:pt x="1972" y="4440"/>
                </a:cubicBezTo>
                <a:cubicBezTo>
                  <a:pt x="1993" y="4438"/>
                  <a:pt x="2015" y="4430"/>
                  <a:pt x="2027" y="4412"/>
                </a:cubicBezTo>
                <a:cubicBezTo>
                  <a:pt x="2066" y="4359"/>
                  <a:pt x="2128" y="4327"/>
                  <a:pt x="2193" y="4327"/>
                </a:cubicBezTo>
                <a:cubicBezTo>
                  <a:pt x="2293" y="4327"/>
                  <a:pt x="2377" y="4398"/>
                  <a:pt x="2393" y="4496"/>
                </a:cubicBezTo>
                <a:cubicBezTo>
                  <a:pt x="2399" y="4530"/>
                  <a:pt x="2430" y="4553"/>
                  <a:pt x="2463" y="4552"/>
                </a:cubicBezTo>
                <a:lnTo>
                  <a:pt x="2473" y="4551"/>
                </a:lnTo>
                <a:cubicBezTo>
                  <a:pt x="2576" y="4551"/>
                  <a:pt x="2660" y="4635"/>
                  <a:pt x="2660" y="4737"/>
                </a:cubicBezTo>
                <a:cubicBezTo>
                  <a:pt x="2660" y="4774"/>
                  <a:pt x="2689" y="4804"/>
                  <a:pt x="2726" y="4804"/>
                </a:cubicBezTo>
                <a:lnTo>
                  <a:pt x="3216" y="4804"/>
                </a:lnTo>
                <a:cubicBezTo>
                  <a:pt x="3253" y="4804"/>
                  <a:pt x="3283" y="4774"/>
                  <a:pt x="3283" y="4737"/>
                </a:cubicBezTo>
                <a:cubicBezTo>
                  <a:pt x="3283" y="4701"/>
                  <a:pt x="3253" y="4671"/>
                  <a:pt x="3216" y="4671"/>
                </a:cubicBezTo>
                <a:close/>
              </a:path>
            </a:pathLst>
          </a:custGeom>
          <a:solidFill>
            <a:schemeClr val="bg2"/>
          </a:solidFill>
          <a:ln w="0">
            <a:noFill/>
            <a:prstDash val="solid"/>
            <a:round/>
            <a:headEnd/>
            <a:tailEnd/>
          </a:ln>
        </p:spPr>
        <p:txBody>
          <a:bodyPr vert="horz" wrap="square" lIns="91440" tIns="45720" rIns="91440" bIns="45720" numCol="1" anchor="t" anchorCtr="0" compatLnSpc="1">
            <a:prstTxWarp prst="textNoShape">
              <a:avLst/>
            </a:prstTxWarp>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a:p>
        </p:txBody>
      </p:sp>
    </p:spTree>
    <p:extLst>
      <p:ext uri="{BB962C8B-B14F-4D97-AF65-F5344CB8AC3E}">
        <p14:creationId xmlns:p14="http://schemas.microsoft.com/office/powerpoint/2010/main" val="96320506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B73B15-7CD4-7639-8986-EC4B2F3EB714}"/>
              </a:ext>
            </a:extLst>
          </p:cNvPr>
          <p:cNvSpPr>
            <a:spLocks noGrp="1"/>
          </p:cNvSpPr>
          <p:nvPr>
            <p:ph type="title"/>
          </p:nvPr>
        </p:nvSpPr>
        <p:spPr>
          <a:xfrm>
            <a:off x="1254866" y="3428883"/>
            <a:ext cx="7396765" cy="2263248"/>
          </a:xfrm>
        </p:spPr>
        <p:txBody>
          <a:bodyPr>
            <a:normAutofit/>
          </a:bodyPr>
          <a:lstStyle/>
          <a:p>
            <a:r>
              <a:rPr lang="en-US"/>
              <a:t>Open source AI tools from SAS</a:t>
            </a:r>
          </a:p>
        </p:txBody>
      </p:sp>
      <p:sp>
        <p:nvSpPr>
          <p:cNvPr id="6" name="Text Placeholder 5">
            <a:extLst>
              <a:ext uri="{FF2B5EF4-FFF2-40B4-BE49-F238E27FC236}">
                <a16:creationId xmlns:a16="http://schemas.microsoft.com/office/drawing/2014/main" id="{2C5B1250-3AA8-C95C-0F95-D94E4177C6F3}"/>
              </a:ext>
            </a:extLst>
          </p:cNvPr>
          <p:cNvSpPr>
            <a:spLocks noGrp="1"/>
          </p:cNvSpPr>
          <p:nvPr>
            <p:ph type="body" sz="quarter" idx="10"/>
          </p:nvPr>
        </p:nvSpPr>
        <p:spPr>
          <a:xfrm>
            <a:off x="1252432" y="6061224"/>
            <a:ext cx="8920196" cy="923330"/>
          </a:xfrm>
        </p:spPr>
        <p:txBody>
          <a:bodyPr/>
          <a:lstStyle/>
          <a:p>
            <a:r>
              <a:rPr lang="en-US"/>
              <a:t>A community showcase</a:t>
            </a:r>
          </a:p>
        </p:txBody>
      </p:sp>
      <p:sp>
        <p:nvSpPr>
          <p:cNvPr id="7" name="Text Placeholder 6">
            <a:extLst>
              <a:ext uri="{FF2B5EF4-FFF2-40B4-BE49-F238E27FC236}">
                <a16:creationId xmlns:a16="http://schemas.microsoft.com/office/drawing/2014/main" id="{FCBC2D67-325C-8A6D-8269-6E4783D69E20}"/>
              </a:ext>
            </a:extLst>
          </p:cNvPr>
          <p:cNvSpPr>
            <a:spLocks noGrp="1"/>
          </p:cNvSpPr>
          <p:nvPr>
            <p:ph type="body" sz="quarter" idx="11"/>
          </p:nvPr>
        </p:nvSpPr>
        <p:spPr/>
        <p:txBody>
          <a:bodyPr/>
          <a:lstStyle/>
          <a:p>
            <a:endParaRPr lang="en-US"/>
          </a:p>
        </p:txBody>
      </p:sp>
    </p:spTree>
    <p:extLst>
      <p:ext uri="{BB962C8B-B14F-4D97-AF65-F5344CB8AC3E}">
        <p14:creationId xmlns:p14="http://schemas.microsoft.com/office/powerpoint/2010/main" val="866044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50445EF-3D3E-1BFF-396F-83E1D7B409CC}"/>
              </a:ext>
            </a:extLst>
          </p:cNvPr>
          <p:cNvSpPr>
            <a:spLocks noGrp="1"/>
          </p:cNvSpPr>
          <p:nvPr>
            <p:ph sz="quarter" idx="11"/>
          </p:nvPr>
        </p:nvSpPr>
        <p:spPr>
          <a:xfrm>
            <a:off x="1252537" y="2616200"/>
            <a:ext cx="13213739" cy="6299200"/>
          </a:xfrm>
        </p:spPr>
        <p:txBody>
          <a:bodyPr>
            <a:normAutofit/>
          </a:bodyPr>
          <a:lstStyle/>
          <a:p>
            <a:pPr marL="0" lvl="0" indent="0">
              <a:buNone/>
            </a:pPr>
            <a:r>
              <a:rPr lang="en-US" sz="3200"/>
              <a:t>It's an AI extravaganza! Join us as we survey SAS's latest open source projects aimed at helping both our customers and our community make better use of artificial intelligence. Maintainers of four projects—MCP Server, SAS Score MCP Server, SAS MAS Scorer, and the SAS Agentic AI Accelerator—will showcase their latest releases and explain how their utilities help customers solve AI-related challenges. Together we'll learn how we can get involved in their work, extending its reach and amplifying its impact.</a:t>
            </a:r>
          </a:p>
        </p:txBody>
      </p:sp>
      <p:sp>
        <p:nvSpPr>
          <p:cNvPr id="2" name="Title 1">
            <a:extLst>
              <a:ext uri="{FF2B5EF4-FFF2-40B4-BE49-F238E27FC236}">
                <a16:creationId xmlns:a16="http://schemas.microsoft.com/office/drawing/2014/main" id="{3F4B24F0-FBF2-D5A5-315F-01AADEEFF926}"/>
              </a:ext>
            </a:extLst>
          </p:cNvPr>
          <p:cNvSpPr>
            <a:spLocks noGrp="1"/>
          </p:cNvSpPr>
          <p:nvPr>
            <p:ph type="title"/>
          </p:nvPr>
        </p:nvSpPr>
        <p:spPr>
          <a:xfrm>
            <a:off x="1257300" y="710304"/>
            <a:ext cx="10612962" cy="1220096"/>
          </a:xfrm>
        </p:spPr>
        <p:txBody>
          <a:bodyPr>
            <a:normAutofit/>
          </a:bodyPr>
          <a:lstStyle/>
          <a:p>
            <a:r>
              <a:rPr lang="en-US" sz="8000"/>
              <a:t>Session Overview</a:t>
            </a:r>
          </a:p>
        </p:txBody>
      </p:sp>
    </p:spTree>
    <p:extLst>
      <p:ext uri="{BB962C8B-B14F-4D97-AF65-F5344CB8AC3E}">
        <p14:creationId xmlns:p14="http://schemas.microsoft.com/office/powerpoint/2010/main" val="5226653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A53BA7-0654-1F75-7C09-C600FDE120A3}"/>
            </a:ext>
          </a:extLst>
        </p:cNvPr>
        <p:cNvGrpSpPr/>
        <p:nvPr/>
      </p:nvGrpSpPr>
      <p:grpSpPr>
        <a:xfrm>
          <a:off x="0" y="0"/>
          <a:ext cx="0" cy="0"/>
          <a:chOff x="0" y="0"/>
          <a:chExt cx="0" cy="0"/>
        </a:xfrm>
      </p:grpSpPr>
      <p:sp>
        <p:nvSpPr>
          <p:cNvPr id="1030" name="!!_d">
            <a:extLst>
              <a:ext uri="{FF2B5EF4-FFF2-40B4-BE49-F238E27FC236}">
                <a16:creationId xmlns:a16="http://schemas.microsoft.com/office/drawing/2014/main" id="{404CE401-70DB-648A-9E86-E506DF3F2AD7}"/>
              </a:ext>
            </a:extLst>
          </p:cNvPr>
          <p:cNvSpPr/>
          <p:nvPr/>
        </p:nvSpPr>
        <p:spPr>
          <a:xfrm rot="5400000">
            <a:off x="12285903" y="3271325"/>
            <a:ext cx="5486400" cy="4290449"/>
          </a:xfrm>
          <a:prstGeom prst="round2SameRect">
            <a:avLst>
              <a:gd name="adj1" fmla="val 5147"/>
              <a:gd name="adj2" fmla="val 0"/>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3600" b="0" i="0" u="none" strike="noStrike" kern="1200" cap="none" spc="0" normalizeH="0" baseline="0" noProof="0">
              <a:ln>
                <a:noFill/>
              </a:ln>
              <a:solidFill>
                <a:srgbClr val="FFFFFF"/>
              </a:solidFill>
              <a:effectLst/>
              <a:uLnTx/>
              <a:uFillTx/>
              <a:latin typeface="Anova Light"/>
              <a:ea typeface="+mn-ea"/>
              <a:cs typeface="+mn-cs"/>
            </a:endParaRPr>
          </a:p>
        </p:txBody>
      </p:sp>
      <p:sp>
        <p:nvSpPr>
          <p:cNvPr id="5" name="!!_c">
            <a:extLst>
              <a:ext uri="{FF2B5EF4-FFF2-40B4-BE49-F238E27FC236}">
                <a16:creationId xmlns:a16="http://schemas.microsoft.com/office/drawing/2014/main" id="{C3E7177C-17A7-03E7-31C2-237C90B79E76}"/>
              </a:ext>
            </a:extLst>
          </p:cNvPr>
          <p:cNvSpPr/>
          <p:nvPr/>
        </p:nvSpPr>
        <p:spPr>
          <a:xfrm>
            <a:off x="8593430" y="2673349"/>
            <a:ext cx="4290449" cy="548639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3600" b="0" i="0" u="none" strike="noStrike" kern="1200" cap="none" spc="0" normalizeH="0" baseline="0" noProof="0">
              <a:ln>
                <a:noFill/>
              </a:ln>
              <a:solidFill>
                <a:srgbClr val="FFFFFF"/>
              </a:solidFill>
              <a:effectLst/>
              <a:uLnTx/>
              <a:uFillTx/>
              <a:latin typeface="Anova Light"/>
              <a:ea typeface="+mn-ea"/>
              <a:cs typeface="+mn-cs"/>
            </a:endParaRPr>
          </a:p>
        </p:txBody>
      </p:sp>
      <p:sp>
        <p:nvSpPr>
          <p:cNvPr id="3" name="!!_b">
            <a:extLst>
              <a:ext uri="{FF2B5EF4-FFF2-40B4-BE49-F238E27FC236}">
                <a16:creationId xmlns:a16="http://schemas.microsoft.com/office/drawing/2014/main" id="{42892A58-9097-B401-41B9-583B46EEA2FA}"/>
              </a:ext>
            </a:extLst>
          </p:cNvPr>
          <p:cNvSpPr/>
          <p:nvPr/>
        </p:nvSpPr>
        <p:spPr>
          <a:xfrm>
            <a:off x="4296714" y="2673349"/>
            <a:ext cx="4290449" cy="54863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3600" b="0" i="0" u="none" strike="noStrike" kern="1200" cap="none" spc="0" normalizeH="0" baseline="0" noProof="0">
              <a:ln>
                <a:noFill/>
              </a:ln>
              <a:solidFill>
                <a:srgbClr val="FFFFFF"/>
              </a:solidFill>
              <a:effectLst/>
              <a:uLnTx/>
              <a:uFillTx/>
              <a:latin typeface="Anova Light"/>
              <a:ea typeface="+mn-ea"/>
              <a:cs typeface="+mn-cs"/>
            </a:endParaRPr>
          </a:p>
        </p:txBody>
      </p:sp>
      <p:sp>
        <p:nvSpPr>
          <p:cNvPr id="2" name="!!_a">
            <a:extLst>
              <a:ext uri="{FF2B5EF4-FFF2-40B4-BE49-F238E27FC236}">
                <a16:creationId xmlns:a16="http://schemas.microsoft.com/office/drawing/2014/main" id="{2746E953-EBA0-29FD-D382-FD1A3342F4FB}"/>
              </a:ext>
            </a:extLst>
          </p:cNvPr>
          <p:cNvSpPr/>
          <p:nvPr/>
        </p:nvSpPr>
        <p:spPr>
          <a:xfrm>
            <a:off x="-1" y="2673350"/>
            <a:ext cx="4290449" cy="54863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3600" b="0" i="0" u="none" strike="noStrike" kern="1200" cap="none" spc="0" normalizeH="0" baseline="0" noProof="0">
              <a:ln>
                <a:noFill/>
              </a:ln>
              <a:solidFill>
                <a:srgbClr val="FFFFFF"/>
              </a:solidFill>
              <a:effectLst/>
              <a:uLnTx/>
              <a:uFillTx/>
              <a:latin typeface="Anova Light"/>
              <a:ea typeface="+mn-ea"/>
              <a:cs typeface="+mn-cs"/>
            </a:endParaRPr>
          </a:p>
        </p:txBody>
      </p:sp>
      <p:sp>
        <p:nvSpPr>
          <p:cNvPr id="4" name="Title 3">
            <a:extLst>
              <a:ext uri="{FF2B5EF4-FFF2-40B4-BE49-F238E27FC236}">
                <a16:creationId xmlns:a16="http://schemas.microsoft.com/office/drawing/2014/main" id="{8EDAAF88-6918-C586-95E8-63B2729D894D}"/>
              </a:ext>
            </a:extLst>
          </p:cNvPr>
          <p:cNvSpPr>
            <a:spLocks noGrp="1"/>
          </p:cNvSpPr>
          <p:nvPr>
            <p:ph type="title"/>
          </p:nvPr>
        </p:nvSpPr>
        <p:spPr>
          <a:xfrm>
            <a:off x="904036" y="561857"/>
            <a:ext cx="10312622" cy="1479785"/>
          </a:xfrm>
        </p:spPr>
        <p:txBody>
          <a:bodyPr>
            <a:normAutofit/>
          </a:bodyPr>
          <a:lstStyle/>
          <a:p>
            <a:r>
              <a:rPr lang="en-US" sz="6600">
                <a:latin typeface="+mn-lt"/>
              </a:rPr>
              <a:t>Meet today’s projects</a:t>
            </a:r>
          </a:p>
        </p:txBody>
      </p:sp>
      <p:cxnSp>
        <p:nvCxnSpPr>
          <p:cNvPr id="1026" name="Straight Connector 1025">
            <a:extLst>
              <a:ext uri="{FF2B5EF4-FFF2-40B4-BE49-F238E27FC236}">
                <a16:creationId xmlns:a16="http://schemas.microsoft.com/office/drawing/2014/main" id="{23F39B13-B71E-DF32-1653-D4A9F9011D7D}"/>
              </a:ext>
            </a:extLst>
          </p:cNvPr>
          <p:cNvCxnSpPr>
            <a:cxnSpLocks/>
          </p:cNvCxnSpPr>
          <p:nvPr/>
        </p:nvCxnSpPr>
        <p:spPr>
          <a:xfrm>
            <a:off x="3480457" y="8419442"/>
            <a:ext cx="535460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029" name="TextBox 1028">
            <a:extLst>
              <a:ext uri="{FF2B5EF4-FFF2-40B4-BE49-F238E27FC236}">
                <a16:creationId xmlns:a16="http://schemas.microsoft.com/office/drawing/2014/main" id="{EECFB862-3134-2490-976F-10884B71573E}"/>
              </a:ext>
            </a:extLst>
          </p:cNvPr>
          <p:cNvSpPr txBox="1"/>
          <p:nvPr/>
        </p:nvSpPr>
        <p:spPr>
          <a:xfrm>
            <a:off x="292146" y="6385019"/>
            <a:ext cx="3896984" cy="523220"/>
          </a:xfrm>
          <a:prstGeom prst="rect">
            <a:avLst/>
          </a:prstGeom>
          <a:noFill/>
        </p:spPr>
        <p:txBody>
          <a:bodyPr wrap="square" rtlCol="0">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srgbClr val="FFFFFF"/>
                </a:solidFill>
                <a:effectLst/>
                <a:uLnTx/>
                <a:uFillTx/>
                <a:latin typeface="Anova Light"/>
                <a:ea typeface="+mn-ea"/>
                <a:cs typeface="+mn-cs"/>
              </a:rPr>
              <a:t>SAS MCP Server</a:t>
            </a:r>
          </a:p>
        </p:txBody>
      </p:sp>
      <p:sp>
        <p:nvSpPr>
          <p:cNvPr id="2051" name="TextBox 2050">
            <a:extLst>
              <a:ext uri="{FF2B5EF4-FFF2-40B4-BE49-F238E27FC236}">
                <a16:creationId xmlns:a16="http://schemas.microsoft.com/office/drawing/2014/main" id="{0F6C2BB6-611D-3031-BFA0-092A63A11307}"/>
              </a:ext>
            </a:extLst>
          </p:cNvPr>
          <p:cNvSpPr txBox="1"/>
          <p:nvPr/>
        </p:nvSpPr>
        <p:spPr>
          <a:xfrm>
            <a:off x="8835066" y="6385019"/>
            <a:ext cx="3287178" cy="523220"/>
          </a:xfrm>
          <a:prstGeom prst="rect">
            <a:avLst/>
          </a:prstGeom>
          <a:noFill/>
        </p:spPr>
        <p:txBody>
          <a:bodyPr wrap="square" rtlCol="0">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a:ln>
                  <a:noFill/>
                </a:ln>
                <a:solidFill>
                  <a:srgbClr val="FFFFFF"/>
                </a:solidFill>
                <a:effectLst/>
                <a:uLnTx/>
                <a:uFillTx/>
                <a:latin typeface="Anova Light"/>
                <a:ea typeface="+mn-ea"/>
                <a:cs typeface="+mn-cs"/>
              </a:rPr>
              <a:t>SAS MAS Scorer</a:t>
            </a:r>
            <a:endParaRPr kumimoji="0" lang="en-US" sz="2800" b="0" i="0" u="none" strike="noStrike" kern="1200" cap="none" spc="0" normalizeH="0" baseline="0" noProof="0">
              <a:ln>
                <a:noFill/>
              </a:ln>
              <a:solidFill>
                <a:srgbClr val="FFFFFF"/>
              </a:solidFill>
              <a:effectLst/>
              <a:uLnTx/>
              <a:uFillTx/>
              <a:latin typeface="Anova Bold"/>
              <a:ea typeface="+mn-ea"/>
              <a:cs typeface="+mn-cs"/>
            </a:endParaRPr>
          </a:p>
        </p:txBody>
      </p:sp>
      <p:sp>
        <p:nvSpPr>
          <p:cNvPr id="3071" name="TextBox 3070">
            <a:extLst>
              <a:ext uri="{FF2B5EF4-FFF2-40B4-BE49-F238E27FC236}">
                <a16:creationId xmlns:a16="http://schemas.microsoft.com/office/drawing/2014/main" id="{3E4FE780-9921-32C4-3634-ED10F975353B}"/>
              </a:ext>
            </a:extLst>
          </p:cNvPr>
          <p:cNvSpPr txBox="1"/>
          <p:nvPr/>
        </p:nvSpPr>
        <p:spPr>
          <a:xfrm>
            <a:off x="4582594" y="6385019"/>
            <a:ext cx="2955507" cy="954107"/>
          </a:xfrm>
          <a:prstGeom prst="rect">
            <a:avLst/>
          </a:prstGeom>
          <a:noFill/>
        </p:spPr>
        <p:txBody>
          <a:bodyPr wrap="square" rtlCol="0">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srgbClr val="FFFFFF"/>
                </a:solidFill>
                <a:effectLst/>
                <a:uLnTx/>
                <a:uFillTx/>
                <a:latin typeface="Anova Light"/>
                <a:ea typeface="+mn-ea"/>
                <a:cs typeface="+mn-cs"/>
              </a:rPr>
              <a:t>SAS Score MCP Server JS</a:t>
            </a:r>
          </a:p>
        </p:txBody>
      </p:sp>
      <p:sp>
        <p:nvSpPr>
          <p:cNvPr id="4091" name="TextBox 4090">
            <a:extLst>
              <a:ext uri="{FF2B5EF4-FFF2-40B4-BE49-F238E27FC236}">
                <a16:creationId xmlns:a16="http://schemas.microsoft.com/office/drawing/2014/main" id="{B6E34735-ACB9-EFD3-7D7C-6D1F7337EA1E}"/>
              </a:ext>
            </a:extLst>
          </p:cNvPr>
          <p:cNvSpPr txBox="1"/>
          <p:nvPr/>
        </p:nvSpPr>
        <p:spPr>
          <a:xfrm>
            <a:off x="13050633" y="6397813"/>
            <a:ext cx="3210642" cy="954107"/>
          </a:xfrm>
          <a:prstGeom prst="rect">
            <a:avLst/>
          </a:prstGeom>
          <a:noFill/>
        </p:spPr>
        <p:txBody>
          <a:bodyPr wrap="square" rtlCol="0">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srgbClr val="032954"/>
                </a:solidFill>
                <a:effectLst/>
                <a:uLnTx/>
                <a:uFillTx/>
                <a:latin typeface="Anova Light"/>
                <a:ea typeface="+mn-ea"/>
                <a:cs typeface="+mn-cs"/>
              </a:rPr>
              <a:t>SAS Agentic AI</a:t>
            </a:r>
            <a:r>
              <a:rPr kumimoji="0" lang="en-US" sz="2800" b="0" i="0" u="none" strike="noStrike" kern="1200" cap="none" spc="0" normalizeH="0" noProof="0">
                <a:ln>
                  <a:noFill/>
                </a:ln>
                <a:solidFill>
                  <a:srgbClr val="032954"/>
                </a:solidFill>
                <a:effectLst/>
                <a:uLnTx/>
                <a:uFillTx/>
                <a:latin typeface="Anova Light"/>
                <a:ea typeface="+mn-ea"/>
                <a:cs typeface="+mn-cs"/>
              </a:rPr>
              <a:t> Accelerator</a:t>
            </a:r>
            <a:endParaRPr kumimoji="0" lang="en-US" sz="2800" b="0" i="0" u="none" strike="noStrike" kern="1200" cap="none" spc="0" normalizeH="0" baseline="0" noProof="0">
              <a:ln>
                <a:noFill/>
              </a:ln>
              <a:solidFill>
                <a:srgbClr val="032954"/>
              </a:solidFill>
              <a:effectLst/>
              <a:uLnTx/>
              <a:uFillTx/>
              <a:latin typeface="Anova Light"/>
              <a:ea typeface="+mn-ea"/>
              <a:cs typeface="+mn-cs"/>
            </a:endParaRPr>
          </a:p>
        </p:txBody>
      </p:sp>
      <p:sp>
        <p:nvSpPr>
          <p:cNvPr id="4092" name="Rectangle: Top Corners Rounded 4091">
            <a:extLst>
              <a:ext uri="{FF2B5EF4-FFF2-40B4-BE49-F238E27FC236}">
                <a16:creationId xmlns:a16="http://schemas.microsoft.com/office/drawing/2014/main" id="{A59C8B6E-2C9E-1479-8111-BED120F5580A}"/>
              </a:ext>
            </a:extLst>
          </p:cNvPr>
          <p:cNvSpPr/>
          <p:nvPr/>
        </p:nvSpPr>
        <p:spPr>
          <a:xfrm>
            <a:off x="406404" y="2673349"/>
            <a:ext cx="541338" cy="3292476"/>
          </a:xfrm>
          <a:prstGeom prst="round2SameRect">
            <a:avLst>
              <a:gd name="adj1" fmla="val 0"/>
              <a:gd name="adj2"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3600" b="0" i="0" u="none" strike="noStrike" kern="1200" cap="none" spc="0" normalizeH="0" baseline="0" noProof="0">
              <a:ln>
                <a:noFill/>
              </a:ln>
              <a:solidFill>
                <a:srgbClr val="FFFFFF"/>
              </a:solidFill>
              <a:effectLst/>
              <a:uLnTx/>
              <a:uFillTx/>
              <a:latin typeface="Anova Light"/>
              <a:ea typeface="+mn-ea"/>
              <a:cs typeface="+mn-cs"/>
            </a:endParaRPr>
          </a:p>
        </p:txBody>
      </p:sp>
      <p:sp>
        <p:nvSpPr>
          <p:cNvPr id="4093" name="Rectangle: Top Corners Rounded 4092">
            <a:extLst>
              <a:ext uri="{FF2B5EF4-FFF2-40B4-BE49-F238E27FC236}">
                <a16:creationId xmlns:a16="http://schemas.microsoft.com/office/drawing/2014/main" id="{052870E3-B417-CF2B-2CF8-3D0305CE53FF}"/>
              </a:ext>
            </a:extLst>
          </p:cNvPr>
          <p:cNvSpPr/>
          <p:nvPr/>
        </p:nvSpPr>
        <p:spPr>
          <a:xfrm>
            <a:off x="4623678" y="2673349"/>
            <a:ext cx="541338" cy="3292476"/>
          </a:xfrm>
          <a:prstGeom prst="round2SameRect">
            <a:avLst>
              <a:gd name="adj1" fmla="val 0"/>
              <a:gd name="adj2" fmla="val 5000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3600" b="0" i="0" u="none" strike="noStrike" kern="1200" cap="none" spc="0" normalizeH="0" baseline="0" noProof="0">
              <a:ln>
                <a:noFill/>
              </a:ln>
              <a:solidFill>
                <a:srgbClr val="FFFFFF"/>
              </a:solidFill>
              <a:effectLst/>
              <a:uLnTx/>
              <a:uFillTx/>
              <a:latin typeface="Anova Light"/>
              <a:ea typeface="+mn-ea"/>
              <a:cs typeface="+mn-cs"/>
            </a:endParaRPr>
          </a:p>
        </p:txBody>
      </p:sp>
      <p:sp>
        <p:nvSpPr>
          <p:cNvPr id="4094" name="Rectangle: Top Corners Rounded 4093">
            <a:extLst>
              <a:ext uri="{FF2B5EF4-FFF2-40B4-BE49-F238E27FC236}">
                <a16:creationId xmlns:a16="http://schemas.microsoft.com/office/drawing/2014/main" id="{8E2E1DD0-78F4-C53A-85A9-192C7DF34D74}"/>
              </a:ext>
            </a:extLst>
          </p:cNvPr>
          <p:cNvSpPr/>
          <p:nvPr/>
        </p:nvSpPr>
        <p:spPr>
          <a:xfrm>
            <a:off x="8885464" y="2673349"/>
            <a:ext cx="541338" cy="3292476"/>
          </a:xfrm>
          <a:prstGeom prst="round2SameRect">
            <a:avLst>
              <a:gd name="adj1" fmla="val 0"/>
              <a:gd name="adj2" fmla="val 50000"/>
            </a:avLst>
          </a:prstGeom>
          <a:solidFill>
            <a:srgbClr val="C6E0F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3600" b="0" i="0" u="none" strike="noStrike" kern="1200" cap="none" spc="0" normalizeH="0" baseline="0" noProof="0">
              <a:ln>
                <a:noFill/>
              </a:ln>
              <a:solidFill>
                <a:srgbClr val="FFFFFF"/>
              </a:solidFill>
              <a:effectLst/>
              <a:uLnTx/>
              <a:uFillTx/>
              <a:latin typeface="Anova Light"/>
              <a:ea typeface="+mn-ea"/>
              <a:cs typeface="+mn-cs"/>
            </a:endParaRPr>
          </a:p>
        </p:txBody>
      </p:sp>
      <p:sp>
        <p:nvSpPr>
          <p:cNvPr id="4095" name="Rectangle: Top Corners Rounded 4094">
            <a:extLst>
              <a:ext uri="{FF2B5EF4-FFF2-40B4-BE49-F238E27FC236}">
                <a16:creationId xmlns:a16="http://schemas.microsoft.com/office/drawing/2014/main" id="{31A2AE38-A457-BECB-4ACE-D2F72384209D}"/>
              </a:ext>
            </a:extLst>
          </p:cNvPr>
          <p:cNvSpPr/>
          <p:nvPr/>
        </p:nvSpPr>
        <p:spPr>
          <a:xfrm>
            <a:off x="13167890" y="2673349"/>
            <a:ext cx="541338" cy="3292476"/>
          </a:xfrm>
          <a:prstGeom prst="round2SameRect">
            <a:avLst>
              <a:gd name="adj1" fmla="val 0"/>
              <a:gd name="adj2"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3600" b="0" i="0" u="none" strike="noStrike" kern="1200" cap="none" spc="0" normalizeH="0" baseline="0" noProof="0">
              <a:ln>
                <a:noFill/>
              </a:ln>
              <a:solidFill>
                <a:srgbClr val="FFFFFF"/>
              </a:solidFill>
              <a:effectLst/>
              <a:uLnTx/>
              <a:uFillTx/>
              <a:latin typeface="Anova Light"/>
              <a:ea typeface="+mn-ea"/>
              <a:cs typeface="+mn-cs"/>
            </a:endParaRPr>
          </a:p>
        </p:txBody>
      </p:sp>
      <p:sp>
        <p:nvSpPr>
          <p:cNvPr id="4096" name="!!_01">
            <a:extLst>
              <a:ext uri="{FF2B5EF4-FFF2-40B4-BE49-F238E27FC236}">
                <a16:creationId xmlns:a16="http://schemas.microsoft.com/office/drawing/2014/main" id="{BEA7821F-19CE-90BA-53E2-FC76451F92D0}"/>
              </a:ext>
            </a:extLst>
          </p:cNvPr>
          <p:cNvSpPr/>
          <p:nvPr/>
        </p:nvSpPr>
        <p:spPr>
          <a:xfrm>
            <a:off x="406404" y="5416548"/>
            <a:ext cx="549277" cy="54927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3600" b="0" i="0" u="none" strike="noStrike" kern="1200" cap="none" spc="0" normalizeH="0" baseline="0" noProof="0">
              <a:ln>
                <a:noFill/>
              </a:ln>
              <a:solidFill>
                <a:srgbClr val="FFFFFF"/>
              </a:solidFill>
              <a:effectLst/>
              <a:uLnTx/>
              <a:uFillTx/>
              <a:latin typeface="Anova Light"/>
              <a:ea typeface="+mn-ea"/>
              <a:cs typeface="+mn-cs"/>
            </a:endParaRPr>
          </a:p>
        </p:txBody>
      </p:sp>
      <p:sp>
        <p:nvSpPr>
          <p:cNvPr id="4100" name="!!_02">
            <a:extLst>
              <a:ext uri="{FF2B5EF4-FFF2-40B4-BE49-F238E27FC236}">
                <a16:creationId xmlns:a16="http://schemas.microsoft.com/office/drawing/2014/main" id="{D8962DF0-7BB1-4272-232A-BE5B30969674}"/>
              </a:ext>
            </a:extLst>
          </p:cNvPr>
          <p:cNvSpPr/>
          <p:nvPr/>
        </p:nvSpPr>
        <p:spPr>
          <a:xfrm>
            <a:off x="4619708" y="5416548"/>
            <a:ext cx="549277" cy="54927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3600" b="0" i="0" u="none" strike="noStrike" kern="1200" cap="none" spc="0" normalizeH="0" baseline="0" noProof="0">
              <a:ln>
                <a:noFill/>
              </a:ln>
              <a:solidFill>
                <a:srgbClr val="FFFFFF"/>
              </a:solidFill>
              <a:effectLst/>
              <a:uLnTx/>
              <a:uFillTx/>
              <a:latin typeface="Anova Light"/>
              <a:ea typeface="+mn-ea"/>
              <a:cs typeface="+mn-cs"/>
            </a:endParaRPr>
          </a:p>
        </p:txBody>
      </p:sp>
      <p:sp>
        <p:nvSpPr>
          <p:cNvPr id="4101" name="!!_03">
            <a:extLst>
              <a:ext uri="{FF2B5EF4-FFF2-40B4-BE49-F238E27FC236}">
                <a16:creationId xmlns:a16="http://schemas.microsoft.com/office/drawing/2014/main" id="{2F60BF06-0C3B-FF12-C142-D34018E8C51B}"/>
              </a:ext>
            </a:extLst>
          </p:cNvPr>
          <p:cNvSpPr/>
          <p:nvPr/>
        </p:nvSpPr>
        <p:spPr>
          <a:xfrm>
            <a:off x="8883791" y="5416548"/>
            <a:ext cx="549277" cy="54927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3600" b="0" i="0" u="none" strike="noStrike" kern="1200" cap="none" spc="0" normalizeH="0" baseline="0" noProof="0">
              <a:ln>
                <a:noFill/>
              </a:ln>
              <a:solidFill>
                <a:srgbClr val="FFFFFF"/>
              </a:solidFill>
              <a:effectLst/>
              <a:uLnTx/>
              <a:uFillTx/>
              <a:latin typeface="Anova Light"/>
              <a:ea typeface="+mn-ea"/>
              <a:cs typeface="+mn-cs"/>
            </a:endParaRPr>
          </a:p>
        </p:txBody>
      </p:sp>
      <p:sp>
        <p:nvSpPr>
          <p:cNvPr id="4102" name="!!_Ov">
            <a:extLst>
              <a:ext uri="{FF2B5EF4-FFF2-40B4-BE49-F238E27FC236}">
                <a16:creationId xmlns:a16="http://schemas.microsoft.com/office/drawing/2014/main" id="{9B18BF8F-79A4-4D8F-3CBE-9C980FAF9F0F}"/>
              </a:ext>
            </a:extLst>
          </p:cNvPr>
          <p:cNvSpPr/>
          <p:nvPr/>
        </p:nvSpPr>
        <p:spPr>
          <a:xfrm>
            <a:off x="13159951" y="5416548"/>
            <a:ext cx="549277" cy="549277"/>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3600" b="0" i="0" u="none" strike="noStrike" kern="1200" cap="none" spc="0" normalizeH="0" baseline="0" noProof="0">
              <a:ln>
                <a:noFill/>
              </a:ln>
              <a:solidFill>
                <a:srgbClr val="FFFFFF"/>
              </a:solidFill>
              <a:effectLst/>
              <a:uLnTx/>
              <a:uFillTx/>
              <a:latin typeface="Anova Light"/>
              <a:ea typeface="+mn-ea"/>
              <a:cs typeface="+mn-cs"/>
            </a:endParaRPr>
          </a:p>
        </p:txBody>
      </p:sp>
    </p:spTree>
    <p:custDataLst>
      <p:tags r:id="rId1"/>
    </p:custDataLst>
    <p:extLst>
      <p:ext uri="{BB962C8B-B14F-4D97-AF65-F5344CB8AC3E}">
        <p14:creationId xmlns:p14="http://schemas.microsoft.com/office/powerpoint/2010/main" val="7228700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accel="50000" decel="5000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1" fill="hold" grpId="0" nodeType="afterEffect">
                                  <p:stCondLst>
                                    <p:cond delay="0"/>
                                  </p:stCondLst>
                                  <p:childTnLst>
                                    <p:set>
                                      <p:cBhvr>
                                        <p:cTn id="11" dur="1" fill="hold">
                                          <p:stCondLst>
                                            <p:cond delay="0"/>
                                          </p:stCondLst>
                                        </p:cTn>
                                        <p:tgtEl>
                                          <p:spTgt spid="4092"/>
                                        </p:tgtEl>
                                        <p:attrNameLst>
                                          <p:attrName>style.visibility</p:attrName>
                                        </p:attrNameLst>
                                      </p:cBhvr>
                                      <p:to>
                                        <p:strVal val="visible"/>
                                      </p:to>
                                    </p:set>
                                    <p:animEffect transition="in" filter="wipe(up)">
                                      <p:cBhvr>
                                        <p:cTn id="12" dur="500"/>
                                        <p:tgtEl>
                                          <p:spTgt spid="4092"/>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4096"/>
                                        </p:tgtEl>
                                        <p:attrNameLst>
                                          <p:attrName>style.visibility</p:attrName>
                                        </p:attrNameLst>
                                      </p:cBhvr>
                                      <p:to>
                                        <p:strVal val="visible"/>
                                      </p:to>
                                    </p:set>
                                    <p:animEffect transition="in" filter="fade">
                                      <p:cBhvr>
                                        <p:cTn id="15" dur="250"/>
                                        <p:tgtEl>
                                          <p:spTgt spid="4096"/>
                                        </p:tgtEl>
                                      </p:cBhvr>
                                    </p:animEffect>
                                  </p:childTnLst>
                                </p:cTn>
                              </p:par>
                              <p:par>
                                <p:cTn id="16" presetID="42" presetClass="path" presetSubtype="0" decel="100000" fill="hold" grpId="1" nodeType="withEffect">
                                  <p:stCondLst>
                                    <p:cond delay="0"/>
                                  </p:stCondLst>
                                  <p:childTnLst>
                                    <p:animMotion origin="layout" path="M -2.91667E-6 -0.32006 L -2.91667E-6 -7.40741E-7 " pathEditMode="relative" rAng="0" ptsTypes="AA">
                                      <p:cBhvr>
                                        <p:cTn id="17" dur="500" fill="hold"/>
                                        <p:tgtEl>
                                          <p:spTgt spid="4096"/>
                                        </p:tgtEl>
                                        <p:attrNameLst>
                                          <p:attrName>ppt_x</p:attrName>
                                          <p:attrName>ppt_y</p:attrName>
                                        </p:attrNameLst>
                                      </p:cBhvr>
                                      <p:rCtr x="0" y="16003"/>
                                    </p:animMotion>
                                  </p:childTnLst>
                                </p:cTn>
                              </p:par>
                            </p:childTnLst>
                          </p:cTn>
                        </p:par>
                        <p:par>
                          <p:cTn id="18" fill="hold">
                            <p:stCondLst>
                              <p:cond delay="1000"/>
                            </p:stCondLst>
                            <p:childTnLst>
                              <p:par>
                                <p:cTn id="19" presetID="10" presetClass="entr" presetSubtype="0" fill="hold" grpId="0" nodeType="afterEffect">
                                  <p:stCondLst>
                                    <p:cond delay="0"/>
                                  </p:stCondLst>
                                  <p:childTnLst>
                                    <p:set>
                                      <p:cBhvr>
                                        <p:cTn id="20" dur="1" fill="hold">
                                          <p:stCondLst>
                                            <p:cond delay="0"/>
                                          </p:stCondLst>
                                        </p:cTn>
                                        <p:tgtEl>
                                          <p:spTgt spid="1029"/>
                                        </p:tgtEl>
                                        <p:attrNameLst>
                                          <p:attrName>style.visibility</p:attrName>
                                        </p:attrNameLst>
                                      </p:cBhvr>
                                      <p:to>
                                        <p:strVal val="visible"/>
                                      </p:to>
                                    </p:set>
                                    <p:animEffect transition="in" filter="fade">
                                      <p:cBhvr>
                                        <p:cTn id="21" dur="500"/>
                                        <p:tgtEl>
                                          <p:spTgt spid="1029"/>
                                        </p:tgtEl>
                                      </p:cBhvr>
                                    </p:animEffect>
                                  </p:childTnLst>
                                </p:cTn>
                              </p:par>
                            </p:childTnLst>
                          </p:cTn>
                        </p:par>
                      </p:childTnLst>
                    </p:cTn>
                  </p:par>
                  <p:par>
                    <p:cTn id="22" fill="hold">
                      <p:stCondLst>
                        <p:cond delay="indefinite"/>
                      </p:stCondLst>
                      <p:childTnLst>
                        <p:par>
                          <p:cTn id="23" fill="hold">
                            <p:stCondLst>
                              <p:cond delay="0"/>
                            </p:stCondLst>
                            <p:childTnLst>
                              <p:par>
                                <p:cTn id="24" presetID="2" presetClass="entr" presetSubtype="8" accel="50000" decel="50000" fill="hold" grpId="0" nodeType="clickEffect">
                                  <p:stCondLst>
                                    <p:cond delay="0"/>
                                  </p:stCondLst>
                                  <p:childTnLst>
                                    <p:set>
                                      <p:cBhvr>
                                        <p:cTn id="25" dur="1" fill="hold">
                                          <p:stCondLst>
                                            <p:cond delay="0"/>
                                          </p:stCondLst>
                                        </p:cTn>
                                        <p:tgtEl>
                                          <p:spTgt spid="3"/>
                                        </p:tgtEl>
                                        <p:attrNameLst>
                                          <p:attrName>style.visibility</p:attrName>
                                        </p:attrNameLst>
                                      </p:cBhvr>
                                      <p:to>
                                        <p:strVal val="visible"/>
                                      </p:to>
                                    </p:set>
                                    <p:anim calcmode="lin" valueType="num">
                                      <p:cBhvr additive="base">
                                        <p:cTn id="26" dur="500" fill="hold"/>
                                        <p:tgtEl>
                                          <p:spTgt spid="3"/>
                                        </p:tgtEl>
                                        <p:attrNameLst>
                                          <p:attrName>ppt_x</p:attrName>
                                        </p:attrNameLst>
                                      </p:cBhvr>
                                      <p:tavLst>
                                        <p:tav tm="0">
                                          <p:val>
                                            <p:strVal val="0-#ppt_w/2"/>
                                          </p:val>
                                        </p:tav>
                                        <p:tav tm="100000">
                                          <p:val>
                                            <p:strVal val="#ppt_x"/>
                                          </p:val>
                                        </p:tav>
                                      </p:tavLst>
                                    </p:anim>
                                    <p:anim calcmode="lin" valueType="num">
                                      <p:cBhvr additive="base">
                                        <p:cTn id="27" dur="500" fill="hold"/>
                                        <p:tgtEl>
                                          <p:spTgt spid="3"/>
                                        </p:tgtEl>
                                        <p:attrNameLst>
                                          <p:attrName>ppt_y</p:attrName>
                                        </p:attrNameLst>
                                      </p:cBhvr>
                                      <p:tavLst>
                                        <p:tav tm="0">
                                          <p:val>
                                            <p:strVal val="#ppt_y"/>
                                          </p:val>
                                        </p:tav>
                                        <p:tav tm="100000">
                                          <p:val>
                                            <p:strVal val="#ppt_y"/>
                                          </p:val>
                                        </p:tav>
                                      </p:tavLst>
                                    </p:anim>
                                  </p:childTnLst>
                                </p:cTn>
                              </p:par>
                            </p:childTnLst>
                          </p:cTn>
                        </p:par>
                        <p:par>
                          <p:cTn id="28" fill="hold">
                            <p:stCondLst>
                              <p:cond delay="500"/>
                            </p:stCondLst>
                            <p:childTnLst>
                              <p:par>
                                <p:cTn id="29" presetID="22" presetClass="entr" presetSubtype="1" fill="hold" grpId="0" nodeType="afterEffect">
                                  <p:stCondLst>
                                    <p:cond delay="0"/>
                                  </p:stCondLst>
                                  <p:childTnLst>
                                    <p:set>
                                      <p:cBhvr>
                                        <p:cTn id="30" dur="1" fill="hold">
                                          <p:stCondLst>
                                            <p:cond delay="0"/>
                                          </p:stCondLst>
                                        </p:cTn>
                                        <p:tgtEl>
                                          <p:spTgt spid="4093"/>
                                        </p:tgtEl>
                                        <p:attrNameLst>
                                          <p:attrName>style.visibility</p:attrName>
                                        </p:attrNameLst>
                                      </p:cBhvr>
                                      <p:to>
                                        <p:strVal val="visible"/>
                                      </p:to>
                                    </p:set>
                                    <p:animEffect transition="in" filter="wipe(up)">
                                      <p:cBhvr>
                                        <p:cTn id="31" dur="500"/>
                                        <p:tgtEl>
                                          <p:spTgt spid="4093"/>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4100"/>
                                        </p:tgtEl>
                                        <p:attrNameLst>
                                          <p:attrName>style.visibility</p:attrName>
                                        </p:attrNameLst>
                                      </p:cBhvr>
                                      <p:to>
                                        <p:strVal val="visible"/>
                                      </p:to>
                                    </p:set>
                                    <p:animEffect transition="in" filter="fade">
                                      <p:cBhvr>
                                        <p:cTn id="34" dur="250"/>
                                        <p:tgtEl>
                                          <p:spTgt spid="4100"/>
                                        </p:tgtEl>
                                      </p:cBhvr>
                                    </p:animEffect>
                                  </p:childTnLst>
                                </p:cTn>
                              </p:par>
                              <p:par>
                                <p:cTn id="35" presetID="42" presetClass="path" presetSubtype="0" decel="100000" fill="hold" grpId="1" nodeType="withEffect">
                                  <p:stCondLst>
                                    <p:cond delay="0"/>
                                  </p:stCondLst>
                                  <p:childTnLst>
                                    <p:animMotion origin="layout" path="M -2.91667E-6 -0.32006 L -2.91667E-6 -7.40741E-7 " pathEditMode="relative" rAng="0" ptsTypes="AA">
                                      <p:cBhvr>
                                        <p:cTn id="36" dur="500" fill="hold"/>
                                        <p:tgtEl>
                                          <p:spTgt spid="4100"/>
                                        </p:tgtEl>
                                        <p:attrNameLst>
                                          <p:attrName>ppt_x</p:attrName>
                                          <p:attrName>ppt_y</p:attrName>
                                        </p:attrNameLst>
                                      </p:cBhvr>
                                      <p:rCtr x="0" y="16003"/>
                                    </p:animMotion>
                                  </p:childTnLst>
                                </p:cTn>
                              </p:par>
                            </p:childTnLst>
                          </p:cTn>
                        </p:par>
                        <p:par>
                          <p:cTn id="37" fill="hold">
                            <p:stCondLst>
                              <p:cond delay="1000"/>
                            </p:stCondLst>
                            <p:childTnLst>
                              <p:par>
                                <p:cTn id="38" presetID="10" presetClass="entr" presetSubtype="0" fill="hold" grpId="0" nodeType="afterEffect">
                                  <p:stCondLst>
                                    <p:cond delay="0"/>
                                  </p:stCondLst>
                                  <p:childTnLst>
                                    <p:set>
                                      <p:cBhvr>
                                        <p:cTn id="39" dur="1" fill="hold">
                                          <p:stCondLst>
                                            <p:cond delay="0"/>
                                          </p:stCondLst>
                                        </p:cTn>
                                        <p:tgtEl>
                                          <p:spTgt spid="3071"/>
                                        </p:tgtEl>
                                        <p:attrNameLst>
                                          <p:attrName>style.visibility</p:attrName>
                                        </p:attrNameLst>
                                      </p:cBhvr>
                                      <p:to>
                                        <p:strVal val="visible"/>
                                      </p:to>
                                    </p:set>
                                    <p:animEffect transition="in" filter="fade">
                                      <p:cBhvr>
                                        <p:cTn id="40" dur="500"/>
                                        <p:tgtEl>
                                          <p:spTgt spid="3071"/>
                                        </p:tgtEl>
                                      </p:cBhvr>
                                    </p:animEffect>
                                  </p:childTnLst>
                                </p:cTn>
                              </p:par>
                            </p:childTnLst>
                          </p:cTn>
                        </p:par>
                      </p:childTnLst>
                    </p:cTn>
                  </p:par>
                  <p:par>
                    <p:cTn id="41" fill="hold">
                      <p:stCondLst>
                        <p:cond delay="indefinite"/>
                      </p:stCondLst>
                      <p:childTnLst>
                        <p:par>
                          <p:cTn id="42" fill="hold">
                            <p:stCondLst>
                              <p:cond delay="0"/>
                            </p:stCondLst>
                            <p:childTnLst>
                              <p:par>
                                <p:cTn id="43" presetID="2" presetClass="entr" presetSubtype="8" accel="50000" decel="50000" fill="hold" grpId="0" nodeType="clickEffect">
                                  <p:stCondLst>
                                    <p:cond delay="0"/>
                                  </p:stCondLst>
                                  <p:childTnLst>
                                    <p:set>
                                      <p:cBhvr>
                                        <p:cTn id="44" dur="1" fill="hold">
                                          <p:stCondLst>
                                            <p:cond delay="0"/>
                                          </p:stCondLst>
                                        </p:cTn>
                                        <p:tgtEl>
                                          <p:spTgt spid="5"/>
                                        </p:tgtEl>
                                        <p:attrNameLst>
                                          <p:attrName>style.visibility</p:attrName>
                                        </p:attrNameLst>
                                      </p:cBhvr>
                                      <p:to>
                                        <p:strVal val="visible"/>
                                      </p:to>
                                    </p:set>
                                    <p:anim calcmode="lin" valueType="num">
                                      <p:cBhvr additive="base">
                                        <p:cTn id="45" dur="500" fill="hold"/>
                                        <p:tgtEl>
                                          <p:spTgt spid="5"/>
                                        </p:tgtEl>
                                        <p:attrNameLst>
                                          <p:attrName>ppt_x</p:attrName>
                                        </p:attrNameLst>
                                      </p:cBhvr>
                                      <p:tavLst>
                                        <p:tav tm="0">
                                          <p:val>
                                            <p:strVal val="0-#ppt_w/2"/>
                                          </p:val>
                                        </p:tav>
                                        <p:tav tm="100000">
                                          <p:val>
                                            <p:strVal val="#ppt_x"/>
                                          </p:val>
                                        </p:tav>
                                      </p:tavLst>
                                    </p:anim>
                                    <p:anim calcmode="lin" valueType="num">
                                      <p:cBhvr additive="base">
                                        <p:cTn id="46" dur="500" fill="hold"/>
                                        <p:tgtEl>
                                          <p:spTgt spid="5"/>
                                        </p:tgtEl>
                                        <p:attrNameLst>
                                          <p:attrName>ppt_y</p:attrName>
                                        </p:attrNameLst>
                                      </p:cBhvr>
                                      <p:tavLst>
                                        <p:tav tm="0">
                                          <p:val>
                                            <p:strVal val="#ppt_y"/>
                                          </p:val>
                                        </p:tav>
                                        <p:tav tm="100000">
                                          <p:val>
                                            <p:strVal val="#ppt_y"/>
                                          </p:val>
                                        </p:tav>
                                      </p:tavLst>
                                    </p:anim>
                                  </p:childTnLst>
                                </p:cTn>
                              </p:par>
                            </p:childTnLst>
                          </p:cTn>
                        </p:par>
                        <p:par>
                          <p:cTn id="47" fill="hold">
                            <p:stCondLst>
                              <p:cond delay="500"/>
                            </p:stCondLst>
                            <p:childTnLst>
                              <p:par>
                                <p:cTn id="48" presetID="22" presetClass="entr" presetSubtype="1" fill="hold" grpId="0" nodeType="afterEffect">
                                  <p:stCondLst>
                                    <p:cond delay="0"/>
                                  </p:stCondLst>
                                  <p:childTnLst>
                                    <p:set>
                                      <p:cBhvr>
                                        <p:cTn id="49" dur="1" fill="hold">
                                          <p:stCondLst>
                                            <p:cond delay="0"/>
                                          </p:stCondLst>
                                        </p:cTn>
                                        <p:tgtEl>
                                          <p:spTgt spid="4094"/>
                                        </p:tgtEl>
                                        <p:attrNameLst>
                                          <p:attrName>style.visibility</p:attrName>
                                        </p:attrNameLst>
                                      </p:cBhvr>
                                      <p:to>
                                        <p:strVal val="visible"/>
                                      </p:to>
                                    </p:set>
                                    <p:animEffect transition="in" filter="wipe(up)">
                                      <p:cBhvr>
                                        <p:cTn id="50" dur="500"/>
                                        <p:tgtEl>
                                          <p:spTgt spid="4094"/>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4101"/>
                                        </p:tgtEl>
                                        <p:attrNameLst>
                                          <p:attrName>style.visibility</p:attrName>
                                        </p:attrNameLst>
                                      </p:cBhvr>
                                      <p:to>
                                        <p:strVal val="visible"/>
                                      </p:to>
                                    </p:set>
                                    <p:animEffect transition="in" filter="fade">
                                      <p:cBhvr>
                                        <p:cTn id="53" dur="250"/>
                                        <p:tgtEl>
                                          <p:spTgt spid="4101"/>
                                        </p:tgtEl>
                                      </p:cBhvr>
                                    </p:animEffect>
                                  </p:childTnLst>
                                </p:cTn>
                              </p:par>
                              <p:par>
                                <p:cTn id="54" presetID="42" presetClass="path" presetSubtype="0" decel="100000" fill="hold" grpId="1" nodeType="withEffect">
                                  <p:stCondLst>
                                    <p:cond delay="0"/>
                                  </p:stCondLst>
                                  <p:childTnLst>
                                    <p:animMotion origin="layout" path="M -1.25E-6 -0.32006 L -1.25E-6 -7.40741E-7 " pathEditMode="relative" rAng="0" ptsTypes="AA">
                                      <p:cBhvr>
                                        <p:cTn id="55" dur="500" fill="hold"/>
                                        <p:tgtEl>
                                          <p:spTgt spid="4101"/>
                                        </p:tgtEl>
                                        <p:attrNameLst>
                                          <p:attrName>ppt_x</p:attrName>
                                          <p:attrName>ppt_y</p:attrName>
                                        </p:attrNameLst>
                                      </p:cBhvr>
                                      <p:rCtr x="0" y="16003"/>
                                    </p:animMotion>
                                  </p:childTnLst>
                                </p:cTn>
                              </p:par>
                            </p:childTnLst>
                          </p:cTn>
                        </p:par>
                        <p:par>
                          <p:cTn id="56" fill="hold">
                            <p:stCondLst>
                              <p:cond delay="1000"/>
                            </p:stCondLst>
                            <p:childTnLst>
                              <p:par>
                                <p:cTn id="57" presetID="10" presetClass="entr" presetSubtype="0" fill="hold" grpId="0" nodeType="afterEffect">
                                  <p:stCondLst>
                                    <p:cond delay="0"/>
                                  </p:stCondLst>
                                  <p:childTnLst>
                                    <p:set>
                                      <p:cBhvr>
                                        <p:cTn id="58" dur="1" fill="hold">
                                          <p:stCondLst>
                                            <p:cond delay="0"/>
                                          </p:stCondLst>
                                        </p:cTn>
                                        <p:tgtEl>
                                          <p:spTgt spid="2051"/>
                                        </p:tgtEl>
                                        <p:attrNameLst>
                                          <p:attrName>style.visibility</p:attrName>
                                        </p:attrNameLst>
                                      </p:cBhvr>
                                      <p:to>
                                        <p:strVal val="visible"/>
                                      </p:to>
                                    </p:set>
                                    <p:animEffect transition="in" filter="fade">
                                      <p:cBhvr>
                                        <p:cTn id="59" dur="500"/>
                                        <p:tgtEl>
                                          <p:spTgt spid="2051"/>
                                        </p:tgtEl>
                                      </p:cBhvr>
                                    </p:animEffect>
                                  </p:childTnLst>
                                </p:cTn>
                              </p:par>
                            </p:childTnLst>
                          </p:cTn>
                        </p:par>
                      </p:childTnLst>
                    </p:cTn>
                  </p:par>
                  <p:par>
                    <p:cTn id="60" fill="hold">
                      <p:stCondLst>
                        <p:cond delay="indefinite"/>
                      </p:stCondLst>
                      <p:childTnLst>
                        <p:par>
                          <p:cTn id="61" fill="hold">
                            <p:stCondLst>
                              <p:cond delay="0"/>
                            </p:stCondLst>
                            <p:childTnLst>
                              <p:par>
                                <p:cTn id="62" presetID="2" presetClass="entr" presetSubtype="8" accel="50000" decel="50000" fill="hold" grpId="0" nodeType="clickEffect">
                                  <p:stCondLst>
                                    <p:cond delay="0"/>
                                  </p:stCondLst>
                                  <p:childTnLst>
                                    <p:set>
                                      <p:cBhvr>
                                        <p:cTn id="63" dur="1" fill="hold">
                                          <p:stCondLst>
                                            <p:cond delay="0"/>
                                          </p:stCondLst>
                                        </p:cTn>
                                        <p:tgtEl>
                                          <p:spTgt spid="1030"/>
                                        </p:tgtEl>
                                        <p:attrNameLst>
                                          <p:attrName>style.visibility</p:attrName>
                                        </p:attrNameLst>
                                      </p:cBhvr>
                                      <p:to>
                                        <p:strVal val="visible"/>
                                      </p:to>
                                    </p:set>
                                    <p:anim calcmode="lin" valueType="num">
                                      <p:cBhvr additive="base">
                                        <p:cTn id="64" dur="500" fill="hold"/>
                                        <p:tgtEl>
                                          <p:spTgt spid="1030"/>
                                        </p:tgtEl>
                                        <p:attrNameLst>
                                          <p:attrName>ppt_x</p:attrName>
                                        </p:attrNameLst>
                                      </p:cBhvr>
                                      <p:tavLst>
                                        <p:tav tm="0">
                                          <p:val>
                                            <p:strVal val="0-#ppt_w/2"/>
                                          </p:val>
                                        </p:tav>
                                        <p:tav tm="100000">
                                          <p:val>
                                            <p:strVal val="#ppt_x"/>
                                          </p:val>
                                        </p:tav>
                                      </p:tavLst>
                                    </p:anim>
                                    <p:anim calcmode="lin" valueType="num">
                                      <p:cBhvr additive="base">
                                        <p:cTn id="65" dur="500" fill="hold"/>
                                        <p:tgtEl>
                                          <p:spTgt spid="1030"/>
                                        </p:tgtEl>
                                        <p:attrNameLst>
                                          <p:attrName>ppt_y</p:attrName>
                                        </p:attrNameLst>
                                      </p:cBhvr>
                                      <p:tavLst>
                                        <p:tav tm="0">
                                          <p:val>
                                            <p:strVal val="#ppt_y"/>
                                          </p:val>
                                        </p:tav>
                                        <p:tav tm="100000">
                                          <p:val>
                                            <p:strVal val="#ppt_y"/>
                                          </p:val>
                                        </p:tav>
                                      </p:tavLst>
                                    </p:anim>
                                  </p:childTnLst>
                                </p:cTn>
                              </p:par>
                            </p:childTnLst>
                          </p:cTn>
                        </p:par>
                        <p:par>
                          <p:cTn id="66" fill="hold">
                            <p:stCondLst>
                              <p:cond delay="500"/>
                            </p:stCondLst>
                            <p:childTnLst>
                              <p:par>
                                <p:cTn id="67" presetID="22" presetClass="entr" presetSubtype="1" fill="hold" grpId="0" nodeType="afterEffect">
                                  <p:stCondLst>
                                    <p:cond delay="0"/>
                                  </p:stCondLst>
                                  <p:childTnLst>
                                    <p:set>
                                      <p:cBhvr>
                                        <p:cTn id="68" dur="1" fill="hold">
                                          <p:stCondLst>
                                            <p:cond delay="0"/>
                                          </p:stCondLst>
                                        </p:cTn>
                                        <p:tgtEl>
                                          <p:spTgt spid="4095"/>
                                        </p:tgtEl>
                                        <p:attrNameLst>
                                          <p:attrName>style.visibility</p:attrName>
                                        </p:attrNameLst>
                                      </p:cBhvr>
                                      <p:to>
                                        <p:strVal val="visible"/>
                                      </p:to>
                                    </p:set>
                                    <p:animEffect transition="in" filter="wipe(up)">
                                      <p:cBhvr>
                                        <p:cTn id="69" dur="500"/>
                                        <p:tgtEl>
                                          <p:spTgt spid="4095"/>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4102"/>
                                        </p:tgtEl>
                                        <p:attrNameLst>
                                          <p:attrName>style.visibility</p:attrName>
                                        </p:attrNameLst>
                                      </p:cBhvr>
                                      <p:to>
                                        <p:strVal val="visible"/>
                                      </p:to>
                                    </p:set>
                                    <p:animEffect transition="in" filter="fade">
                                      <p:cBhvr>
                                        <p:cTn id="72" dur="250"/>
                                        <p:tgtEl>
                                          <p:spTgt spid="4102"/>
                                        </p:tgtEl>
                                      </p:cBhvr>
                                    </p:animEffect>
                                  </p:childTnLst>
                                </p:cTn>
                              </p:par>
                              <p:par>
                                <p:cTn id="73" presetID="42" presetClass="path" presetSubtype="0" decel="100000" fill="hold" grpId="1" nodeType="withEffect">
                                  <p:stCondLst>
                                    <p:cond delay="0"/>
                                  </p:stCondLst>
                                  <p:childTnLst>
                                    <p:animMotion origin="layout" path="M -1.25E-6 -0.32006 L -1.25E-6 -7.40741E-7 " pathEditMode="relative" rAng="0" ptsTypes="AA">
                                      <p:cBhvr>
                                        <p:cTn id="74" dur="500" fill="hold"/>
                                        <p:tgtEl>
                                          <p:spTgt spid="4102"/>
                                        </p:tgtEl>
                                        <p:attrNameLst>
                                          <p:attrName>ppt_x</p:attrName>
                                          <p:attrName>ppt_y</p:attrName>
                                        </p:attrNameLst>
                                      </p:cBhvr>
                                      <p:rCtr x="0" y="16003"/>
                                    </p:animMotion>
                                  </p:childTnLst>
                                </p:cTn>
                              </p:par>
                            </p:childTnLst>
                          </p:cTn>
                        </p:par>
                        <p:par>
                          <p:cTn id="75" fill="hold">
                            <p:stCondLst>
                              <p:cond delay="1000"/>
                            </p:stCondLst>
                            <p:childTnLst>
                              <p:par>
                                <p:cTn id="76" presetID="10" presetClass="entr" presetSubtype="0" fill="hold" grpId="0" nodeType="afterEffect">
                                  <p:stCondLst>
                                    <p:cond delay="0"/>
                                  </p:stCondLst>
                                  <p:childTnLst>
                                    <p:set>
                                      <p:cBhvr>
                                        <p:cTn id="77" dur="1" fill="hold">
                                          <p:stCondLst>
                                            <p:cond delay="0"/>
                                          </p:stCondLst>
                                        </p:cTn>
                                        <p:tgtEl>
                                          <p:spTgt spid="4091"/>
                                        </p:tgtEl>
                                        <p:attrNameLst>
                                          <p:attrName>style.visibility</p:attrName>
                                        </p:attrNameLst>
                                      </p:cBhvr>
                                      <p:to>
                                        <p:strVal val="visible"/>
                                      </p:to>
                                    </p:set>
                                    <p:animEffect transition="in" filter="fade">
                                      <p:cBhvr>
                                        <p:cTn id="78" dur="500"/>
                                        <p:tgtEl>
                                          <p:spTgt spid="40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0" grpId="0" animBg="1"/>
      <p:bldP spid="5" grpId="0" animBg="1"/>
      <p:bldP spid="3" grpId="0" animBg="1"/>
      <p:bldP spid="2" grpId="0" animBg="1"/>
      <p:bldP spid="1029" grpId="0"/>
      <p:bldP spid="2051" grpId="0"/>
      <p:bldP spid="3071" grpId="0"/>
      <p:bldP spid="4091" grpId="0"/>
      <p:bldP spid="4092" grpId="0" animBg="1"/>
      <p:bldP spid="4093" grpId="0" animBg="1"/>
      <p:bldP spid="4094" grpId="0" animBg="1"/>
      <p:bldP spid="4095" grpId="0" animBg="1"/>
      <p:bldP spid="4096" grpId="0" animBg="1"/>
      <p:bldP spid="4096" grpId="1" animBg="1"/>
      <p:bldP spid="4100" grpId="0" animBg="1"/>
      <p:bldP spid="4100" grpId="1" animBg="1"/>
      <p:bldP spid="4101" grpId="0" animBg="1"/>
      <p:bldP spid="4101" grpId="1" animBg="1"/>
      <p:bldP spid="4102" grpId="0" animBg="1"/>
      <p:bldP spid="4102" grpId="1"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7B197D-6C45-6CDB-ECA3-B1C038BDE5C0}"/>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BB4DAC5A-9FC2-6C39-91FE-D76592F64A92}"/>
              </a:ext>
            </a:extLst>
          </p:cNvPr>
          <p:cNvSpPr/>
          <p:nvPr/>
        </p:nvSpPr>
        <p:spPr>
          <a:xfrm>
            <a:off x="0" y="6"/>
            <a:ext cx="10258426" cy="10287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2700"/>
          </a:p>
        </p:txBody>
      </p:sp>
      <p:grpSp>
        <p:nvGrpSpPr>
          <p:cNvPr id="9" name="Group 8">
            <a:extLst>
              <a:ext uri="{FF2B5EF4-FFF2-40B4-BE49-F238E27FC236}">
                <a16:creationId xmlns:a16="http://schemas.microsoft.com/office/drawing/2014/main" id="{FD15EBF9-EA0B-381B-3092-EE9FA41C225D}"/>
              </a:ext>
            </a:extLst>
          </p:cNvPr>
          <p:cNvGrpSpPr/>
          <p:nvPr/>
        </p:nvGrpSpPr>
        <p:grpSpPr>
          <a:xfrm>
            <a:off x="6833757" y="2117565"/>
            <a:ext cx="11044730" cy="6224102"/>
            <a:chOff x="0" y="4670727"/>
            <a:chExt cx="12149203" cy="6846512"/>
          </a:xfrm>
        </p:grpSpPr>
        <p:sp>
          <p:nvSpPr>
            <p:cNvPr id="10" name="Rectangle 9">
              <a:extLst>
                <a:ext uri="{FF2B5EF4-FFF2-40B4-BE49-F238E27FC236}">
                  <a16:creationId xmlns:a16="http://schemas.microsoft.com/office/drawing/2014/main" id="{4CC73B31-63F1-C7A4-D712-63833CDEEAF6}"/>
                </a:ext>
              </a:extLst>
            </p:cNvPr>
            <p:cNvSpPr/>
            <p:nvPr/>
          </p:nvSpPr>
          <p:spPr>
            <a:xfrm>
              <a:off x="1246907" y="4990799"/>
              <a:ext cx="9657907" cy="55934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DB4D5C26-C535-0C0A-C5BA-65F5D35ACBCA}"/>
                </a:ext>
              </a:extLst>
            </p:cNvPr>
            <p:cNvPicPr>
              <a:picLocks noChangeAspect="1"/>
            </p:cNvPicPr>
            <p:nvPr/>
          </p:nvPicPr>
          <p:blipFill>
            <a:blip r:embed="rId4"/>
            <a:stretch>
              <a:fillRect/>
            </a:stretch>
          </p:blipFill>
          <p:spPr>
            <a:xfrm>
              <a:off x="0" y="4670727"/>
              <a:ext cx="12149203" cy="6846512"/>
            </a:xfrm>
            <a:prstGeom prst="rect">
              <a:avLst/>
            </a:prstGeom>
          </p:spPr>
        </p:pic>
      </p:grpSp>
      <p:sp>
        <p:nvSpPr>
          <p:cNvPr id="5" name="TextBox 4">
            <a:extLst>
              <a:ext uri="{FF2B5EF4-FFF2-40B4-BE49-F238E27FC236}">
                <a16:creationId xmlns:a16="http://schemas.microsoft.com/office/drawing/2014/main" id="{CA423B1B-39C1-6AED-AF5B-26BE48A8E485}"/>
              </a:ext>
            </a:extLst>
          </p:cNvPr>
          <p:cNvSpPr txBox="1"/>
          <p:nvPr/>
        </p:nvSpPr>
        <p:spPr>
          <a:xfrm>
            <a:off x="1252432" y="9855354"/>
            <a:ext cx="5029200" cy="246221"/>
          </a:xfrm>
          <a:prstGeom prst="rect">
            <a:avLst/>
          </a:prstGeom>
          <a:noFill/>
        </p:spPr>
        <p:txBody>
          <a:bodyPr wrap="square" lIns="0" anchor="b" anchorCtr="0">
            <a:spAutoFit/>
          </a:bodyPr>
          <a:lstStyle/>
          <a:p>
            <a:pPr marL="0" marR="0" lvl="0" indent="0" algn="l" defTabSz="548626" rtl="0" eaLnBrk="0" fontAlgn="auto" latinLnBrk="0" hangingPunct="0">
              <a:lnSpc>
                <a:spcPct val="100000"/>
              </a:lnSpc>
              <a:spcBef>
                <a:spcPts val="0"/>
              </a:spcBef>
              <a:spcAft>
                <a:spcPts val="0"/>
              </a:spcAft>
              <a:buClrTx/>
              <a:buSzTx/>
              <a:buFontTx/>
              <a:buNone/>
              <a:tabLst/>
              <a:defRPr/>
            </a:pPr>
            <a:r>
              <a:rPr kumimoji="0" lang="en-US" sz="1000" b="0" i="0" u="none" strike="noStrike" kern="300" cap="none" spc="100" normalizeH="0" baseline="0" noProof="0">
                <a:ln>
                  <a:noFill/>
                </a:ln>
                <a:solidFill>
                  <a:schemeClr val="bg1"/>
                </a:solidFill>
                <a:effectLst/>
                <a:uLnTx/>
                <a:uFillTx/>
                <a:latin typeface="Anova Light" panose="020B0403020203020204" pitchFamily="34" charset="0"/>
                <a:ea typeface="Anova Bold" panose="020B0703020203020204" pitchFamily="34" charset="0"/>
                <a:cs typeface="+mn-cs"/>
              </a:rPr>
              <a:t>Copyright © SAS Institute Inc. All rights reserved.</a:t>
            </a:r>
          </a:p>
        </p:txBody>
      </p:sp>
      <p:sp>
        <p:nvSpPr>
          <p:cNvPr id="6" name="Title 5">
            <a:extLst>
              <a:ext uri="{FF2B5EF4-FFF2-40B4-BE49-F238E27FC236}">
                <a16:creationId xmlns:a16="http://schemas.microsoft.com/office/drawing/2014/main" id="{2BCC02AB-DE25-5E0B-6E9A-5C607AAD884F}"/>
              </a:ext>
            </a:extLst>
          </p:cNvPr>
          <p:cNvSpPr>
            <a:spLocks noGrp="1"/>
          </p:cNvSpPr>
          <p:nvPr>
            <p:ph type="title"/>
          </p:nvPr>
        </p:nvSpPr>
        <p:spPr>
          <a:xfrm>
            <a:off x="871165" y="1433310"/>
            <a:ext cx="6635262" cy="1220096"/>
          </a:xfrm>
        </p:spPr>
        <p:txBody>
          <a:bodyPr/>
          <a:lstStyle/>
          <a:p>
            <a:r>
              <a:rPr lang="en-US">
                <a:solidFill>
                  <a:schemeClr val="bg1"/>
                </a:solidFill>
                <a:latin typeface="+mn-lt"/>
              </a:rPr>
              <a:t>SAS MCP Server</a:t>
            </a:r>
          </a:p>
        </p:txBody>
      </p:sp>
      <p:sp>
        <p:nvSpPr>
          <p:cNvPr id="2" name="Text Placeholder 3">
            <a:extLst>
              <a:ext uri="{FF2B5EF4-FFF2-40B4-BE49-F238E27FC236}">
                <a16:creationId xmlns:a16="http://schemas.microsoft.com/office/drawing/2014/main" id="{B1796524-5AEE-F7C5-69B2-012DB9D2E45F}"/>
              </a:ext>
            </a:extLst>
          </p:cNvPr>
          <p:cNvSpPr txBox="1">
            <a:spLocks/>
          </p:cNvSpPr>
          <p:nvPr/>
        </p:nvSpPr>
        <p:spPr>
          <a:xfrm>
            <a:off x="876034" y="3102137"/>
            <a:ext cx="5024332" cy="1982259"/>
          </a:xfrm>
          <a:prstGeom prst="rect">
            <a:avLst/>
          </a:prstGeom>
        </p:spPr>
        <p:txBody>
          <a:bodyPr/>
          <a:lstStyle>
            <a:lvl1pPr marL="365760" indent="-365760" algn="l" defTabSz="1371600" rtl="0" eaLnBrk="1" latinLnBrk="0" hangingPunct="1">
              <a:lnSpc>
                <a:spcPct val="114000"/>
              </a:lnSpc>
              <a:spcBef>
                <a:spcPts val="1000"/>
              </a:spcBef>
              <a:spcAft>
                <a:spcPts val="1000"/>
              </a:spcAft>
              <a:buClr>
                <a:schemeClr val="accent5"/>
              </a:buClr>
              <a:buSzPct val="100000"/>
              <a:buFont typeface="Anova Light" panose="020B0403020203020204" pitchFamily="34" charset="0"/>
              <a:buChar char="•"/>
              <a:defRPr sz="2400" b="0" i="0" kern="1200">
                <a:solidFill>
                  <a:schemeClr val="tx2"/>
                </a:solidFill>
                <a:latin typeface="+mn-lt"/>
                <a:ea typeface="+mn-ea"/>
                <a:cs typeface="+mn-cs"/>
              </a:defRPr>
            </a:lvl1pPr>
            <a:lvl2pPr marL="731520" indent="-365760" algn="l" defTabSz="1371600" rtl="0" eaLnBrk="1" latinLnBrk="0" hangingPunct="1">
              <a:lnSpc>
                <a:spcPct val="114000"/>
              </a:lnSpc>
              <a:spcBef>
                <a:spcPts val="1000"/>
              </a:spcBef>
              <a:spcAft>
                <a:spcPts val="1000"/>
              </a:spcAft>
              <a:buClr>
                <a:schemeClr val="accent5"/>
              </a:buClr>
              <a:buSzPct val="100000"/>
              <a:buFont typeface="Arial" panose="020B0604020202020204" pitchFamily="34" charset="0"/>
              <a:buChar char="•"/>
              <a:defRPr sz="2400" b="0" i="0" kern="1200">
                <a:solidFill>
                  <a:schemeClr val="tx2"/>
                </a:solidFill>
                <a:latin typeface="+mn-lt"/>
                <a:ea typeface="+mn-ea"/>
                <a:cs typeface="+mn-cs"/>
              </a:defRPr>
            </a:lvl2pPr>
            <a:lvl3pPr marL="1097280" indent="-365760" algn="l" defTabSz="1371600" rtl="0" eaLnBrk="1" latinLnBrk="0" hangingPunct="1">
              <a:lnSpc>
                <a:spcPct val="114000"/>
              </a:lnSpc>
              <a:spcBef>
                <a:spcPts val="1000"/>
              </a:spcBef>
              <a:spcAft>
                <a:spcPts val="1000"/>
              </a:spcAft>
              <a:buClr>
                <a:schemeClr val="accent5"/>
              </a:buClr>
              <a:buSzPct val="100000"/>
              <a:buFont typeface="Anova Light" panose="020B0403020203020204" pitchFamily="34" charset="0"/>
              <a:buChar char="•"/>
              <a:defRPr sz="2400" b="0" i="0" kern="1200">
                <a:solidFill>
                  <a:schemeClr val="tx2"/>
                </a:solidFill>
                <a:latin typeface="+mn-lt"/>
                <a:ea typeface="+mn-ea"/>
                <a:cs typeface="+mn-cs"/>
              </a:defRPr>
            </a:lvl3pPr>
            <a:lvl4pPr marL="2400300" indent="-342900" algn="l" defTabSz="1371600" rtl="0" eaLnBrk="1" latinLnBrk="0" hangingPunct="1">
              <a:lnSpc>
                <a:spcPct val="114000"/>
              </a:lnSpc>
              <a:spcBef>
                <a:spcPts val="1000"/>
              </a:spcBef>
              <a:spcAft>
                <a:spcPts val="1000"/>
              </a:spcAft>
              <a:buClr>
                <a:schemeClr val="accent5"/>
              </a:buClr>
              <a:buSzPct val="100000"/>
              <a:buFont typeface="Anova Light" panose="020B0403020203020204" pitchFamily="34" charset="0"/>
              <a:buChar char="•"/>
              <a:defRPr sz="2400" b="0" kern="1200">
                <a:solidFill>
                  <a:schemeClr val="tx1"/>
                </a:solidFill>
                <a:latin typeface="+mn-lt"/>
                <a:ea typeface="+mn-ea"/>
                <a:cs typeface="+mn-cs"/>
              </a:defRPr>
            </a:lvl4pPr>
            <a:lvl5pPr marL="3086100" indent="-342900" algn="l" defTabSz="1371600" rtl="0" eaLnBrk="1" latinLnBrk="0" hangingPunct="1">
              <a:lnSpc>
                <a:spcPct val="114000"/>
              </a:lnSpc>
              <a:spcBef>
                <a:spcPts val="1000"/>
              </a:spcBef>
              <a:spcAft>
                <a:spcPts val="1000"/>
              </a:spcAft>
              <a:buClr>
                <a:schemeClr val="accent5"/>
              </a:buClr>
              <a:buFont typeface="Anova Light" panose="020B0403020203020204" pitchFamily="34" charset="0"/>
              <a:buChar char="•"/>
              <a:defRPr sz="2400" b="0" kern="1200">
                <a:solidFill>
                  <a:schemeClr val="tx1"/>
                </a:solidFill>
                <a:latin typeface="+mn-lt"/>
                <a:ea typeface="+mn-ea"/>
                <a:cs typeface="+mn-cs"/>
              </a:defRPr>
            </a:lvl5pPr>
            <a:lvl6pPr marL="3771900" indent="-342900" algn="l" defTabSz="1371600" rtl="0" eaLnBrk="1" latinLnBrk="0" hangingPunct="1">
              <a:lnSpc>
                <a:spcPct val="90000"/>
              </a:lnSpc>
              <a:spcBef>
                <a:spcPts val="750"/>
              </a:spcBef>
              <a:buFont typeface="Anova Light" panose="020B0403020203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nova Light" panose="020B0403020203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nova Light" panose="020B0403020203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nova Light" panose="020B0403020203020204" pitchFamily="34" charset="0"/>
              <a:buChar char="•"/>
              <a:defRPr sz="2700" kern="1200">
                <a:solidFill>
                  <a:schemeClr val="tx1"/>
                </a:solidFill>
                <a:latin typeface="+mn-lt"/>
                <a:ea typeface="+mn-ea"/>
                <a:cs typeface="+mn-cs"/>
              </a:defRPr>
            </a:lvl9pPr>
          </a:lstStyle>
          <a:p>
            <a:pPr marL="0" indent="0">
              <a:lnSpc>
                <a:spcPct val="115000"/>
              </a:lnSpc>
              <a:buNone/>
            </a:pPr>
            <a:r>
              <a:rPr lang="en-US">
                <a:solidFill>
                  <a:schemeClr val="bg1"/>
                </a:solidFill>
              </a:rPr>
              <a:t>A Model Context Protocol (MCP) server for executing SAS code on SAS Viya environments </a:t>
            </a:r>
          </a:p>
        </p:txBody>
      </p:sp>
      <p:pic>
        <p:nvPicPr>
          <p:cNvPr id="13" name="Picture 12">
            <a:extLst>
              <a:ext uri="{FF2B5EF4-FFF2-40B4-BE49-F238E27FC236}">
                <a16:creationId xmlns:a16="http://schemas.microsoft.com/office/drawing/2014/main" id="{23A1DA3B-FD18-4E2F-529D-ADF97A7CBB9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977114" y="2455432"/>
            <a:ext cx="8724166" cy="4985237"/>
          </a:xfrm>
          <a:prstGeom prst="rect">
            <a:avLst/>
          </a:prstGeom>
        </p:spPr>
      </p:pic>
      <p:sp>
        <p:nvSpPr>
          <p:cNvPr id="14" name="Oval 13">
            <a:extLst>
              <a:ext uri="{FF2B5EF4-FFF2-40B4-BE49-F238E27FC236}">
                <a16:creationId xmlns:a16="http://schemas.microsoft.com/office/drawing/2014/main" id="{94C28D2D-55B4-16C9-929D-CE9F6300637C}"/>
              </a:ext>
            </a:extLst>
          </p:cNvPr>
          <p:cNvSpPr/>
          <p:nvPr/>
        </p:nvSpPr>
        <p:spPr>
          <a:xfrm>
            <a:off x="871165" y="6627828"/>
            <a:ext cx="1731358" cy="1731358"/>
          </a:xfrm>
          <a:prstGeom prst="ellipse">
            <a:avLst/>
          </a:prstGeom>
          <a:solidFill>
            <a:schemeClr val="accent1"/>
          </a:solidFill>
          <a:ln>
            <a:solidFill>
              <a:schemeClr val="accent3"/>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a:t>Headshot</a:t>
            </a:r>
          </a:p>
        </p:txBody>
      </p:sp>
      <p:sp>
        <p:nvSpPr>
          <p:cNvPr id="15" name="TextBox 14">
            <a:extLst>
              <a:ext uri="{FF2B5EF4-FFF2-40B4-BE49-F238E27FC236}">
                <a16:creationId xmlns:a16="http://schemas.microsoft.com/office/drawing/2014/main" id="{C4086855-8A90-693C-25A7-258FA9F7F4DB}"/>
              </a:ext>
            </a:extLst>
          </p:cNvPr>
          <p:cNvSpPr txBox="1"/>
          <p:nvPr/>
        </p:nvSpPr>
        <p:spPr>
          <a:xfrm>
            <a:off x="871165" y="8745415"/>
            <a:ext cx="1731358" cy="327975"/>
          </a:xfrm>
          <a:prstGeom prst="rect">
            <a:avLst/>
          </a:prstGeom>
          <a:noFill/>
        </p:spPr>
        <p:txBody>
          <a:bodyPr wrap="square" lIns="0" tIns="0" rIns="0" bIns="0" rtlCol="0">
            <a:spAutoFit/>
          </a:bodyPr>
          <a:lstStyle/>
          <a:p>
            <a:pPr algn="ctr">
              <a:lnSpc>
                <a:spcPct val="130000"/>
              </a:lnSpc>
            </a:pPr>
            <a:r>
              <a:rPr lang="en-US" sz="1800">
                <a:solidFill>
                  <a:schemeClr val="bg1"/>
                </a:solidFill>
              </a:rPr>
              <a:t>Presenter</a:t>
            </a:r>
          </a:p>
        </p:txBody>
      </p:sp>
      <p:sp>
        <p:nvSpPr>
          <p:cNvPr id="16" name="Oval 15">
            <a:extLst>
              <a:ext uri="{FF2B5EF4-FFF2-40B4-BE49-F238E27FC236}">
                <a16:creationId xmlns:a16="http://schemas.microsoft.com/office/drawing/2014/main" id="{31FA0C66-C5BD-2AAC-BEF4-7635FAD0B1C3}"/>
              </a:ext>
            </a:extLst>
          </p:cNvPr>
          <p:cNvSpPr/>
          <p:nvPr/>
        </p:nvSpPr>
        <p:spPr>
          <a:xfrm>
            <a:off x="3249885" y="6627828"/>
            <a:ext cx="1731358" cy="1731358"/>
          </a:xfrm>
          <a:prstGeom prst="ellipse">
            <a:avLst/>
          </a:prstGeom>
          <a:solidFill>
            <a:schemeClr val="accent1"/>
          </a:solidFill>
          <a:ln>
            <a:solidFill>
              <a:schemeClr val="accent3"/>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a:t>Headshot</a:t>
            </a:r>
          </a:p>
        </p:txBody>
      </p:sp>
      <p:sp>
        <p:nvSpPr>
          <p:cNvPr id="17" name="TextBox 16">
            <a:extLst>
              <a:ext uri="{FF2B5EF4-FFF2-40B4-BE49-F238E27FC236}">
                <a16:creationId xmlns:a16="http://schemas.microsoft.com/office/drawing/2014/main" id="{0F00D0E5-9C53-BA4A-FC57-59E48A516F5B}"/>
              </a:ext>
            </a:extLst>
          </p:cNvPr>
          <p:cNvSpPr txBox="1"/>
          <p:nvPr/>
        </p:nvSpPr>
        <p:spPr>
          <a:xfrm>
            <a:off x="3249885" y="8745415"/>
            <a:ext cx="1731358" cy="327975"/>
          </a:xfrm>
          <a:prstGeom prst="rect">
            <a:avLst/>
          </a:prstGeom>
          <a:noFill/>
        </p:spPr>
        <p:txBody>
          <a:bodyPr wrap="square" lIns="0" tIns="0" rIns="0" bIns="0" rtlCol="0">
            <a:spAutoFit/>
          </a:bodyPr>
          <a:lstStyle/>
          <a:p>
            <a:pPr algn="ctr">
              <a:lnSpc>
                <a:spcPct val="130000"/>
              </a:lnSpc>
            </a:pPr>
            <a:r>
              <a:rPr lang="en-US" sz="1800">
                <a:solidFill>
                  <a:schemeClr val="bg1"/>
                </a:solidFill>
              </a:rPr>
              <a:t>Presenter</a:t>
            </a:r>
          </a:p>
        </p:txBody>
      </p:sp>
    </p:spTree>
    <p:custDataLst>
      <p:tags r:id="rId1"/>
    </p:custDataLst>
    <p:extLst>
      <p:ext uri="{BB962C8B-B14F-4D97-AF65-F5344CB8AC3E}">
        <p14:creationId xmlns:p14="http://schemas.microsoft.com/office/powerpoint/2010/main" val="33162426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5D38A2-E18D-6CA5-9B82-8A7B35213CFE}"/>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D8AF43F0-0547-CA5C-E7C6-FB4C0DB5B94B}"/>
              </a:ext>
            </a:extLst>
          </p:cNvPr>
          <p:cNvSpPr/>
          <p:nvPr/>
        </p:nvSpPr>
        <p:spPr>
          <a:xfrm>
            <a:off x="0" y="6"/>
            <a:ext cx="10258426" cy="10287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2700"/>
          </a:p>
        </p:txBody>
      </p:sp>
      <p:grpSp>
        <p:nvGrpSpPr>
          <p:cNvPr id="9" name="Group 8">
            <a:extLst>
              <a:ext uri="{FF2B5EF4-FFF2-40B4-BE49-F238E27FC236}">
                <a16:creationId xmlns:a16="http://schemas.microsoft.com/office/drawing/2014/main" id="{1FBED7F2-71D5-A6C2-23EE-CB19F20D23A2}"/>
              </a:ext>
            </a:extLst>
          </p:cNvPr>
          <p:cNvGrpSpPr/>
          <p:nvPr/>
        </p:nvGrpSpPr>
        <p:grpSpPr>
          <a:xfrm>
            <a:off x="6833757" y="2117565"/>
            <a:ext cx="11044730" cy="6224102"/>
            <a:chOff x="0" y="4670727"/>
            <a:chExt cx="12149203" cy="6846512"/>
          </a:xfrm>
        </p:grpSpPr>
        <p:sp>
          <p:nvSpPr>
            <p:cNvPr id="10" name="Rectangle 9">
              <a:extLst>
                <a:ext uri="{FF2B5EF4-FFF2-40B4-BE49-F238E27FC236}">
                  <a16:creationId xmlns:a16="http://schemas.microsoft.com/office/drawing/2014/main" id="{EB8DF6E6-525F-2BA5-C00E-039783C61363}"/>
                </a:ext>
              </a:extLst>
            </p:cNvPr>
            <p:cNvSpPr/>
            <p:nvPr/>
          </p:nvSpPr>
          <p:spPr>
            <a:xfrm>
              <a:off x="1246907" y="4990799"/>
              <a:ext cx="9657907" cy="55934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681FFA65-B773-A599-E400-AC26AC723FF1}"/>
                </a:ext>
              </a:extLst>
            </p:cNvPr>
            <p:cNvPicPr>
              <a:picLocks noChangeAspect="1"/>
            </p:cNvPicPr>
            <p:nvPr/>
          </p:nvPicPr>
          <p:blipFill>
            <a:blip r:embed="rId4"/>
            <a:stretch>
              <a:fillRect/>
            </a:stretch>
          </p:blipFill>
          <p:spPr>
            <a:xfrm>
              <a:off x="0" y="4670727"/>
              <a:ext cx="12149203" cy="6846512"/>
            </a:xfrm>
            <a:prstGeom prst="rect">
              <a:avLst/>
            </a:prstGeom>
          </p:spPr>
        </p:pic>
      </p:grpSp>
      <p:sp>
        <p:nvSpPr>
          <p:cNvPr id="5" name="TextBox 4">
            <a:extLst>
              <a:ext uri="{FF2B5EF4-FFF2-40B4-BE49-F238E27FC236}">
                <a16:creationId xmlns:a16="http://schemas.microsoft.com/office/drawing/2014/main" id="{29669D67-0D78-12EF-FE22-236689C8190F}"/>
              </a:ext>
            </a:extLst>
          </p:cNvPr>
          <p:cNvSpPr txBox="1"/>
          <p:nvPr/>
        </p:nvSpPr>
        <p:spPr>
          <a:xfrm>
            <a:off x="1252432" y="9855354"/>
            <a:ext cx="5029200" cy="246221"/>
          </a:xfrm>
          <a:prstGeom prst="rect">
            <a:avLst/>
          </a:prstGeom>
          <a:noFill/>
        </p:spPr>
        <p:txBody>
          <a:bodyPr wrap="square" lIns="0" anchor="b" anchorCtr="0">
            <a:spAutoFit/>
          </a:bodyPr>
          <a:lstStyle/>
          <a:p>
            <a:pPr marL="0" marR="0" lvl="0" indent="0" algn="l" defTabSz="548626" rtl="0" eaLnBrk="0" fontAlgn="auto" latinLnBrk="0" hangingPunct="0">
              <a:lnSpc>
                <a:spcPct val="100000"/>
              </a:lnSpc>
              <a:spcBef>
                <a:spcPts val="0"/>
              </a:spcBef>
              <a:spcAft>
                <a:spcPts val="0"/>
              </a:spcAft>
              <a:buClrTx/>
              <a:buSzTx/>
              <a:buFontTx/>
              <a:buNone/>
              <a:tabLst/>
              <a:defRPr/>
            </a:pPr>
            <a:r>
              <a:rPr kumimoji="0" lang="en-US" sz="1000" b="0" i="0" u="none" strike="noStrike" kern="300" cap="none" spc="100" normalizeH="0" baseline="0" noProof="0">
                <a:ln>
                  <a:noFill/>
                </a:ln>
                <a:solidFill>
                  <a:schemeClr val="bg1"/>
                </a:solidFill>
                <a:effectLst/>
                <a:uLnTx/>
                <a:uFillTx/>
                <a:latin typeface="Anova Light" panose="020B0403020203020204" pitchFamily="34" charset="0"/>
                <a:ea typeface="Anova Bold" panose="020B0703020203020204" pitchFamily="34" charset="0"/>
                <a:cs typeface="+mn-cs"/>
              </a:rPr>
              <a:t>Copyright © SAS Institute Inc. All rights reserved.</a:t>
            </a:r>
          </a:p>
        </p:txBody>
      </p:sp>
      <p:sp>
        <p:nvSpPr>
          <p:cNvPr id="6" name="Title 5">
            <a:extLst>
              <a:ext uri="{FF2B5EF4-FFF2-40B4-BE49-F238E27FC236}">
                <a16:creationId xmlns:a16="http://schemas.microsoft.com/office/drawing/2014/main" id="{886C8673-AE86-8720-5BB9-451E7AE36754}"/>
              </a:ext>
            </a:extLst>
          </p:cNvPr>
          <p:cNvSpPr>
            <a:spLocks noGrp="1"/>
          </p:cNvSpPr>
          <p:nvPr>
            <p:ph type="title"/>
          </p:nvPr>
        </p:nvSpPr>
        <p:spPr>
          <a:xfrm>
            <a:off x="871165" y="1433310"/>
            <a:ext cx="6635262" cy="1220096"/>
          </a:xfrm>
        </p:spPr>
        <p:txBody>
          <a:bodyPr>
            <a:normAutofit fontScale="90000"/>
          </a:bodyPr>
          <a:lstStyle/>
          <a:p>
            <a:r>
              <a:rPr lang="en-US">
                <a:solidFill>
                  <a:schemeClr val="bg1"/>
                </a:solidFill>
                <a:latin typeface="+mn-lt"/>
              </a:rPr>
              <a:t>SAS Score MCP Server JS</a:t>
            </a:r>
          </a:p>
        </p:txBody>
      </p:sp>
      <p:sp>
        <p:nvSpPr>
          <p:cNvPr id="2" name="Text Placeholder 3">
            <a:extLst>
              <a:ext uri="{FF2B5EF4-FFF2-40B4-BE49-F238E27FC236}">
                <a16:creationId xmlns:a16="http://schemas.microsoft.com/office/drawing/2014/main" id="{713F62B9-8910-ACAF-9BF7-47B87D5A3FEA}"/>
              </a:ext>
            </a:extLst>
          </p:cNvPr>
          <p:cNvSpPr txBox="1">
            <a:spLocks/>
          </p:cNvSpPr>
          <p:nvPr/>
        </p:nvSpPr>
        <p:spPr>
          <a:xfrm>
            <a:off x="871165" y="3515277"/>
            <a:ext cx="5024332" cy="1982259"/>
          </a:xfrm>
          <a:prstGeom prst="rect">
            <a:avLst/>
          </a:prstGeom>
        </p:spPr>
        <p:txBody>
          <a:bodyPr/>
          <a:lstStyle>
            <a:lvl1pPr marL="365760" indent="-365760" algn="l" defTabSz="1371600" rtl="0" eaLnBrk="1" latinLnBrk="0" hangingPunct="1">
              <a:lnSpc>
                <a:spcPct val="114000"/>
              </a:lnSpc>
              <a:spcBef>
                <a:spcPts val="1000"/>
              </a:spcBef>
              <a:spcAft>
                <a:spcPts val="1000"/>
              </a:spcAft>
              <a:buClr>
                <a:schemeClr val="accent5"/>
              </a:buClr>
              <a:buSzPct val="100000"/>
              <a:buFont typeface="Anova Light" panose="020B0403020203020204" pitchFamily="34" charset="0"/>
              <a:buChar char="•"/>
              <a:defRPr sz="2400" b="0" i="0" kern="1200">
                <a:solidFill>
                  <a:schemeClr val="tx2"/>
                </a:solidFill>
                <a:latin typeface="+mn-lt"/>
                <a:ea typeface="+mn-ea"/>
                <a:cs typeface="+mn-cs"/>
              </a:defRPr>
            </a:lvl1pPr>
            <a:lvl2pPr marL="731520" indent="-365760" algn="l" defTabSz="1371600" rtl="0" eaLnBrk="1" latinLnBrk="0" hangingPunct="1">
              <a:lnSpc>
                <a:spcPct val="114000"/>
              </a:lnSpc>
              <a:spcBef>
                <a:spcPts val="1000"/>
              </a:spcBef>
              <a:spcAft>
                <a:spcPts val="1000"/>
              </a:spcAft>
              <a:buClr>
                <a:schemeClr val="accent5"/>
              </a:buClr>
              <a:buSzPct val="100000"/>
              <a:buFont typeface="Arial" panose="020B0604020202020204" pitchFamily="34" charset="0"/>
              <a:buChar char="•"/>
              <a:defRPr sz="2400" b="0" i="0" kern="1200">
                <a:solidFill>
                  <a:schemeClr val="tx2"/>
                </a:solidFill>
                <a:latin typeface="+mn-lt"/>
                <a:ea typeface="+mn-ea"/>
                <a:cs typeface="+mn-cs"/>
              </a:defRPr>
            </a:lvl2pPr>
            <a:lvl3pPr marL="1097280" indent="-365760" algn="l" defTabSz="1371600" rtl="0" eaLnBrk="1" latinLnBrk="0" hangingPunct="1">
              <a:lnSpc>
                <a:spcPct val="114000"/>
              </a:lnSpc>
              <a:spcBef>
                <a:spcPts val="1000"/>
              </a:spcBef>
              <a:spcAft>
                <a:spcPts val="1000"/>
              </a:spcAft>
              <a:buClr>
                <a:schemeClr val="accent5"/>
              </a:buClr>
              <a:buSzPct val="100000"/>
              <a:buFont typeface="Anova Light" panose="020B0403020203020204" pitchFamily="34" charset="0"/>
              <a:buChar char="•"/>
              <a:defRPr sz="2400" b="0" i="0" kern="1200">
                <a:solidFill>
                  <a:schemeClr val="tx2"/>
                </a:solidFill>
                <a:latin typeface="+mn-lt"/>
                <a:ea typeface="+mn-ea"/>
                <a:cs typeface="+mn-cs"/>
              </a:defRPr>
            </a:lvl3pPr>
            <a:lvl4pPr marL="2400300" indent="-342900" algn="l" defTabSz="1371600" rtl="0" eaLnBrk="1" latinLnBrk="0" hangingPunct="1">
              <a:lnSpc>
                <a:spcPct val="114000"/>
              </a:lnSpc>
              <a:spcBef>
                <a:spcPts val="1000"/>
              </a:spcBef>
              <a:spcAft>
                <a:spcPts val="1000"/>
              </a:spcAft>
              <a:buClr>
                <a:schemeClr val="accent5"/>
              </a:buClr>
              <a:buSzPct val="100000"/>
              <a:buFont typeface="Anova Light" panose="020B0403020203020204" pitchFamily="34" charset="0"/>
              <a:buChar char="•"/>
              <a:defRPr sz="2400" b="0" kern="1200">
                <a:solidFill>
                  <a:schemeClr val="tx1"/>
                </a:solidFill>
                <a:latin typeface="+mn-lt"/>
                <a:ea typeface="+mn-ea"/>
                <a:cs typeface="+mn-cs"/>
              </a:defRPr>
            </a:lvl4pPr>
            <a:lvl5pPr marL="3086100" indent="-342900" algn="l" defTabSz="1371600" rtl="0" eaLnBrk="1" latinLnBrk="0" hangingPunct="1">
              <a:lnSpc>
                <a:spcPct val="114000"/>
              </a:lnSpc>
              <a:spcBef>
                <a:spcPts val="1000"/>
              </a:spcBef>
              <a:spcAft>
                <a:spcPts val="1000"/>
              </a:spcAft>
              <a:buClr>
                <a:schemeClr val="accent5"/>
              </a:buClr>
              <a:buFont typeface="Anova Light" panose="020B0403020203020204" pitchFamily="34" charset="0"/>
              <a:buChar char="•"/>
              <a:defRPr sz="2400" b="0" kern="1200">
                <a:solidFill>
                  <a:schemeClr val="tx1"/>
                </a:solidFill>
                <a:latin typeface="+mn-lt"/>
                <a:ea typeface="+mn-ea"/>
                <a:cs typeface="+mn-cs"/>
              </a:defRPr>
            </a:lvl5pPr>
            <a:lvl6pPr marL="3771900" indent="-342900" algn="l" defTabSz="1371600" rtl="0" eaLnBrk="1" latinLnBrk="0" hangingPunct="1">
              <a:lnSpc>
                <a:spcPct val="90000"/>
              </a:lnSpc>
              <a:spcBef>
                <a:spcPts val="750"/>
              </a:spcBef>
              <a:buFont typeface="Anova Light" panose="020B0403020203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nova Light" panose="020B0403020203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nova Light" panose="020B0403020203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nova Light" panose="020B0403020203020204" pitchFamily="34" charset="0"/>
              <a:buChar char="•"/>
              <a:defRPr sz="2700" kern="1200">
                <a:solidFill>
                  <a:schemeClr val="tx1"/>
                </a:solidFill>
                <a:latin typeface="+mn-lt"/>
                <a:ea typeface="+mn-ea"/>
                <a:cs typeface="+mn-cs"/>
              </a:defRPr>
            </a:lvl9pPr>
          </a:lstStyle>
          <a:p>
            <a:pPr marL="0" indent="0">
              <a:lnSpc>
                <a:spcPct val="115000"/>
              </a:lnSpc>
              <a:buNone/>
            </a:pPr>
            <a:r>
              <a:rPr lang="en-US">
                <a:solidFill>
                  <a:schemeClr val="bg1"/>
                </a:solidFill>
              </a:rPr>
              <a:t>A Model Context Protocol (MCP) server for scoring with SAS Viya</a:t>
            </a:r>
          </a:p>
        </p:txBody>
      </p:sp>
      <p:pic>
        <p:nvPicPr>
          <p:cNvPr id="13" name="Picture 12">
            <a:extLst>
              <a:ext uri="{FF2B5EF4-FFF2-40B4-BE49-F238E27FC236}">
                <a16:creationId xmlns:a16="http://schemas.microsoft.com/office/drawing/2014/main" id="{7D14783C-2415-A6A5-431C-7460EC2CEA4D}"/>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8016178" y="2455432"/>
            <a:ext cx="8646037" cy="4985237"/>
          </a:xfrm>
          <a:prstGeom prst="rect">
            <a:avLst/>
          </a:prstGeom>
        </p:spPr>
      </p:pic>
      <p:sp>
        <p:nvSpPr>
          <p:cNvPr id="14" name="Oval 13">
            <a:extLst>
              <a:ext uri="{FF2B5EF4-FFF2-40B4-BE49-F238E27FC236}">
                <a16:creationId xmlns:a16="http://schemas.microsoft.com/office/drawing/2014/main" id="{D90A198F-725D-98F0-1CFB-8886EF4734EF}"/>
              </a:ext>
            </a:extLst>
          </p:cNvPr>
          <p:cNvSpPr/>
          <p:nvPr/>
        </p:nvSpPr>
        <p:spPr>
          <a:xfrm>
            <a:off x="871165" y="6627828"/>
            <a:ext cx="1731358" cy="1731358"/>
          </a:xfrm>
          <a:prstGeom prst="ellipse">
            <a:avLst/>
          </a:prstGeom>
          <a:solidFill>
            <a:schemeClr val="accent1"/>
          </a:solidFill>
          <a:ln>
            <a:solidFill>
              <a:schemeClr val="accent3"/>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a:t>Headshot</a:t>
            </a:r>
          </a:p>
        </p:txBody>
      </p:sp>
      <p:sp>
        <p:nvSpPr>
          <p:cNvPr id="15" name="TextBox 14">
            <a:extLst>
              <a:ext uri="{FF2B5EF4-FFF2-40B4-BE49-F238E27FC236}">
                <a16:creationId xmlns:a16="http://schemas.microsoft.com/office/drawing/2014/main" id="{FBC0B1A5-56A9-2E39-903D-5E46A2393BD4}"/>
              </a:ext>
            </a:extLst>
          </p:cNvPr>
          <p:cNvSpPr txBox="1"/>
          <p:nvPr/>
        </p:nvSpPr>
        <p:spPr>
          <a:xfrm>
            <a:off x="871165" y="8745415"/>
            <a:ext cx="1731358" cy="327975"/>
          </a:xfrm>
          <a:prstGeom prst="rect">
            <a:avLst/>
          </a:prstGeom>
          <a:noFill/>
        </p:spPr>
        <p:txBody>
          <a:bodyPr wrap="square" lIns="0" tIns="0" rIns="0" bIns="0" rtlCol="0">
            <a:spAutoFit/>
          </a:bodyPr>
          <a:lstStyle/>
          <a:p>
            <a:pPr algn="ctr">
              <a:lnSpc>
                <a:spcPct val="130000"/>
              </a:lnSpc>
            </a:pPr>
            <a:r>
              <a:rPr lang="en-US" sz="1800">
                <a:solidFill>
                  <a:schemeClr val="bg1"/>
                </a:solidFill>
              </a:rPr>
              <a:t>Presenter</a:t>
            </a:r>
          </a:p>
        </p:txBody>
      </p:sp>
      <p:sp>
        <p:nvSpPr>
          <p:cNvPr id="16" name="Oval 15">
            <a:extLst>
              <a:ext uri="{FF2B5EF4-FFF2-40B4-BE49-F238E27FC236}">
                <a16:creationId xmlns:a16="http://schemas.microsoft.com/office/drawing/2014/main" id="{6761EC00-CAD8-0B16-B406-700683306190}"/>
              </a:ext>
            </a:extLst>
          </p:cNvPr>
          <p:cNvSpPr/>
          <p:nvPr/>
        </p:nvSpPr>
        <p:spPr>
          <a:xfrm>
            <a:off x="3249885" y="6627828"/>
            <a:ext cx="1731358" cy="1731358"/>
          </a:xfrm>
          <a:prstGeom prst="ellipse">
            <a:avLst/>
          </a:prstGeom>
          <a:solidFill>
            <a:schemeClr val="accent1"/>
          </a:solidFill>
          <a:ln>
            <a:solidFill>
              <a:schemeClr val="accent3"/>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a:t>Headshot</a:t>
            </a:r>
          </a:p>
        </p:txBody>
      </p:sp>
      <p:sp>
        <p:nvSpPr>
          <p:cNvPr id="17" name="TextBox 16">
            <a:extLst>
              <a:ext uri="{FF2B5EF4-FFF2-40B4-BE49-F238E27FC236}">
                <a16:creationId xmlns:a16="http://schemas.microsoft.com/office/drawing/2014/main" id="{100D63E2-A989-2B7F-77E7-C38B8B21096F}"/>
              </a:ext>
            </a:extLst>
          </p:cNvPr>
          <p:cNvSpPr txBox="1"/>
          <p:nvPr/>
        </p:nvSpPr>
        <p:spPr>
          <a:xfrm>
            <a:off x="3249885" y="8745415"/>
            <a:ext cx="1731358" cy="327975"/>
          </a:xfrm>
          <a:prstGeom prst="rect">
            <a:avLst/>
          </a:prstGeom>
          <a:noFill/>
        </p:spPr>
        <p:txBody>
          <a:bodyPr wrap="square" lIns="0" tIns="0" rIns="0" bIns="0" rtlCol="0">
            <a:spAutoFit/>
          </a:bodyPr>
          <a:lstStyle/>
          <a:p>
            <a:pPr algn="ctr">
              <a:lnSpc>
                <a:spcPct val="130000"/>
              </a:lnSpc>
            </a:pPr>
            <a:r>
              <a:rPr lang="en-US" sz="1800">
                <a:solidFill>
                  <a:schemeClr val="bg1"/>
                </a:solidFill>
              </a:rPr>
              <a:t>Presenter</a:t>
            </a:r>
          </a:p>
        </p:txBody>
      </p:sp>
    </p:spTree>
    <p:custDataLst>
      <p:tags r:id="rId1"/>
    </p:custDataLst>
    <p:extLst>
      <p:ext uri="{BB962C8B-B14F-4D97-AF65-F5344CB8AC3E}">
        <p14:creationId xmlns:p14="http://schemas.microsoft.com/office/powerpoint/2010/main" val="35643411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5AA3A4-F392-8B1C-965E-72DEAA884AAC}"/>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6A18504F-C796-9E7D-74D3-31D7F4E1D6EC}"/>
              </a:ext>
            </a:extLst>
          </p:cNvPr>
          <p:cNvSpPr/>
          <p:nvPr/>
        </p:nvSpPr>
        <p:spPr>
          <a:xfrm>
            <a:off x="0" y="6"/>
            <a:ext cx="10258426" cy="10287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2700"/>
          </a:p>
        </p:txBody>
      </p:sp>
      <p:grpSp>
        <p:nvGrpSpPr>
          <p:cNvPr id="9" name="Group 8">
            <a:extLst>
              <a:ext uri="{FF2B5EF4-FFF2-40B4-BE49-F238E27FC236}">
                <a16:creationId xmlns:a16="http://schemas.microsoft.com/office/drawing/2014/main" id="{B217C0FB-E7B1-A031-C248-551B724FC259}"/>
              </a:ext>
            </a:extLst>
          </p:cNvPr>
          <p:cNvGrpSpPr/>
          <p:nvPr/>
        </p:nvGrpSpPr>
        <p:grpSpPr>
          <a:xfrm>
            <a:off x="6833757" y="2117565"/>
            <a:ext cx="11044730" cy="6224102"/>
            <a:chOff x="0" y="4670727"/>
            <a:chExt cx="12149203" cy="6846512"/>
          </a:xfrm>
        </p:grpSpPr>
        <p:sp>
          <p:nvSpPr>
            <p:cNvPr id="10" name="Rectangle 9">
              <a:extLst>
                <a:ext uri="{FF2B5EF4-FFF2-40B4-BE49-F238E27FC236}">
                  <a16:creationId xmlns:a16="http://schemas.microsoft.com/office/drawing/2014/main" id="{E65CFC73-0025-DCF1-4E34-447E9097E7F1}"/>
                </a:ext>
              </a:extLst>
            </p:cNvPr>
            <p:cNvSpPr/>
            <p:nvPr/>
          </p:nvSpPr>
          <p:spPr>
            <a:xfrm>
              <a:off x="1246907" y="4990799"/>
              <a:ext cx="9657907" cy="55934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97299044-E1B9-89FC-8498-D59713FBDE89}"/>
                </a:ext>
              </a:extLst>
            </p:cNvPr>
            <p:cNvPicPr>
              <a:picLocks noChangeAspect="1"/>
            </p:cNvPicPr>
            <p:nvPr/>
          </p:nvPicPr>
          <p:blipFill>
            <a:blip r:embed="rId4"/>
            <a:stretch>
              <a:fillRect/>
            </a:stretch>
          </p:blipFill>
          <p:spPr>
            <a:xfrm>
              <a:off x="0" y="4670727"/>
              <a:ext cx="12149203" cy="6846512"/>
            </a:xfrm>
            <a:prstGeom prst="rect">
              <a:avLst/>
            </a:prstGeom>
          </p:spPr>
        </p:pic>
      </p:grpSp>
      <p:sp>
        <p:nvSpPr>
          <p:cNvPr id="5" name="TextBox 4">
            <a:extLst>
              <a:ext uri="{FF2B5EF4-FFF2-40B4-BE49-F238E27FC236}">
                <a16:creationId xmlns:a16="http://schemas.microsoft.com/office/drawing/2014/main" id="{FE455A60-CB99-380B-A0F4-F509611DAC92}"/>
              </a:ext>
            </a:extLst>
          </p:cNvPr>
          <p:cNvSpPr txBox="1"/>
          <p:nvPr/>
        </p:nvSpPr>
        <p:spPr>
          <a:xfrm>
            <a:off x="1252432" y="9855354"/>
            <a:ext cx="5029200" cy="246221"/>
          </a:xfrm>
          <a:prstGeom prst="rect">
            <a:avLst/>
          </a:prstGeom>
          <a:noFill/>
        </p:spPr>
        <p:txBody>
          <a:bodyPr wrap="square" lIns="0" anchor="b" anchorCtr="0">
            <a:spAutoFit/>
          </a:bodyPr>
          <a:lstStyle/>
          <a:p>
            <a:pPr marL="0" marR="0" lvl="0" indent="0" algn="l" defTabSz="548626" rtl="0" eaLnBrk="0" fontAlgn="auto" latinLnBrk="0" hangingPunct="0">
              <a:lnSpc>
                <a:spcPct val="100000"/>
              </a:lnSpc>
              <a:spcBef>
                <a:spcPts val="0"/>
              </a:spcBef>
              <a:spcAft>
                <a:spcPts val="0"/>
              </a:spcAft>
              <a:buClrTx/>
              <a:buSzTx/>
              <a:buFontTx/>
              <a:buNone/>
              <a:tabLst/>
              <a:defRPr/>
            </a:pPr>
            <a:r>
              <a:rPr kumimoji="0" lang="en-US" sz="1000" b="0" i="0" u="none" strike="noStrike" kern="300" cap="none" spc="100" normalizeH="0" baseline="0" noProof="0">
                <a:ln>
                  <a:noFill/>
                </a:ln>
                <a:solidFill>
                  <a:schemeClr val="bg1"/>
                </a:solidFill>
                <a:effectLst/>
                <a:uLnTx/>
                <a:uFillTx/>
                <a:latin typeface="Anova Light" panose="020B0403020203020204" pitchFamily="34" charset="0"/>
                <a:ea typeface="Anova Bold" panose="020B0703020203020204" pitchFamily="34" charset="0"/>
                <a:cs typeface="+mn-cs"/>
              </a:rPr>
              <a:t>Copyright © SAS Institute Inc. All rights reserved.</a:t>
            </a:r>
          </a:p>
        </p:txBody>
      </p:sp>
      <p:sp>
        <p:nvSpPr>
          <p:cNvPr id="6" name="Title 5">
            <a:extLst>
              <a:ext uri="{FF2B5EF4-FFF2-40B4-BE49-F238E27FC236}">
                <a16:creationId xmlns:a16="http://schemas.microsoft.com/office/drawing/2014/main" id="{18D279CC-40B6-616D-E457-045FE82264CC}"/>
              </a:ext>
            </a:extLst>
          </p:cNvPr>
          <p:cNvSpPr>
            <a:spLocks noGrp="1"/>
          </p:cNvSpPr>
          <p:nvPr>
            <p:ph type="title"/>
          </p:nvPr>
        </p:nvSpPr>
        <p:spPr>
          <a:xfrm>
            <a:off x="871165" y="1433310"/>
            <a:ext cx="6635262" cy="1220096"/>
          </a:xfrm>
        </p:spPr>
        <p:txBody>
          <a:bodyPr>
            <a:normAutofit/>
          </a:bodyPr>
          <a:lstStyle/>
          <a:p>
            <a:r>
              <a:rPr lang="en-US">
                <a:solidFill>
                  <a:schemeClr val="bg1"/>
                </a:solidFill>
                <a:latin typeface="+mn-lt"/>
              </a:rPr>
              <a:t>SAS MAS Scorer</a:t>
            </a:r>
          </a:p>
        </p:txBody>
      </p:sp>
      <p:sp>
        <p:nvSpPr>
          <p:cNvPr id="2" name="Text Placeholder 3">
            <a:extLst>
              <a:ext uri="{FF2B5EF4-FFF2-40B4-BE49-F238E27FC236}">
                <a16:creationId xmlns:a16="http://schemas.microsoft.com/office/drawing/2014/main" id="{F6B68686-F92F-1107-D966-AB4D5C6BE85A}"/>
              </a:ext>
            </a:extLst>
          </p:cNvPr>
          <p:cNvSpPr txBox="1">
            <a:spLocks/>
          </p:cNvSpPr>
          <p:nvPr/>
        </p:nvSpPr>
        <p:spPr>
          <a:xfrm>
            <a:off x="871165" y="2965791"/>
            <a:ext cx="5024332" cy="1982259"/>
          </a:xfrm>
          <a:prstGeom prst="rect">
            <a:avLst/>
          </a:prstGeom>
        </p:spPr>
        <p:txBody>
          <a:bodyPr/>
          <a:lstStyle>
            <a:lvl1pPr marL="365760" indent="-365760" algn="l" defTabSz="1371600" rtl="0" eaLnBrk="1" latinLnBrk="0" hangingPunct="1">
              <a:lnSpc>
                <a:spcPct val="114000"/>
              </a:lnSpc>
              <a:spcBef>
                <a:spcPts val="1000"/>
              </a:spcBef>
              <a:spcAft>
                <a:spcPts val="1000"/>
              </a:spcAft>
              <a:buClr>
                <a:schemeClr val="accent5"/>
              </a:buClr>
              <a:buSzPct val="100000"/>
              <a:buFont typeface="Anova Light" panose="020B0403020203020204" pitchFamily="34" charset="0"/>
              <a:buChar char="•"/>
              <a:defRPr sz="2400" b="0" i="0" kern="1200">
                <a:solidFill>
                  <a:schemeClr val="tx2"/>
                </a:solidFill>
                <a:latin typeface="+mn-lt"/>
                <a:ea typeface="+mn-ea"/>
                <a:cs typeface="+mn-cs"/>
              </a:defRPr>
            </a:lvl1pPr>
            <a:lvl2pPr marL="731520" indent="-365760" algn="l" defTabSz="1371600" rtl="0" eaLnBrk="1" latinLnBrk="0" hangingPunct="1">
              <a:lnSpc>
                <a:spcPct val="114000"/>
              </a:lnSpc>
              <a:spcBef>
                <a:spcPts val="1000"/>
              </a:spcBef>
              <a:spcAft>
                <a:spcPts val="1000"/>
              </a:spcAft>
              <a:buClr>
                <a:schemeClr val="accent5"/>
              </a:buClr>
              <a:buSzPct val="100000"/>
              <a:buFont typeface="Arial" panose="020B0604020202020204" pitchFamily="34" charset="0"/>
              <a:buChar char="•"/>
              <a:defRPr sz="2400" b="0" i="0" kern="1200">
                <a:solidFill>
                  <a:schemeClr val="tx2"/>
                </a:solidFill>
                <a:latin typeface="+mn-lt"/>
                <a:ea typeface="+mn-ea"/>
                <a:cs typeface="+mn-cs"/>
              </a:defRPr>
            </a:lvl2pPr>
            <a:lvl3pPr marL="1097280" indent="-365760" algn="l" defTabSz="1371600" rtl="0" eaLnBrk="1" latinLnBrk="0" hangingPunct="1">
              <a:lnSpc>
                <a:spcPct val="114000"/>
              </a:lnSpc>
              <a:spcBef>
                <a:spcPts val="1000"/>
              </a:spcBef>
              <a:spcAft>
                <a:spcPts val="1000"/>
              </a:spcAft>
              <a:buClr>
                <a:schemeClr val="accent5"/>
              </a:buClr>
              <a:buSzPct val="100000"/>
              <a:buFont typeface="Anova Light" panose="020B0403020203020204" pitchFamily="34" charset="0"/>
              <a:buChar char="•"/>
              <a:defRPr sz="2400" b="0" i="0" kern="1200">
                <a:solidFill>
                  <a:schemeClr val="tx2"/>
                </a:solidFill>
                <a:latin typeface="+mn-lt"/>
                <a:ea typeface="+mn-ea"/>
                <a:cs typeface="+mn-cs"/>
              </a:defRPr>
            </a:lvl3pPr>
            <a:lvl4pPr marL="2400300" indent="-342900" algn="l" defTabSz="1371600" rtl="0" eaLnBrk="1" latinLnBrk="0" hangingPunct="1">
              <a:lnSpc>
                <a:spcPct val="114000"/>
              </a:lnSpc>
              <a:spcBef>
                <a:spcPts val="1000"/>
              </a:spcBef>
              <a:spcAft>
                <a:spcPts val="1000"/>
              </a:spcAft>
              <a:buClr>
                <a:schemeClr val="accent5"/>
              </a:buClr>
              <a:buSzPct val="100000"/>
              <a:buFont typeface="Anova Light" panose="020B0403020203020204" pitchFamily="34" charset="0"/>
              <a:buChar char="•"/>
              <a:defRPr sz="2400" b="0" kern="1200">
                <a:solidFill>
                  <a:schemeClr val="tx1"/>
                </a:solidFill>
                <a:latin typeface="+mn-lt"/>
                <a:ea typeface="+mn-ea"/>
                <a:cs typeface="+mn-cs"/>
              </a:defRPr>
            </a:lvl4pPr>
            <a:lvl5pPr marL="3086100" indent="-342900" algn="l" defTabSz="1371600" rtl="0" eaLnBrk="1" latinLnBrk="0" hangingPunct="1">
              <a:lnSpc>
                <a:spcPct val="114000"/>
              </a:lnSpc>
              <a:spcBef>
                <a:spcPts val="1000"/>
              </a:spcBef>
              <a:spcAft>
                <a:spcPts val="1000"/>
              </a:spcAft>
              <a:buClr>
                <a:schemeClr val="accent5"/>
              </a:buClr>
              <a:buFont typeface="Anova Light" panose="020B0403020203020204" pitchFamily="34" charset="0"/>
              <a:buChar char="•"/>
              <a:defRPr sz="2400" b="0" kern="1200">
                <a:solidFill>
                  <a:schemeClr val="tx1"/>
                </a:solidFill>
                <a:latin typeface="+mn-lt"/>
                <a:ea typeface="+mn-ea"/>
                <a:cs typeface="+mn-cs"/>
              </a:defRPr>
            </a:lvl5pPr>
            <a:lvl6pPr marL="3771900" indent="-342900" algn="l" defTabSz="1371600" rtl="0" eaLnBrk="1" latinLnBrk="0" hangingPunct="1">
              <a:lnSpc>
                <a:spcPct val="90000"/>
              </a:lnSpc>
              <a:spcBef>
                <a:spcPts val="750"/>
              </a:spcBef>
              <a:buFont typeface="Anova Light" panose="020B0403020203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nova Light" panose="020B0403020203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nova Light" panose="020B0403020203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nova Light" panose="020B0403020203020204" pitchFamily="34" charset="0"/>
              <a:buChar char="•"/>
              <a:defRPr sz="2700" kern="1200">
                <a:solidFill>
                  <a:schemeClr val="tx1"/>
                </a:solidFill>
                <a:latin typeface="+mn-lt"/>
                <a:ea typeface="+mn-ea"/>
                <a:cs typeface="+mn-cs"/>
              </a:defRPr>
            </a:lvl9pPr>
          </a:lstStyle>
          <a:p>
            <a:pPr marL="0" indent="0">
              <a:lnSpc>
                <a:spcPct val="115000"/>
              </a:lnSpc>
              <a:buNone/>
            </a:pPr>
            <a:r>
              <a:rPr lang="en-US">
                <a:solidFill>
                  <a:schemeClr val="bg1"/>
                </a:solidFill>
              </a:rPr>
              <a:t>Application to score models and decisions deployed in the SAS Micro Analytics Service </a:t>
            </a:r>
          </a:p>
        </p:txBody>
      </p:sp>
      <p:pic>
        <p:nvPicPr>
          <p:cNvPr id="13" name="Picture 12">
            <a:extLst>
              <a:ext uri="{FF2B5EF4-FFF2-40B4-BE49-F238E27FC236}">
                <a16:creationId xmlns:a16="http://schemas.microsoft.com/office/drawing/2014/main" id="{6545B524-93D6-2E63-E2F4-D37B492E62F2}"/>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8016178" y="2455432"/>
            <a:ext cx="8646037" cy="4985236"/>
          </a:xfrm>
          <a:prstGeom prst="rect">
            <a:avLst/>
          </a:prstGeom>
        </p:spPr>
      </p:pic>
      <p:sp>
        <p:nvSpPr>
          <p:cNvPr id="4" name="Oval 3">
            <a:extLst>
              <a:ext uri="{FF2B5EF4-FFF2-40B4-BE49-F238E27FC236}">
                <a16:creationId xmlns:a16="http://schemas.microsoft.com/office/drawing/2014/main" id="{DA2769E1-D89B-C0A1-4E70-BE486DBCA233}"/>
              </a:ext>
            </a:extLst>
          </p:cNvPr>
          <p:cNvSpPr/>
          <p:nvPr/>
        </p:nvSpPr>
        <p:spPr>
          <a:xfrm>
            <a:off x="871165" y="6627828"/>
            <a:ext cx="1731358" cy="1731358"/>
          </a:xfrm>
          <a:prstGeom prst="ellipse">
            <a:avLst/>
          </a:prstGeom>
          <a:solidFill>
            <a:schemeClr val="accent1"/>
          </a:solidFill>
          <a:ln>
            <a:solidFill>
              <a:schemeClr val="accent3"/>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a:t>Headshot</a:t>
            </a:r>
          </a:p>
        </p:txBody>
      </p:sp>
      <p:sp>
        <p:nvSpPr>
          <p:cNvPr id="7" name="TextBox 6">
            <a:extLst>
              <a:ext uri="{FF2B5EF4-FFF2-40B4-BE49-F238E27FC236}">
                <a16:creationId xmlns:a16="http://schemas.microsoft.com/office/drawing/2014/main" id="{1A43FB11-A17C-947F-E590-1A49F9F26062}"/>
              </a:ext>
            </a:extLst>
          </p:cNvPr>
          <p:cNvSpPr txBox="1"/>
          <p:nvPr/>
        </p:nvSpPr>
        <p:spPr>
          <a:xfrm>
            <a:off x="871165" y="8745415"/>
            <a:ext cx="1731358" cy="327975"/>
          </a:xfrm>
          <a:prstGeom prst="rect">
            <a:avLst/>
          </a:prstGeom>
          <a:noFill/>
        </p:spPr>
        <p:txBody>
          <a:bodyPr wrap="square" lIns="0" tIns="0" rIns="0" bIns="0" rtlCol="0">
            <a:spAutoFit/>
          </a:bodyPr>
          <a:lstStyle/>
          <a:p>
            <a:pPr algn="ctr">
              <a:lnSpc>
                <a:spcPct val="130000"/>
              </a:lnSpc>
            </a:pPr>
            <a:r>
              <a:rPr lang="en-US" sz="1800">
                <a:solidFill>
                  <a:schemeClr val="bg1"/>
                </a:solidFill>
              </a:rPr>
              <a:t>Presenter</a:t>
            </a:r>
          </a:p>
        </p:txBody>
      </p:sp>
      <p:sp>
        <p:nvSpPr>
          <p:cNvPr id="8" name="Oval 7">
            <a:extLst>
              <a:ext uri="{FF2B5EF4-FFF2-40B4-BE49-F238E27FC236}">
                <a16:creationId xmlns:a16="http://schemas.microsoft.com/office/drawing/2014/main" id="{4671D09B-EB6D-E3A2-4925-D67CEFEB8EC3}"/>
              </a:ext>
            </a:extLst>
          </p:cNvPr>
          <p:cNvSpPr/>
          <p:nvPr/>
        </p:nvSpPr>
        <p:spPr>
          <a:xfrm>
            <a:off x="3249885" y="6627828"/>
            <a:ext cx="1731358" cy="1731358"/>
          </a:xfrm>
          <a:prstGeom prst="ellipse">
            <a:avLst/>
          </a:prstGeom>
          <a:solidFill>
            <a:schemeClr val="accent1"/>
          </a:solidFill>
          <a:ln>
            <a:solidFill>
              <a:schemeClr val="accent3"/>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a:t>Headshot</a:t>
            </a:r>
          </a:p>
        </p:txBody>
      </p:sp>
      <p:sp>
        <p:nvSpPr>
          <p:cNvPr id="12" name="TextBox 11">
            <a:extLst>
              <a:ext uri="{FF2B5EF4-FFF2-40B4-BE49-F238E27FC236}">
                <a16:creationId xmlns:a16="http://schemas.microsoft.com/office/drawing/2014/main" id="{7A34F535-794F-3680-72CF-E02A33BAA711}"/>
              </a:ext>
            </a:extLst>
          </p:cNvPr>
          <p:cNvSpPr txBox="1"/>
          <p:nvPr/>
        </p:nvSpPr>
        <p:spPr>
          <a:xfrm>
            <a:off x="3249885" y="8745415"/>
            <a:ext cx="1731358" cy="327975"/>
          </a:xfrm>
          <a:prstGeom prst="rect">
            <a:avLst/>
          </a:prstGeom>
          <a:noFill/>
        </p:spPr>
        <p:txBody>
          <a:bodyPr wrap="square" lIns="0" tIns="0" rIns="0" bIns="0" rtlCol="0">
            <a:spAutoFit/>
          </a:bodyPr>
          <a:lstStyle/>
          <a:p>
            <a:pPr algn="ctr">
              <a:lnSpc>
                <a:spcPct val="130000"/>
              </a:lnSpc>
            </a:pPr>
            <a:r>
              <a:rPr lang="en-US" sz="1800">
                <a:solidFill>
                  <a:schemeClr val="bg1"/>
                </a:solidFill>
              </a:rPr>
              <a:t>Presenter</a:t>
            </a:r>
          </a:p>
        </p:txBody>
      </p:sp>
    </p:spTree>
    <p:custDataLst>
      <p:tags r:id="rId1"/>
    </p:custDataLst>
    <p:extLst>
      <p:ext uri="{BB962C8B-B14F-4D97-AF65-F5344CB8AC3E}">
        <p14:creationId xmlns:p14="http://schemas.microsoft.com/office/powerpoint/2010/main" val="16335923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5D7038-9E74-3FAC-00D7-B0BEF281CEFE}"/>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7DDABE8C-E378-1EC1-E921-CBBA592BEACB}"/>
              </a:ext>
            </a:extLst>
          </p:cNvPr>
          <p:cNvSpPr/>
          <p:nvPr/>
        </p:nvSpPr>
        <p:spPr>
          <a:xfrm>
            <a:off x="0" y="0"/>
            <a:ext cx="10258426" cy="10287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2700"/>
          </a:p>
        </p:txBody>
      </p:sp>
      <p:grpSp>
        <p:nvGrpSpPr>
          <p:cNvPr id="9" name="Group 8">
            <a:extLst>
              <a:ext uri="{FF2B5EF4-FFF2-40B4-BE49-F238E27FC236}">
                <a16:creationId xmlns:a16="http://schemas.microsoft.com/office/drawing/2014/main" id="{238F6713-4F36-C953-6A96-8FE4DF88A7AE}"/>
              </a:ext>
            </a:extLst>
          </p:cNvPr>
          <p:cNvGrpSpPr/>
          <p:nvPr/>
        </p:nvGrpSpPr>
        <p:grpSpPr>
          <a:xfrm>
            <a:off x="6833757" y="2117565"/>
            <a:ext cx="11044730" cy="6224102"/>
            <a:chOff x="0" y="4670727"/>
            <a:chExt cx="12149203" cy="6846512"/>
          </a:xfrm>
        </p:grpSpPr>
        <p:sp>
          <p:nvSpPr>
            <p:cNvPr id="10" name="Rectangle 9">
              <a:extLst>
                <a:ext uri="{FF2B5EF4-FFF2-40B4-BE49-F238E27FC236}">
                  <a16:creationId xmlns:a16="http://schemas.microsoft.com/office/drawing/2014/main" id="{A230EFEA-48E0-D08B-10BC-4A33ED014F74}"/>
                </a:ext>
              </a:extLst>
            </p:cNvPr>
            <p:cNvSpPr/>
            <p:nvPr/>
          </p:nvSpPr>
          <p:spPr>
            <a:xfrm>
              <a:off x="1246907" y="4990799"/>
              <a:ext cx="9657907" cy="55934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9051B10F-63A8-9FEE-D7C1-D5CFFDEC50F0}"/>
                </a:ext>
              </a:extLst>
            </p:cNvPr>
            <p:cNvPicPr>
              <a:picLocks noChangeAspect="1"/>
            </p:cNvPicPr>
            <p:nvPr/>
          </p:nvPicPr>
          <p:blipFill>
            <a:blip r:embed="rId4"/>
            <a:stretch>
              <a:fillRect/>
            </a:stretch>
          </p:blipFill>
          <p:spPr>
            <a:xfrm>
              <a:off x="0" y="4670727"/>
              <a:ext cx="12149203" cy="6846512"/>
            </a:xfrm>
            <a:prstGeom prst="rect">
              <a:avLst/>
            </a:prstGeom>
          </p:spPr>
        </p:pic>
      </p:grpSp>
      <p:sp>
        <p:nvSpPr>
          <p:cNvPr id="5" name="TextBox 4">
            <a:extLst>
              <a:ext uri="{FF2B5EF4-FFF2-40B4-BE49-F238E27FC236}">
                <a16:creationId xmlns:a16="http://schemas.microsoft.com/office/drawing/2014/main" id="{5AAC52C8-774D-9961-9F93-27D5666C1E54}"/>
              </a:ext>
            </a:extLst>
          </p:cNvPr>
          <p:cNvSpPr txBox="1"/>
          <p:nvPr/>
        </p:nvSpPr>
        <p:spPr>
          <a:xfrm>
            <a:off x="1252432" y="9855354"/>
            <a:ext cx="5029200" cy="246221"/>
          </a:xfrm>
          <a:prstGeom prst="rect">
            <a:avLst/>
          </a:prstGeom>
          <a:noFill/>
        </p:spPr>
        <p:txBody>
          <a:bodyPr wrap="square" lIns="0" anchor="b" anchorCtr="0">
            <a:spAutoFit/>
          </a:bodyPr>
          <a:lstStyle/>
          <a:p>
            <a:pPr marL="0" marR="0" lvl="0" indent="0" algn="l" defTabSz="548626" rtl="0" eaLnBrk="0" fontAlgn="auto" latinLnBrk="0" hangingPunct="0">
              <a:lnSpc>
                <a:spcPct val="100000"/>
              </a:lnSpc>
              <a:spcBef>
                <a:spcPts val="0"/>
              </a:spcBef>
              <a:spcAft>
                <a:spcPts val="0"/>
              </a:spcAft>
              <a:buClrTx/>
              <a:buSzTx/>
              <a:buFontTx/>
              <a:buNone/>
              <a:tabLst/>
              <a:defRPr/>
            </a:pPr>
            <a:r>
              <a:rPr kumimoji="0" lang="en-US" sz="1000" b="0" i="0" u="none" strike="noStrike" kern="300" cap="none" spc="100" normalizeH="0" baseline="0" noProof="0">
                <a:ln>
                  <a:noFill/>
                </a:ln>
                <a:solidFill>
                  <a:schemeClr val="bg1"/>
                </a:solidFill>
                <a:effectLst/>
                <a:uLnTx/>
                <a:uFillTx/>
                <a:latin typeface="Anova Light" panose="020B0403020203020204" pitchFamily="34" charset="0"/>
                <a:ea typeface="Anova Bold" panose="020B0703020203020204" pitchFamily="34" charset="0"/>
                <a:cs typeface="+mn-cs"/>
              </a:rPr>
              <a:t>Copyright © SAS Institute Inc. All rights reserved.</a:t>
            </a:r>
          </a:p>
        </p:txBody>
      </p:sp>
      <p:sp>
        <p:nvSpPr>
          <p:cNvPr id="6" name="Title 5">
            <a:extLst>
              <a:ext uri="{FF2B5EF4-FFF2-40B4-BE49-F238E27FC236}">
                <a16:creationId xmlns:a16="http://schemas.microsoft.com/office/drawing/2014/main" id="{F9FC9923-F4C7-ABF0-1F20-85971D5DFF3B}"/>
              </a:ext>
            </a:extLst>
          </p:cNvPr>
          <p:cNvSpPr>
            <a:spLocks noGrp="1"/>
          </p:cNvSpPr>
          <p:nvPr>
            <p:ph type="title"/>
          </p:nvPr>
        </p:nvSpPr>
        <p:spPr>
          <a:xfrm>
            <a:off x="871165" y="1433309"/>
            <a:ext cx="6635262" cy="1982259"/>
          </a:xfrm>
        </p:spPr>
        <p:txBody>
          <a:bodyPr>
            <a:normAutofit/>
          </a:bodyPr>
          <a:lstStyle/>
          <a:p>
            <a:r>
              <a:rPr lang="en-US">
                <a:solidFill>
                  <a:schemeClr val="bg1"/>
                </a:solidFill>
                <a:latin typeface="+mn-lt"/>
              </a:rPr>
              <a:t>SAS Agentic AI Accelerator</a:t>
            </a:r>
          </a:p>
        </p:txBody>
      </p:sp>
      <p:sp>
        <p:nvSpPr>
          <p:cNvPr id="2" name="Text Placeholder 3">
            <a:extLst>
              <a:ext uri="{FF2B5EF4-FFF2-40B4-BE49-F238E27FC236}">
                <a16:creationId xmlns:a16="http://schemas.microsoft.com/office/drawing/2014/main" id="{42AC1900-D055-FF5C-4102-931C9F366EC9}"/>
              </a:ext>
            </a:extLst>
          </p:cNvPr>
          <p:cNvSpPr txBox="1">
            <a:spLocks/>
          </p:cNvSpPr>
          <p:nvPr/>
        </p:nvSpPr>
        <p:spPr>
          <a:xfrm>
            <a:off x="871165" y="3801797"/>
            <a:ext cx="5024332" cy="1982259"/>
          </a:xfrm>
          <a:prstGeom prst="rect">
            <a:avLst/>
          </a:prstGeom>
        </p:spPr>
        <p:txBody>
          <a:bodyPr/>
          <a:lstStyle>
            <a:lvl1pPr marL="365760" indent="-365760" algn="l" defTabSz="1371600" rtl="0" eaLnBrk="1" latinLnBrk="0" hangingPunct="1">
              <a:lnSpc>
                <a:spcPct val="114000"/>
              </a:lnSpc>
              <a:spcBef>
                <a:spcPts val="1000"/>
              </a:spcBef>
              <a:spcAft>
                <a:spcPts val="1000"/>
              </a:spcAft>
              <a:buClr>
                <a:schemeClr val="accent5"/>
              </a:buClr>
              <a:buSzPct val="100000"/>
              <a:buFont typeface="Anova Light" panose="020B0403020203020204" pitchFamily="34" charset="0"/>
              <a:buChar char="•"/>
              <a:defRPr sz="2400" b="0" i="0" kern="1200">
                <a:solidFill>
                  <a:schemeClr val="tx2"/>
                </a:solidFill>
                <a:latin typeface="+mn-lt"/>
                <a:ea typeface="+mn-ea"/>
                <a:cs typeface="+mn-cs"/>
              </a:defRPr>
            </a:lvl1pPr>
            <a:lvl2pPr marL="731520" indent="-365760" algn="l" defTabSz="1371600" rtl="0" eaLnBrk="1" latinLnBrk="0" hangingPunct="1">
              <a:lnSpc>
                <a:spcPct val="114000"/>
              </a:lnSpc>
              <a:spcBef>
                <a:spcPts val="1000"/>
              </a:spcBef>
              <a:spcAft>
                <a:spcPts val="1000"/>
              </a:spcAft>
              <a:buClr>
                <a:schemeClr val="accent5"/>
              </a:buClr>
              <a:buSzPct val="100000"/>
              <a:buFont typeface="Arial" panose="020B0604020202020204" pitchFamily="34" charset="0"/>
              <a:buChar char="•"/>
              <a:defRPr sz="2400" b="0" i="0" kern="1200">
                <a:solidFill>
                  <a:schemeClr val="tx2"/>
                </a:solidFill>
                <a:latin typeface="+mn-lt"/>
                <a:ea typeface="+mn-ea"/>
                <a:cs typeface="+mn-cs"/>
              </a:defRPr>
            </a:lvl2pPr>
            <a:lvl3pPr marL="1097280" indent="-365760" algn="l" defTabSz="1371600" rtl="0" eaLnBrk="1" latinLnBrk="0" hangingPunct="1">
              <a:lnSpc>
                <a:spcPct val="114000"/>
              </a:lnSpc>
              <a:spcBef>
                <a:spcPts val="1000"/>
              </a:spcBef>
              <a:spcAft>
                <a:spcPts val="1000"/>
              </a:spcAft>
              <a:buClr>
                <a:schemeClr val="accent5"/>
              </a:buClr>
              <a:buSzPct val="100000"/>
              <a:buFont typeface="Anova Light" panose="020B0403020203020204" pitchFamily="34" charset="0"/>
              <a:buChar char="•"/>
              <a:defRPr sz="2400" b="0" i="0" kern="1200">
                <a:solidFill>
                  <a:schemeClr val="tx2"/>
                </a:solidFill>
                <a:latin typeface="+mn-lt"/>
                <a:ea typeface="+mn-ea"/>
                <a:cs typeface="+mn-cs"/>
              </a:defRPr>
            </a:lvl3pPr>
            <a:lvl4pPr marL="2400300" indent="-342900" algn="l" defTabSz="1371600" rtl="0" eaLnBrk="1" latinLnBrk="0" hangingPunct="1">
              <a:lnSpc>
                <a:spcPct val="114000"/>
              </a:lnSpc>
              <a:spcBef>
                <a:spcPts val="1000"/>
              </a:spcBef>
              <a:spcAft>
                <a:spcPts val="1000"/>
              </a:spcAft>
              <a:buClr>
                <a:schemeClr val="accent5"/>
              </a:buClr>
              <a:buSzPct val="100000"/>
              <a:buFont typeface="Anova Light" panose="020B0403020203020204" pitchFamily="34" charset="0"/>
              <a:buChar char="•"/>
              <a:defRPr sz="2400" b="0" kern="1200">
                <a:solidFill>
                  <a:schemeClr val="tx1"/>
                </a:solidFill>
                <a:latin typeface="+mn-lt"/>
                <a:ea typeface="+mn-ea"/>
                <a:cs typeface="+mn-cs"/>
              </a:defRPr>
            </a:lvl4pPr>
            <a:lvl5pPr marL="3086100" indent="-342900" algn="l" defTabSz="1371600" rtl="0" eaLnBrk="1" latinLnBrk="0" hangingPunct="1">
              <a:lnSpc>
                <a:spcPct val="114000"/>
              </a:lnSpc>
              <a:spcBef>
                <a:spcPts val="1000"/>
              </a:spcBef>
              <a:spcAft>
                <a:spcPts val="1000"/>
              </a:spcAft>
              <a:buClr>
                <a:schemeClr val="accent5"/>
              </a:buClr>
              <a:buFont typeface="Anova Light" panose="020B0403020203020204" pitchFamily="34" charset="0"/>
              <a:buChar char="•"/>
              <a:defRPr sz="2400" b="0" kern="1200">
                <a:solidFill>
                  <a:schemeClr val="tx1"/>
                </a:solidFill>
                <a:latin typeface="+mn-lt"/>
                <a:ea typeface="+mn-ea"/>
                <a:cs typeface="+mn-cs"/>
              </a:defRPr>
            </a:lvl5pPr>
            <a:lvl6pPr marL="3771900" indent="-342900" algn="l" defTabSz="1371600" rtl="0" eaLnBrk="1" latinLnBrk="0" hangingPunct="1">
              <a:lnSpc>
                <a:spcPct val="90000"/>
              </a:lnSpc>
              <a:spcBef>
                <a:spcPts val="750"/>
              </a:spcBef>
              <a:buFont typeface="Anova Light" panose="020B0403020203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nova Light" panose="020B0403020203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nova Light" panose="020B0403020203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nova Light" panose="020B0403020203020204" pitchFamily="34" charset="0"/>
              <a:buChar char="•"/>
              <a:defRPr sz="2700" kern="1200">
                <a:solidFill>
                  <a:schemeClr val="tx1"/>
                </a:solidFill>
                <a:latin typeface="+mn-lt"/>
                <a:ea typeface="+mn-ea"/>
                <a:cs typeface="+mn-cs"/>
              </a:defRPr>
            </a:lvl9pPr>
          </a:lstStyle>
          <a:p>
            <a:pPr marL="0" indent="0">
              <a:lnSpc>
                <a:spcPct val="115000"/>
              </a:lnSpc>
              <a:buNone/>
            </a:pPr>
            <a:r>
              <a:rPr lang="en-US">
                <a:solidFill>
                  <a:schemeClr val="bg1"/>
                </a:solidFill>
              </a:rPr>
              <a:t>Provides a way of building AI agents leveraging SAS Viya technology</a:t>
            </a:r>
          </a:p>
        </p:txBody>
      </p:sp>
      <p:pic>
        <p:nvPicPr>
          <p:cNvPr id="13" name="Picture 12">
            <a:extLst>
              <a:ext uri="{FF2B5EF4-FFF2-40B4-BE49-F238E27FC236}">
                <a16:creationId xmlns:a16="http://schemas.microsoft.com/office/drawing/2014/main" id="{55FC8D7C-C202-A420-66A3-D7EBE41D1D0E}"/>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8016178" y="2455432"/>
            <a:ext cx="8646036" cy="4985236"/>
          </a:xfrm>
          <a:prstGeom prst="rect">
            <a:avLst/>
          </a:prstGeom>
        </p:spPr>
      </p:pic>
      <p:sp>
        <p:nvSpPr>
          <p:cNvPr id="4" name="Oval 3">
            <a:extLst>
              <a:ext uri="{FF2B5EF4-FFF2-40B4-BE49-F238E27FC236}">
                <a16:creationId xmlns:a16="http://schemas.microsoft.com/office/drawing/2014/main" id="{61F28F81-272F-69F9-6BDD-D1F35522BD76}"/>
              </a:ext>
            </a:extLst>
          </p:cNvPr>
          <p:cNvSpPr/>
          <p:nvPr/>
        </p:nvSpPr>
        <p:spPr>
          <a:xfrm>
            <a:off x="871165" y="6627828"/>
            <a:ext cx="1731358" cy="1731358"/>
          </a:xfrm>
          <a:prstGeom prst="ellipse">
            <a:avLst/>
          </a:prstGeom>
          <a:solidFill>
            <a:schemeClr val="accent1"/>
          </a:solidFill>
          <a:ln>
            <a:solidFill>
              <a:schemeClr val="accent3"/>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a:t>Headshot</a:t>
            </a:r>
          </a:p>
        </p:txBody>
      </p:sp>
      <p:sp>
        <p:nvSpPr>
          <p:cNvPr id="7" name="TextBox 6">
            <a:extLst>
              <a:ext uri="{FF2B5EF4-FFF2-40B4-BE49-F238E27FC236}">
                <a16:creationId xmlns:a16="http://schemas.microsoft.com/office/drawing/2014/main" id="{4215CE72-BBD9-7BE2-1381-3361D5915925}"/>
              </a:ext>
            </a:extLst>
          </p:cNvPr>
          <p:cNvSpPr txBox="1"/>
          <p:nvPr/>
        </p:nvSpPr>
        <p:spPr>
          <a:xfrm>
            <a:off x="871165" y="8745415"/>
            <a:ext cx="1731358" cy="327975"/>
          </a:xfrm>
          <a:prstGeom prst="rect">
            <a:avLst/>
          </a:prstGeom>
          <a:noFill/>
        </p:spPr>
        <p:txBody>
          <a:bodyPr wrap="square" lIns="0" tIns="0" rIns="0" bIns="0" rtlCol="0">
            <a:spAutoFit/>
          </a:bodyPr>
          <a:lstStyle/>
          <a:p>
            <a:pPr algn="ctr">
              <a:lnSpc>
                <a:spcPct val="130000"/>
              </a:lnSpc>
            </a:pPr>
            <a:r>
              <a:rPr lang="en-US" sz="1800">
                <a:solidFill>
                  <a:schemeClr val="bg1"/>
                </a:solidFill>
              </a:rPr>
              <a:t>Presenter</a:t>
            </a:r>
          </a:p>
        </p:txBody>
      </p:sp>
      <p:sp>
        <p:nvSpPr>
          <p:cNvPr id="12" name="TextBox 11">
            <a:extLst>
              <a:ext uri="{FF2B5EF4-FFF2-40B4-BE49-F238E27FC236}">
                <a16:creationId xmlns:a16="http://schemas.microsoft.com/office/drawing/2014/main" id="{21C0EB92-9F38-FA4C-95CB-07EE0D7CB825}"/>
              </a:ext>
            </a:extLst>
          </p:cNvPr>
          <p:cNvSpPr txBox="1"/>
          <p:nvPr/>
        </p:nvSpPr>
        <p:spPr>
          <a:xfrm>
            <a:off x="3249885" y="8745415"/>
            <a:ext cx="1731358" cy="327975"/>
          </a:xfrm>
          <a:prstGeom prst="rect">
            <a:avLst/>
          </a:prstGeom>
          <a:noFill/>
        </p:spPr>
        <p:txBody>
          <a:bodyPr wrap="square" lIns="0" tIns="0" rIns="0" bIns="0" rtlCol="0">
            <a:spAutoFit/>
          </a:bodyPr>
          <a:lstStyle/>
          <a:p>
            <a:pPr algn="ctr">
              <a:lnSpc>
                <a:spcPct val="130000"/>
              </a:lnSpc>
            </a:pPr>
            <a:r>
              <a:rPr lang="en-US" sz="1800">
                <a:solidFill>
                  <a:schemeClr val="bg1"/>
                </a:solidFill>
              </a:rPr>
              <a:t>Jared Linck</a:t>
            </a:r>
          </a:p>
        </p:txBody>
      </p:sp>
      <p:pic>
        <p:nvPicPr>
          <p:cNvPr id="15" name="Picture 14">
            <a:extLst>
              <a:ext uri="{FF2B5EF4-FFF2-40B4-BE49-F238E27FC236}">
                <a16:creationId xmlns:a16="http://schemas.microsoft.com/office/drawing/2014/main" id="{683F2164-F874-3B44-A346-7C383208E65D}"/>
              </a:ext>
            </a:extLst>
          </p:cNvPr>
          <p:cNvPicPr>
            <a:picLocks noChangeAspect="1"/>
          </p:cNvPicPr>
          <p:nvPr/>
        </p:nvPicPr>
        <p:blipFill rotWithShape="1">
          <a:blip r:embed="rId6">
            <a:extLst>
              <a:ext uri="{28A0092B-C50C-407E-A947-70E740481C1C}">
                <a14:useLocalDpi xmlns:a14="http://schemas.microsoft.com/office/drawing/2010/main" val="0"/>
              </a:ext>
            </a:extLst>
          </a:blip>
          <a:srcRect t="12463" b="12463"/>
          <a:stretch>
            <a:fillRect/>
          </a:stretch>
        </p:blipFill>
        <p:spPr>
          <a:xfrm>
            <a:off x="3155866" y="6542186"/>
            <a:ext cx="1794037" cy="1794037"/>
          </a:xfrm>
          <a:prstGeom prst="ellipse">
            <a:avLst/>
          </a:prstGeom>
          <a:ln w="38100">
            <a:solidFill>
              <a:schemeClr val="accent3"/>
            </a:solidFill>
          </a:ln>
        </p:spPr>
      </p:pic>
    </p:spTree>
    <p:custDataLst>
      <p:tags r:id="rId1"/>
    </p:custDataLst>
    <p:extLst>
      <p:ext uri="{BB962C8B-B14F-4D97-AF65-F5344CB8AC3E}">
        <p14:creationId xmlns:p14="http://schemas.microsoft.com/office/powerpoint/2010/main" val="32229080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D08A9265-BB69-19CD-93CC-28D603FCC4A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912" y="-238640"/>
            <a:ext cx="18326912" cy="12217942"/>
          </a:xfrm>
          <a:prstGeom prst="rect">
            <a:avLst/>
          </a:prstGeom>
        </p:spPr>
      </p:pic>
      <p:sp>
        <p:nvSpPr>
          <p:cNvPr id="2" name="Title 1">
            <a:extLst>
              <a:ext uri="{FF2B5EF4-FFF2-40B4-BE49-F238E27FC236}">
                <a16:creationId xmlns:a16="http://schemas.microsoft.com/office/drawing/2014/main" id="{CE3D0988-C0F1-D539-FE5F-36D5C98CFA18}"/>
              </a:ext>
            </a:extLst>
          </p:cNvPr>
          <p:cNvSpPr>
            <a:spLocks noGrp="1"/>
          </p:cNvSpPr>
          <p:nvPr>
            <p:ph type="title"/>
          </p:nvPr>
        </p:nvSpPr>
        <p:spPr>
          <a:xfrm>
            <a:off x="-38912" y="818822"/>
            <a:ext cx="15773400" cy="1525791"/>
          </a:xfrm>
          <a:solidFill>
            <a:schemeClr val="bg1">
              <a:alpha val="90000"/>
            </a:schemeClr>
          </a:solidFill>
        </p:spPr>
        <p:txBody>
          <a:bodyPr rIns="457200">
            <a:normAutofit/>
          </a:bodyPr>
          <a:lstStyle/>
          <a:p>
            <a:pPr algn="r"/>
            <a:r>
              <a:rPr lang="en-US" sz="8000">
                <a:solidFill>
                  <a:schemeClr val="bg2"/>
                </a:solidFill>
                <a:latin typeface="+mn-lt"/>
              </a:rPr>
              <a:t>Let’s start the show.</a:t>
            </a:r>
          </a:p>
        </p:txBody>
      </p:sp>
    </p:spTree>
    <p:extLst>
      <p:ext uri="{BB962C8B-B14F-4D97-AF65-F5344CB8AC3E}">
        <p14:creationId xmlns:p14="http://schemas.microsoft.com/office/powerpoint/2010/main" val="3394420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138316-7CE0-64FA-A33F-05B8443528FD}"/>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BBEE8028-1563-461D-B482-E5BCE9A15A7E}"/>
              </a:ext>
            </a:extLst>
          </p:cNvPr>
          <p:cNvSpPr/>
          <p:nvPr/>
        </p:nvSpPr>
        <p:spPr>
          <a:xfrm>
            <a:off x="-6627" y="1866900"/>
            <a:ext cx="18288001" cy="7467600"/>
          </a:xfrm>
          <a:prstGeom prst="rect">
            <a:avLst/>
          </a:pr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Freeform: Shape 2">
            <a:extLst>
              <a:ext uri="{FF2B5EF4-FFF2-40B4-BE49-F238E27FC236}">
                <a16:creationId xmlns:a16="http://schemas.microsoft.com/office/drawing/2014/main" id="{DC33584E-1A95-9568-980F-10C3C2B9039D}"/>
              </a:ext>
            </a:extLst>
          </p:cNvPr>
          <p:cNvSpPr/>
          <p:nvPr/>
        </p:nvSpPr>
        <p:spPr>
          <a:xfrm rot="5400000" flipH="1">
            <a:off x="5403574" y="-3543299"/>
            <a:ext cx="7467601" cy="18287999"/>
          </a:xfrm>
          <a:custGeom>
            <a:avLst/>
            <a:gdLst>
              <a:gd name="connsiteX0" fmla="*/ 7467601 w 7467601"/>
              <a:gd name="connsiteY0" fmla="*/ 2 h 18287999"/>
              <a:gd name="connsiteX1" fmla="*/ 7467601 w 7467601"/>
              <a:gd name="connsiteY1" fmla="*/ 0 h 18287999"/>
              <a:gd name="connsiteX2" fmla="*/ 6099312 w 7467601"/>
              <a:gd name="connsiteY2" fmla="*/ 0 h 18287999"/>
              <a:gd name="connsiteX3" fmla="*/ 2864123 w 7467601"/>
              <a:gd name="connsiteY3" fmla="*/ 3235188 h 18287999"/>
              <a:gd name="connsiteX4" fmla="*/ 2864124 w 7467601"/>
              <a:gd name="connsiteY4" fmla="*/ 15052835 h 18287999"/>
              <a:gd name="connsiteX5" fmla="*/ 2859915 w 7467601"/>
              <a:gd name="connsiteY5" fmla="*/ 15219294 h 18287999"/>
              <a:gd name="connsiteX6" fmla="*/ 261175 w 7467601"/>
              <a:gd name="connsiteY6" fmla="*/ 18226251 h 18287999"/>
              <a:gd name="connsiteX7" fmla="*/ 0 w 7467601"/>
              <a:gd name="connsiteY7" fmla="*/ 18264855 h 18287999"/>
              <a:gd name="connsiteX8" fmla="*/ 0 w 7467601"/>
              <a:gd name="connsiteY8" fmla="*/ 18287999 h 18287999"/>
              <a:gd name="connsiteX9" fmla="*/ 2864124 w 7467601"/>
              <a:gd name="connsiteY9" fmla="*/ 18287999 h 18287999"/>
              <a:gd name="connsiteX10" fmla="*/ 7467600 w 7467601"/>
              <a:gd name="connsiteY10" fmla="*/ 18287999 h 18287999"/>
              <a:gd name="connsiteX11" fmla="*/ 7467600 w 7467601"/>
              <a:gd name="connsiteY11" fmla="*/ 2 h 1828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67601" h="18287999">
                <a:moveTo>
                  <a:pt x="7467601" y="2"/>
                </a:moveTo>
                <a:lnTo>
                  <a:pt x="7467601" y="0"/>
                </a:lnTo>
                <a:lnTo>
                  <a:pt x="6099312" y="0"/>
                </a:lnTo>
                <a:cubicBezTo>
                  <a:pt x="4312566" y="0"/>
                  <a:pt x="2864123" y="1448442"/>
                  <a:pt x="2864123" y="3235188"/>
                </a:cubicBezTo>
                <a:lnTo>
                  <a:pt x="2864124" y="15052835"/>
                </a:lnTo>
                <a:lnTo>
                  <a:pt x="2859915" y="15219294"/>
                </a:lnTo>
                <a:cubicBezTo>
                  <a:pt x="2784097" y="16715000"/>
                  <a:pt x="1692470" y="17942699"/>
                  <a:pt x="261175" y="18226251"/>
                </a:cubicBezTo>
                <a:lnTo>
                  <a:pt x="0" y="18264855"/>
                </a:lnTo>
                <a:lnTo>
                  <a:pt x="0" y="18287999"/>
                </a:lnTo>
                <a:lnTo>
                  <a:pt x="2864124" y="18287999"/>
                </a:lnTo>
                <a:lnTo>
                  <a:pt x="7467600" y="18287999"/>
                </a:lnTo>
                <a:lnTo>
                  <a:pt x="7467600" y="2"/>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Rectangle: Rounded Corners 12">
            <a:extLst>
              <a:ext uri="{FF2B5EF4-FFF2-40B4-BE49-F238E27FC236}">
                <a16:creationId xmlns:a16="http://schemas.microsoft.com/office/drawing/2014/main" id="{3C4043E3-BA9D-74A2-A3F9-A85256B59C1B}"/>
              </a:ext>
            </a:extLst>
          </p:cNvPr>
          <p:cNvSpPr/>
          <p:nvPr/>
        </p:nvSpPr>
        <p:spPr>
          <a:xfrm>
            <a:off x="2781300" y="3124200"/>
            <a:ext cx="12725400" cy="4953000"/>
          </a:xfrm>
          <a:prstGeom prst="roundRect">
            <a:avLst/>
          </a:prstGeom>
          <a:solidFill>
            <a:schemeClr val="bg1"/>
          </a:solidFill>
          <a:ln>
            <a:noFill/>
          </a:ln>
          <a:effectLst>
            <a:outerShdw dist="127000" dir="5400000" algn="t" rotWithShape="0">
              <a:schemeClr val="accent4">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ADFEBFD5-0009-1B15-ED03-22A6C6ABF99F}"/>
              </a:ext>
            </a:extLst>
          </p:cNvPr>
          <p:cNvSpPr>
            <a:spLocks noGrp="1"/>
          </p:cNvSpPr>
          <p:nvPr>
            <p:ph type="title"/>
          </p:nvPr>
        </p:nvSpPr>
        <p:spPr>
          <a:xfrm>
            <a:off x="3897157" y="4287715"/>
            <a:ext cx="10480431" cy="2625969"/>
          </a:xfrm>
        </p:spPr>
        <p:txBody>
          <a:bodyPr>
            <a:normAutofit/>
          </a:bodyPr>
          <a:lstStyle/>
          <a:p>
            <a:pPr algn="ctr"/>
            <a:r>
              <a:rPr lang="en-US" sz="9600">
                <a:latin typeface="+mn-lt"/>
              </a:rPr>
              <a:t>SAS MCP Server</a:t>
            </a:r>
          </a:p>
        </p:txBody>
      </p:sp>
    </p:spTree>
    <p:custDataLst>
      <p:tags r:id="rId1"/>
    </p:custDataLst>
    <p:extLst>
      <p:ext uri="{BB962C8B-B14F-4D97-AF65-F5344CB8AC3E}">
        <p14:creationId xmlns:p14="http://schemas.microsoft.com/office/powerpoint/2010/main" val="31996513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72B740-C2CF-92DD-5B46-4C2EC726FB30}"/>
              </a:ext>
            </a:extLst>
          </p:cNvPr>
          <p:cNvSpPr>
            <a:spLocks noGrp="1"/>
          </p:cNvSpPr>
          <p:nvPr>
            <p:ph type="title"/>
          </p:nvPr>
        </p:nvSpPr>
        <p:spPr/>
        <p:txBody>
          <a:bodyPr/>
          <a:lstStyle/>
          <a:p>
            <a:r>
              <a:rPr lang="en-US"/>
              <a:t>SAS MCP Server</a:t>
            </a:r>
          </a:p>
        </p:txBody>
      </p:sp>
      <p:sp>
        <p:nvSpPr>
          <p:cNvPr id="3" name="Content Placeholder 2">
            <a:extLst>
              <a:ext uri="{FF2B5EF4-FFF2-40B4-BE49-F238E27FC236}">
                <a16:creationId xmlns:a16="http://schemas.microsoft.com/office/drawing/2014/main" id="{633A97F9-B00B-EA9D-A21C-FCF2EDB80A91}"/>
              </a:ext>
            </a:extLst>
          </p:cNvPr>
          <p:cNvSpPr>
            <a:spLocks noGrp="1"/>
          </p:cNvSpPr>
          <p:nvPr>
            <p:ph sz="quarter" idx="10"/>
          </p:nvPr>
        </p:nvSpPr>
        <p:spPr/>
        <p:txBody>
          <a:bodyPr/>
          <a:lstStyle/>
          <a:p>
            <a:pPr marL="457200" indent="-457200">
              <a:buFont typeface="Arial" panose="020B0604020202020204" pitchFamily="34" charset="0"/>
              <a:buChar char="•"/>
            </a:pPr>
            <a:r>
              <a:rPr lang="en-US"/>
              <a:t>Use this</a:t>
            </a:r>
          </a:p>
          <a:p>
            <a:pPr marL="457200" indent="-457200">
              <a:buFont typeface="Arial" panose="020B0604020202020204" pitchFamily="34" charset="0"/>
              <a:buChar char="•"/>
            </a:pPr>
            <a:r>
              <a:rPr lang="en-US"/>
              <a:t>Space for</a:t>
            </a:r>
          </a:p>
          <a:p>
            <a:pPr marL="457200" indent="-457200">
              <a:buFont typeface="Arial" panose="020B0604020202020204" pitchFamily="34" charset="0"/>
              <a:buChar char="•"/>
            </a:pPr>
            <a:r>
              <a:rPr lang="en-US"/>
              <a:t>Notes and </a:t>
            </a:r>
          </a:p>
          <a:p>
            <a:pPr marL="457200" indent="-457200">
              <a:buFont typeface="Arial" panose="020B0604020202020204" pitchFamily="34" charset="0"/>
              <a:buChar char="•"/>
            </a:pPr>
            <a:r>
              <a:rPr lang="en-US"/>
              <a:t>Highlights</a:t>
            </a:r>
          </a:p>
        </p:txBody>
      </p:sp>
    </p:spTree>
    <p:extLst>
      <p:ext uri="{BB962C8B-B14F-4D97-AF65-F5344CB8AC3E}">
        <p14:creationId xmlns:p14="http://schemas.microsoft.com/office/powerpoint/2010/main" val="66686449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BCBB9C-1BB0-41ED-A705-338FC6F05409}"/>
              </a:ext>
            </a:extLst>
          </p:cNvPr>
          <p:cNvSpPr>
            <a:spLocks noGrp="1"/>
          </p:cNvSpPr>
          <p:nvPr>
            <p:ph type="title"/>
          </p:nvPr>
        </p:nvSpPr>
        <p:spPr>
          <a:xfrm>
            <a:off x="12051323" y="3133945"/>
            <a:ext cx="5483607" cy="4019107"/>
          </a:xfrm>
        </p:spPr>
        <p:txBody>
          <a:bodyPr>
            <a:normAutofit/>
          </a:bodyPr>
          <a:lstStyle/>
          <a:p>
            <a:r>
              <a:rPr lang="en-US" sz="10000"/>
              <a:t>Demo</a:t>
            </a:r>
          </a:p>
        </p:txBody>
      </p:sp>
      <p:pic>
        <p:nvPicPr>
          <p:cNvPr id="6" name="Icon Video (COMPUTER)" descr="A play button on a computer screen">
            <a:extLst>
              <a:ext uri="{FF2B5EF4-FFF2-40B4-BE49-F238E27FC236}">
                <a16:creationId xmlns:a16="http://schemas.microsoft.com/office/drawing/2014/main" id="{1B43433A-ECBC-5556-E164-5C1CE2B4AF7F}"/>
              </a:ext>
            </a:extLst>
          </p:cNvPr>
          <p:cNvPicPr>
            <a:picLocks noChangeAspect="1"/>
          </p:cNvPicPr>
          <p:nvPr/>
        </p:nvPicPr>
        <p:blipFill>
          <a:blip>
            <a:extLst>
              <a:ext uri="{96DAC541-7B7A-43D3-8B79-37D633B846F1}">
                <asvg:svgBlip xmlns:asvg="http://schemas.microsoft.com/office/drawing/2016/SVG/main" r:embed="rId2"/>
              </a:ext>
            </a:extLst>
          </a:blip>
          <a:srcRect l="33" r="33"/>
          <a:stretch/>
        </p:blipFill>
        <p:spPr>
          <a:xfrm>
            <a:off x="-427187" y="260870"/>
            <a:ext cx="9758755" cy="9765258"/>
          </a:xfrm>
          <a:prstGeom prst="rect">
            <a:avLst/>
          </a:prstGeom>
        </p:spPr>
      </p:pic>
    </p:spTree>
    <p:extLst>
      <p:ext uri="{BB962C8B-B14F-4D97-AF65-F5344CB8AC3E}">
        <p14:creationId xmlns:p14="http://schemas.microsoft.com/office/powerpoint/2010/main" val="42226881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2D1AFF-A726-238E-DE09-B2D2C4FA2E81}"/>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490AA725-0AD3-996F-1338-F26995611792}"/>
              </a:ext>
            </a:extLst>
          </p:cNvPr>
          <p:cNvSpPr/>
          <p:nvPr/>
        </p:nvSpPr>
        <p:spPr>
          <a:xfrm>
            <a:off x="-6627" y="1866900"/>
            <a:ext cx="18288001" cy="7467600"/>
          </a:xfrm>
          <a:prstGeom prst="rect">
            <a:avLst/>
          </a:pr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Freeform: Shape 2">
            <a:extLst>
              <a:ext uri="{FF2B5EF4-FFF2-40B4-BE49-F238E27FC236}">
                <a16:creationId xmlns:a16="http://schemas.microsoft.com/office/drawing/2014/main" id="{8BB9BD10-3C28-B2C8-D4B9-93CC8D625D04}"/>
              </a:ext>
            </a:extLst>
          </p:cNvPr>
          <p:cNvSpPr/>
          <p:nvPr/>
        </p:nvSpPr>
        <p:spPr>
          <a:xfrm rot="5400000" flipH="1">
            <a:off x="5403574" y="-3543299"/>
            <a:ext cx="7467601" cy="18287999"/>
          </a:xfrm>
          <a:custGeom>
            <a:avLst/>
            <a:gdLst>
              <a:gd name="connsiteX0" fmla="*/ 7467601 w 7467601"/>
              <a:gd name="connsiteY0" fmla="*/ 2 h 18287999"/>
              <a:gd name="connsiteX1" fmla="*/ 7467601 w 7467601"/>
              <a:gd name="connsiteY1" fmla="*/ 0 h 18287999"/>
              <a:gd name="connsiteX2" fmla="*/ 6099312 w 7467601"/>
              <a:gd name="connsiteY2" fmla="*/ 0 h 18287999"/>
              <a:gd name="connsiteX3" fmla="*/ 2864123 w 7467601"/>
              <a:gd name="connsiteY3" fmla="*/ 3235188 h 18287999"/>
              <a:gd name="connsiteX4" fmla="*/ 2864124 w 7467601"/>
              <a:gd name="connsiteY4" fmla="*/ 15052835 h 18287999"/>
              <a:gd name="connsiteX5" fmla="*/ 2859915 w 7467601"/>
              <a:gd name="connsiteY5" fmla="*/ 15219294 h 18287999"/>
              <a:gd name="connsiteX6" fmla="*/ 261175 w 7467601"/>
              <a:gd name="connsiteY6" fmla="*/ 18226251 h 18287999"/>
              <a:gd name="connsiteX7" fmla="*/ 0 w 7467601"/>
              <a:gd name="connsiteY7" fmla="*/ 18264855 h 18287999"/>
              <a:gd name="connsiteX8" fmla="*/ 0 w 7467601"/>
              <a:gd name="connsiteY8" fmla="*/ 18287999 h 18287999"/>
              <a:gd name="connsiteX9" fmla="*/ 2864124 w 7467601"/>
              <a:gd name="connsiteY9" fmla="*/ 18287999 h 18287999"/>
              <a:gd name="connsiteX10" fmla="*/ 7467600 w 7467601"/>
              <a:gd name="connsiteY10" fmla="*/ 18287999 h 18287999"/>
              <a:gd name="connsiteX11" fmla="*/ 7467600 w 7467601"/>
              <a:gd name="connsiteY11" fmla="*/ 2 h 1828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67601" h="18287999">
                <a:moveTo>
                  <a:pt x="7467601" y="2"/>
                </a:moveTo>
                <a:lnTo>
                  <a:pt x="7467601" y="0"/>
                </a:lnTo>
                <a:lnTo>
                  <a:pt x="6099312" y="0"/>
                </a:lnTo>
                <a:cubicBezTo>
                  <a:pt x="4312566" y="0"/>
                  <a:pt x="2864123" y="1448442"/>
                  <a:pt x="2864123" y="3235188"/>
                </a:cubicBezTo>
                <a:lnTo>
                  <a:pt x="2864124" y="15052835"/>
                </a:lnTo>
                <a:lnTo>
                  <a:pt x="2859915" y="15219294"/>
                </a:lnTo>
                <a:cubicBezTo>
                  <a:pt x="2784097" y="16715000"/>
                  <a:pt x="1692470" y="17942699"/>
                  <a:pt x="261175" y="18226251"/>
                </a:cubicBezTo>
                <a:lnTo>
                  <a:pt x="0" y="18264855"/>
                </a:lnTo>
                <a:lnTo>
                  <a:pt x="0" y="18287999"/>
                </a:lnTo>
                <a:lnTo>
                  <a:pt x="2864124" y="18287999"/>
                </a:lnTo>
                <a:lnTo>
                  <a:pt x="7467600" y="18287999"/>
                </a:lnTo>
                <a:lnTo>
                  <a:pt x="7467600" y="2"/>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Rectangle: Rounded Corners 12">
            <a:extLst>
              <a:ext uri="{FF2B5EF4-FFF2-40B4-BE49-F238E27FC236}">
                <a16:creationId xmlns:a16="http://schemas.microsoft.com/office/drawing/2014/main" id="{80C9075F-71B0-B87C-75E5-6E7F2A20B85E}"/>
              </a:ext>
            </a:extLst>
          </p:cNvPr>
          <p:cNvSpPr/>
          <p:nvPr/>
        </p:nvSpPr>
        <p:spPr>
          <a:xfrm>
            <a:off x="2781300" y="3124200"/>
            <a:ext cx="12725400" cy="4953000"/>
          </a:xfrm>
          <a:prstGeom prst="roundRect">
            <a:avLst/>
          </a:prstGeom>
          <a:solidFill>
            <a:schemeClr val="bg1"/>
          </a:solidFill>
          <a:ln>
            <a:noFill/>
          </a:ln>
          <a:effectLst>
            <a:outerShdw dist="127000" dir="5400000" algn="t" rotWithShape="0">
              <a:schemeClr val="accent4">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CF793543-DB0C-0F54-501A-17E0FE06CC8D}"/>
              </a:ext>
            </a:extLst>
          </p:cNvPr>
          <p:cNvSpPr>
            <a:spLocks noGrp="1"/>
          </p:cNvSpPr>
          <p:nvPr>
            <p:ph type="title"/>
          </p:nvPr>
        </p:nvSpPr>
        <p:spPr>
          <a:xfrm>
            <a:off x="3897157" y="4287715"/>
            <a:ext cx="10480431" cy="2625969"/>
          </a:xfrm>
        </p:spPr>
        <p:txBody>
          <a:bodyPr>
            <a:normAutofit fontScale="90000"/>
          </a:bodyPr>
          <a:lstStyle/>
          <a:p>
            <a:pPr algn="ctr"/>
            <a:r>
              <a:rPr lang="en-US" sz="9600">
                <a:latin typeface="+mn-lt"/>
              </a:rPr>
              <a:t>SAS Score MCP Server JS</a:t>
            </a:r>
          </a:p>
        </p:txBody>
      </p:sp>
    </p:spTree>
    <p:custDataLst>
      <p:tags r:id="rId1"/>
    </p:custDataLst>
    <p:extLst>
      <p:ext uri="{BB962C8B-B14F-4D97-AF65-F5344CB8AC3E}">
        <p14:creationId xmlns:p14="http://schemas.microsoft.com/office/powerpoint/2010/main" val="19090736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1A9A5D-FBA6-91F7-D519-EEC97655A7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0439BB-BAB2-980A-6BDD-CA641DD6D702}"/>
              </a:ext>
            </a:extLst>
          </p:cNvPr>
          <p:cNvSpPr>
            <a:spLocks noGrp="1"/>
          </p:cNvSpPr>
          <p:nvPr>
            <p:ph type="title"/>
          </p:nvPr>
        </p:nvSpPr>
        <p:spPr/>
        <p:txBody>
          <a:bodyPr/>
          <a:lstStyle/>
          <a:p>
            <a:r>
              <a:rPr lang="en-US"/>
              <a:t>SAS Score MCP Server JS</a:t>
            </a:r>
          </a:p>
        </p:txBody>
      </p:sp>
      <p:sp>
        <p:nvSpPr>
          <p:cNvPr id="3" name="Content Placeholder 2">
            <a:extLst>
              <a:ext uri="{FF2B5EF4-FFF2-40B4-BE49-F238E27FC236}">
                <a16:creationId xmlns:a16="http://schemas.microsoft.com/office/drawing/2014/main" id="{D59B53A7-9FDB-E3D4-9D94-B568853157CA}"/>
              </a:ext>
            </a:extLst>
          </p:cNvPr>
          <p:cNvSpPr>
            <a:spLocks noGrp="1"/>
          </p:cNvSpPr>
          <p:nvPr>
            <p:ph sz="quarter" idx="10"/>
          </p:nvPr>
        </p:nvSpPr>
        <p:spPr/>
        <p:txBody>
          <a:bodyPr/>
          <a:lstStyle/>
          <a:p>
            <a:pPr marL="457200" indent="-457200">
              <a:buFont typeface="Arial" panose="020B0604020202020204" pitchFamily="34" charset="0"/>
              <a:buChar char="•"/>
            </a:pPr>
            <a:r>
              <a:rPr lang="en-US"/>
              <a:t>Use this</a:t>
            </a:r>
          </a:p>
          <a:p>
            <a:pPr marL="457200" indent="-457200">
              <a:buFont typeface="Arial" panose="020B0604020202020204" pitchFamily="34" charset="0"/>
              <a:buChar char="•"/>
            </a:pPr>
            <a:r>
              <a:rPr lang="en-US"/>
              <a:t>Space for</a:t>
            </a:r>
          </a:p>
          <a:p>
            <a:pPr marL="457200" indent="-457200">
              <a:buFont typeface="Arial" panose="020B0604020202020204" pitchFamily="34" charset="0"/>
              <a:buChar char="•"/>
            </a:pPr>
            <a:r>
              <a:rPr lang="en-US"/>
              <a:t>Notes and </a:t>
            </a:r>
          </a:p>
          <a:p>
            <a:pPr marL="457200" indent="-457200">
              <a:buFont typeface="Arial" panose="020B0604020202020204" pitchFamily="34" charset="0"/>
              <a:buChar char="•"/>
            </a:pPr>
            <a:r>
              <a:rPr lang="en-US"/>
              <a:t>Highlights</a:t>
            </a:r>
          </a:p>
        </p:txBody>
      </p:sp>
    </p:spTree>
    <p:extLst>
      <p:ext uri="{BB962C8B-B14F-4D97-AF65-F5344CB8AC3E}">
        <p14:creationId xmlns:p14="http://schemas.microsoft.com/office/powerpoint/2010/main" val="249155883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F9D99-E57F-C679-C35E-E944F34928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887FEB-3801-C022-34C7-944FBAB8014E}"/>
              </a:ext>
            </a:extLst>
          </p:cNvPr>
          <p:cNvSpPr>
            <a:spLocks noGrp="1"/>
          </p:cNvSpPr>
          <p:nvPr>
            <p:ph type="title"/>
          </p:nvPr>
        </p:nvSpPr>
        <p:spPr>
          <a:xfrm>
            <a:off x="12051323" y="3133945"/>
            <a:ext cx="5483607" cy="4019107"/>
          </a:xfrm>
        </p:spPr>
        <p:txBody>
          <a:bodyPr>
            <a:normAutofit/>
          </a:bodyPr>
          <a:lstStyle/>
          <a:p>
            <a:r>
              <a:rPr lang="en-US" sz="10000"/>
              <a:t>Demo</a:t>
            </a:r>
          </a:p>
        </p:txBody>
      </p:sp>
      <p:pic>
        <p:nvPicPr>
          <p:cNvPr id="6" name="Icon Video (COMPUTER)" descr="A play button on a computer screen">
            <a:extLst>
              <a:ext uri="{FF2B5EF4-FFF2-40B4-BE49-F238E27FC236}">
                <a16:creationId xmlns:a16="http://schemas.microsoft.com/office/drawing/2014/main" id="{B745F99B-9AC1-E531-F160-0F38A303B8B8}"/>
              </a:ext>
            </a:extLst>
          </p:cNvPr>
          <p:cNvPicPr>
            <a:picLocks noChangeAspect="1"/>
          </p:cNvPicPr>
          <p:nvPr/>
        </p:nvPicPr>
        <p:blipFill>
          <a:blip>
            <a:extLst>
              <a:ext uri="{96DAC541-7B7A-43D3-8B79-37D633B846F1}">
                <asvg:svgBlip xmlns:asvg="http://schemas.microsoft.com/office/drawing/2016/SVG/main" r:embed="rId2"/>
              </a:ext>
            </a:extLst>
          </a:blip>
          <a:srcRect l="33" r="33"/>
          <a:stretch/>
        </p:blipFill>
        <p:spPr>
          <a:xfrm>
            <a:off x="-427187" y="260870"/>
            <a:ext cx="9758755" cy="9765258"/>
          </a:xfrm>
          <a:prstGeom prst="rect">
            <a:avLst/>
          </a:prstGeom>
        </p:spPr>
      </p:pic>
    </p:spTree>
    <p:extLst>
      <p:ext uri="{BB962C8B-B14F-4D97-AF65-F5344CB8AC3E}">
        <p14:creationId xmlns:p14="http://schemas.microsoft.com/office/powerpoint/2010/main" val="29117585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06CD43-3A0A-C707-F8D3-D8C044FC846E}"/>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B4D13C7C-B5EF-51D5-819A-9DDEE9347F5F}"/>
              </a:ext>
            </a:extLst>
          </p:cNvPr>
          <p:cNvSpPr/>
          <p:nvPr/>
        </p:nvSpPr>
        <p:spPr>
          <a:xfrm>
            <a:off x="-6627" y="1866900"/>
            <a:ext cx="18288001" cy="7467600"/>
          </a:xfrm>
          <a:prstGeom prst="rect">
            <a:avLst/>
          </a:pr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Freeform: Shape 2">
            <a:extLst>
              <a:ext uri="{FF2B5EF4-FFF2-40B4-BE49-F238E27FC236}">
                <a16:creationId xmlns:a16="http://schemas.microsoft.com/office/drawing/2014/main" id="{70CCA943-21D1-ED5F-37B1-A905772B4BDB}"/>
              </a:ext>
            </a:extLst>
          </p:cNvPr>
          <p:cNvSpPr/>
          <p:nvPr/>
        </p:nvSpPr>
        <p:spPr>
          <a:xfrm rot="5400000" flipH="1">
            <a:off x="5403574" y="-3543299"/>
            <a:ext cx="7467601" cy="18287999"/>
          </a:xfrm>
          <a:custGeom>
            <a:avLst/>
            <a:gdLst>
              <a:gd name="connsiteX0" fmla="*/ 7467601 w 7467601"/>
              <a:gd name="connsiteY0" fmla="*/ 2 h 18287999"/>
              <a:gd name="connsiteX1" fmla="*/ 7467601 w 7467601"/>
              <a:gd name="connsiteY1" fmla="*/ 0 h 18287999"/>
              <a:gd name="connsiteX2" fmla="*/ 6099312 w 7467601"/>
              <a:gd name="connsiteY2" fmla="*/ 0 h 18287999"/>
              <a:gd name="connsiteX3" fmla="*/ 2864123 w 7467601"/>
              <a:gd name="connsiteY3" fmla="*/ 3235188 h 18287999"/>
              <a:gd name="connsiteX4" fmla="*/ 2864124 w 7467601"/>
              <a:gd name="connsiteY4" fmla="*/ 15052835 h 18287999"/>
              <a:gd name="connsiteX5" fmla="*/ 2859915 w 7467601"/>
              <a:gd name="connsiteY5" fmla="*/ 15219294 h 18287999"/>
              <a:gd name="connsiteX6" fmla="*/ 261175 w 7467601"/>
              <a:gd name="connsiteY6" fmla="*/ 18226251 h 18287999"/>
              <a:gd name="connsiteX7" fmla="*/ 0 w 7467601"/>
              <a:gd name="connsiteY7" fmla="*/ 18264855 h 18287999"/>
              <a:gd name="connsiteX8" fmla="*/ 0 w 7467601"/>
              <a:gd name="connsiteY8" fmla="*/ 18287999 h 18287999"/>
              <a:gd name="connsiteX9" fmla="*/ 2864124 w 7467601"/>
              <a:gd name="connsiteY9" fmla="*/ 18287999 h 18287999"/>
              <a:gd name="connsiteX10" fmla="*/ 7467600 w 7467601"/>
              <a:gd name="connsiteY10" fmla="*/ 18287999 h 18287999"/>
              <a:gd name="connsiteX11" fmla="*/ 7467600 w 7467601"/>
              <a:gd name="connsiteY11" fmla="*/ 2 h 1828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67601" h="18287999">
                <a:moveTo>
                  <a:pt x="7467601" y="2"/>
                </a:moveTo>
                <a:lnTo>
                  <a:pt x="7467601" y="0"/>
                </a:lnTo>
                <a:lnTo>
                  <a:pt x="6099312" y="0"/>
                </a:lnTo>
                <a:cubicBezTo>
                  <a:pt x="4312566" y="0"/>
                  <a:pt x="2864123" y="1448442"/>
                  <a:pt x="2864123" y="3235188"/>
                </a:cubicBezTo>
                <a:lnTo>
                  <a:pt x="2864124" y="15052835"/>
                </a:lnTo>
                <a:lnTo>
                  <a:pt x="2859915" y="15219294"/>
                </a:lnTo>
                <a:cubicBezTo>
                  <a:pt x="2784097" y="16715000"/>
                  <a:pt x="1692470" y="17942699"/>
                  <a:pt x="261175" y="18226251"/>
                </a:cubicBezTo>
                <a:lnTo>
                  <a:pt x="0" y="18264855"/>
                </a:lnTo>
                <a:lnTo>
                  <a:pt x="0" y="18287999"/>
                </a:lnTo>
                <a:lnTo>
                  <a:pt x="2864124" y="18287999"/>
                </a:lnTo>
                <a:lnTo>
                  <a:pt x="7467600" y="18287999"/>
                </a:lnTo>
                <a:lnTo>
                  <a:pt x="7467600" y="2"/>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Rectangle: Rounded Corners 12">
            <a:extLst>
              <a:ext uri="{FF2B5EF4-FFF2-40B4-BE49-F238E27FC236}">
                <a16:creationId xmlns:a16="http://schemas.microsoft.com/office/drawing/2014/main" id="{C0424E82-1E3B-0FE8-B0CC-17DCA4E1E941}"/>
              </a:ext>
            </a:extLst>
          </p:cNvPr>
          <p:cNvSpPr/>
          <p:nvPr/>
        </p:nvSpPr>
        <p:spPr>
          <a:xfrm>
            <a:off x="2781300" y="3124200"/>
            <a:ext cx="12725400" cy="4953000"/>
          </a:xfrm>
          <a:prstGeom prst="roundRect">
            <a:avLst/>
          </a:prstGeom>
          <a:solidFill>
            <a:schemeClr val="bg1"/>
          </a:solidFill>
          <a:ln>
            <a:noFill/>
          </a:ln>
          <a:effectLst>
            <a:outerShdw dist="127000" dir="5400000" algn="t" rotWithShape="0">
              <a:schemeClr val="accent4">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F6806918-54BD-5FDE-282A-917548FB9F3B}"/>
              </a:ext>
            </a:extLst>
          </p:cNvPr>
          <p:cNvSpPr>
            <a:spLocks noGrp="1"/>
          </p:cNvSpPr>
          <p:nvPr>
            <p:ph type="title"/>
          </p:nvPr>
        </p:nvSpPr>
        <p:spPr>
          <a:xfrm>
            <a:off x="3897157" y="4287715"/>
            <a:ext cx="10480431" cy="2625969"/>
          </a:xfrm>
        </p:spPr>
        <p:txBody>
          <a:bodyPr>
            <a:normAutofit/>
          </a:bodyPr>
          <a:lstStyle/>
          <a:p>
            <a:pPr algn="ctr"/>
            <a:r>
              <a:rPr lang="en-US" sz="9600">
                <a:latin typeface="+mn-lt"/>
              </a:rPr>
              <a:t>SAS MAS Scorer</a:t>
            </a:r>
          </a:p>
        </p:txBody>
      </p:sp>
    </p:spTree>
    <p:custDataLst>
      <p:tags r:id="rId1"/>
    </p:custDataLst>
    <p:extLst>
      <p:ext uri="{BB962C8B-B14F-4D97-AF65-F5344CB8AC3E}">
        <p14:creationId xmlns:p14="http://schemas.microsoft.com/office/powerpoint/2010/main" val="6259783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17FA3E-CAD2-DBAA-3AE9-14E54A2EA9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58A328-49EB-59FE-D558-8DFC65EE6609}"/>
              </a:ext>
            </a:extLst>
          </p:cNvPr>
          <p:cNvSpPr>
            <a:spLocks noGrp="1"/>
          </p:cNvSpPr>
          <p:nvPr>
            <p:ph type="title"/>
          </p:nvPr>
        </p:nvSpPr>
        <p:spPr/>
        <p:txBody>
          <a:bodyPr/>
          <a:lstStyle/>
          <a:p>
            <a:r>
              <a:rPr lang="en-US"/>
              <a:t>SAS MAS Scorer</a:t>
            </a:r>
          </a:p>
        </p:txBody>
      </p:sp>
      <p:sp>
        <p:nvSpPr>
          <p:cNvPr id="3" name="Content Placeholder 2">
            <a:extLst>
              <a:ext uri="{FF2B5EF4-FFF2-40B4-BE49-F238E27FC236}">
                <a16:creationId xmlns:a16="http://schemas.microsoft.com/office/drawing/2014/main" id="{91949905-D86D-D8B3-3701-CE2027A42A67}"/>
              </a:ext>
            </a:extLst>
          </p:cNvPr>
          <p:cNvSpPr>
            <a:spLocks noGrp="1"/>
          </p:cNvSpPr>
          <p:nvPr>
            <p:ph sz="quarter" idx="10"/>
          </p:nvPr>
        </p:nvSpPr>
        <p:spPr/>
        <p:txBody>
          <a:bodyPr/>
          <a:lstStyle/>
          <a:p>
            <a:pPr marL="457200" indent="-457200">
              <a:buFont typeface="Arial" panose="020B0604020202020204" pitchFamily="34" charset="0"/>
              <a:buChar char="•"/>
            </a:pPr>
            <a:r>
              <a:rPr lang="en-US"/>
              <a:t>Use this</a:t>
            </a:r>
          </a:p>
          <a:p>
            <a:pPr marL="457200" indent="-457200">
              <a:buFont typeface="Arial" panose="020B0604020202020204" pitchFamily="34" charset="0"/>
              <a:buChar char="•"/>
            </a:pPr>
            <a:r>
              <a:rPr lang="en-US"/>
              <a:t>Space for</a:t>
            </a:r>
          </a:p>
          <a:p>
            <a:pPr marL="457200" indent="-457200">
              <a:buFont typeface="Arial" panose="020B0604020202020204" pitchFamily="34" charset="0"/>
              <a:buChar char="•"/>
            </a:pPr>
            <a:r>
              <a:rPr lang="en-US"/>
              <a:t>Notes and </a:t>
            </a:r>
          </a:p>
          <a:p>
            <a:pPr marL="457200" indent="-457200">
              <a:buFont typeface="Arial" panose="020B0604020202020204" pitchFamily="34" charset="0"/>
              <a:buChar char="•"/>
            </a:pPr>
            <a:r>
              <a:rPr lang="en-US"/>
              <a:t>Highlights</a:t>
            </a:r>
          </a:p>
        </p:txBody>
      </p:sp>
    </p:spTree>
    <p:extLst>
      <p:ext uri="{BB962C8B-B14F-4D97-AF65-F5344CB8AC3E}">
        <p14:creationId xmlns:p14="http://schemas.microsoft.com/office/powerpoint/2010/main" val="112558459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234707-E3A1-6D00-5753-8BB7F89998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AEB666-6E17-0133-1023-DD50855096DA}"/>
              </a:ext>
            </a:extLst>
          </p:cNvPr>
          <p:cNvSpPr>
            <a:spLocks noGrp="1"/>
          </p:cNvSpPr>
          <p:nvPr>
            <p:ph type="title"/>
          </p:nvPr>
        </p:nvSpPr>
        <p:spPr>
          <a:xfrm>
            <a:off x="12051323" y="3133945"/>
            <a:ext cx="5483607" cy="4019107"/>
          </a:xfrm>
        </p:spPr>
        <p:txBody>
          <a:bodyPr>
            <a:normAutofit/>
          </a:bodyPr>
          <a:lstStyle/>
          <a:p>
            <a:r>
              <a:rPr lang="en-US" sz="10000"/>
              <a:t>Demo</a:t>
            </a:r>
          </a:p>
        </p:txBody>
      </p:sp>
      <p:pic>
        <p:nvPicPr>
          <p:cNvPr id="6" name="Icon Video (COMPUTER)" descr="A play button on a computer screen">
            <a:extLst>
              <a:ext uri="{FF2B5EF4-FFF2-40B4-BE49-F238E27FC236}">
                <a16:creationId xmlns:a16="http://schemas.microsoft.com/office/drawing/2014/main" id="{133D3652-277A-AC2F-5E8E-A0B43C67B202}"/>
              </a:ext>
            </a:extLst>
          </p:cNvPr>
          <p:cNvPicPr>
            <a:picLocks noChangeAspect="1"/>
          </p:cNvPicPr>
          <p:nvPr/>
        </p:nvPicPr>
        <p:blipFill>
          <a:blip>
            <a:extLst>
              <a:ext uri="{96DAC541-7B7A-43D3-8B79-37D633B846F1}">
                <asvg:svgBlip xmlns:asvg="http://schemas.microsoft.com/office/drawing/2016/SVG/main" r:embed="rId2"/>
              </a:ext>
            </a:extLst>
          </a:blip>
          <a:srcRect l="33" r="33"/>
          <a:stretch/>
        </p:blipFill>
        <p:spPr>
          <a:xfrm>
            <a:off x="-427187" y="260870"/>
            <a:ext cx="9758755" cy="9765258"/>
          </a:xfrm>
          <a:prstGeom prst="rect">
            <a:avLst/>
          </a:prstGeom>
        </p:spPr>
      </p:pic>
    </p:spTree>
    <p:extLst>
      <p:ext uri="{BB962C8B-B14F-4D97-AF65-F5344CB8AC3E}">
        <p14:creationId xmlns:p14="http://schemas.microsoft.com/office/powerpoint/2010/main" val="21603058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A87A23-34F8-DD66-0473-BF509F4D8349}"/>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9E9F5EF6-5C62-7199-D1EF-F10046121E27}"/>
              </a:ext>
            </a:extLst>
          </p:cNvPr>
          <p:cNvSpPr/>
          <p:nvPr/>
        </p:nvSpPr>
        <p:spPr>
          <a:xfrm>
            <a:off x="-6627" y="1866900"/>
            <a:ext cx="18288001" cy="7467600"/>
          </a:xfrm>
          <a:prstGeom prst="rect">
            <a:avLst/>
          </a:pr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Freeform: Shape 2">
            <a:extLst>
              <a:ext uri="{FF2B5EF4-FFF2-40B4-BE49-F238E27FC236}">
                <a16:creationId xmlns:a16="http://schemas.microsoft.com/office/drawing/2014/main" id="{49C4407B-0FB9-1AF3-C49C-7AE7DCE6BDD4}"/>
              </a:ext>
            </a:extLst>
          </p:cNvPr>
          <p:cNvSpPr/>
          <p:nvPr/>
        </p:nvSpPr>
        <p:spPr>
          <a:xfrm rot="5400000" flipH="1">
            <a:off x="5403574" y="-3543299"/>
            <a:ext cx="7467601" cy="18287999"/>
          </a:xfrm>
          <a:custGeom>
            <a:avLst/>
            <a:gdLst>
              <a:gd name="connsiteX0" fmla="*/ 7467601 w 7467601"/>
              <a:gd name="connsiteY0" fmla="*/ 2 h 18287999"/>
              <a:gd name="connsiteX1" fmla="*/ 7467601 w 7467601"/>
              <a:gd name="connsiteY1" fmla="*/ 0 h 18287999"/>
              <a:gd name="connsiteX2" fmla="*/ 6099312 w 7467601"/>
              <a:gd name="connsiteY2" fmla="*/ 0 h 18287999"/>
              <a:gd name="connsiteX3" fmla="*/ 2864123 w 7467601"/>
              <a:gd name="connsiteY3" fmla="*/ 3235188 h 18287999"/>
              <a:gd name="connsiteX4" fmla="*/ 2864124 w 7467601"/>
              <a:gd name="connsiteY4" fmla="*/ 15052835 h 18287999"/>
              <a:gd name="connsiteX5" fmla="*/ 2859915 w 7467601"/>
              <a:gd name="connsiteY5" fmla="*/ 15219294 h 18287999"/>
              <a:gd name="connsiteX6" fmla="*/ 261175 w 7467601"/>
              <a:gd name="connsiteY6" fmla="*/ 18226251 h 18287999"/>
              <a:gd name="connsiteX7" fmla="*/ 0 w 7467601"/>
              <a:gd name="connsiteY7" fmla="*/ 18264855 h 18287999"/>
              <a:gd name="connsiteX8" fmla="*/ 0 w 7467601"/>
              <a:gd name="connsiteY8" fmla="*/ 18287999 h 18287999"/>
              <a:gd name="connsiteX9" fmla="*/ 2864124 w 7467601"/>
              <a:gd name="connsiteY9" fmla="*/ 18287999 h 18287999"/>
              <a:gd name="connsiteX10" fmla="*/ 7467600 w 7467601"/>
              <a:gd name="connsiteY10" fmla="*/ 18287999 h 18287999"/>
              <a:gd name="connsiteX11" fmla="*/ 7467600 w 7467601"/>
              <a:gd name="connsiteY11" fmla="*/ 2 h 1828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67601" h="18287999">
                <a:moveTo>
                  <a:pt x="7467601" y="2"/>
                </a:moveTo>
                <a:lnTo>
                  <a:pt x="7467601" y="0"/>
                </a:lnTo>
                <a:lnTo>
                  <a:pt x="6099312" y="0"/>
                </a:lnTo>
                <a:cubicBezTo>
                  <a:pt x="4312566" y="0"/>
                  <a:pt x="2864123" y="1448442"/>
                  <a:pt x="2864123" y="3235188"/>
                </a:cubicBezTo>
                <a:lnTo>
                  <a:pt x="2864124" y="15052835"/>
                </a:lnTo>
                <a:lnTo>
                  <a:pt x="2859915" y="15219294"/>
                </a:lnTo>
                <a:cubicBezTo>
                  <a:pt x="2784097" y="16715000"/>
                  <a:pt x="1692470" y="17942699"/>
                  <a:pt x="261175" y="18226251"/>
                </a:cubicBezTo>
                <a:lnTo>
                  <a:pt x="0" y="18264855"/>
                </a:lnTo>
                <a:lnTo>
                  <a:pt x="0" y="18287999"/>
                </a:lnTo>
                <a:lnTo>
                  <a:pt x="2864124" y="18287999"/>
                </a:lnTo>
                <a:lnTo>
                  <a:pt x="7467600" y="18287999"/>
                </a:lnTo>
                <a:lnTo>
                  <a:pt x="7467600" y="2"/>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Rectangle: Rounded Corners 12">
            <a:extLst>
              <a:ext uri="{FF2B5EF4-FFF2-40B4-BE49-F238E27FC236}">
                <a16:creationId xmlns:a16="http://schemas.microsoft.com/office/drawing/2014/main" id="{DC427F23-BB01-BCE3-2C5E-A26A28CEF1EC}"/>
              </a:ext>
            </a:extLst>
          </p:cNvPr>
          <p:cNvSpPr/>
          <p:nvPr/>
        </p:nvSpPr>
        <p:spPr>
          <a:xfrm>
            <a:off x="2781300" y="3124200"/>
            <a:ext cx="12725400" cy="4953000"/>
          </a:xfrm>
          <a:prstGeom prst="roundRect">
            <a:avLst/>
          </a:prstGeom>
          <a:solidFill>
            <a:schemeClr val="bg1"/>
          </a:solidFill>
          <a:ln>
            <a:noFill/>
          </a:ln>
          <a:effectLst>
            <a:outerShdw dist="127000" dir="5400000" algn="t" rotWithShape="0">
              <a:schemeClr val="accent4">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3082479B-BA1F-C3F1-B3BD-17E758D8872E}"/>
              </a:ext>
            </a:extLst>
          </p:cNvPr>
          <p:cNvSpPr>
            <a:spLocks noGrp="1"/>
          </p:cNvSpPr>
          <p:nvPr>
            <p:ph type="title"/>
          </p:nvPr>
        </p:nvSpPr>
        <p:spPr>
          <a:xfrm>
            <a:off x="3897157" y="4287715"/>
            <a:ext cx="10480431" cy="2625969"/>
          </a:xfrm>
        </p:spPr>
        <p:txBody>
          <a:bodyPr>
            <a:normAutofit fontScale="90000"/>
          </a:bodyPr>
          <a:lstStyle/>
          <a:p>
            <a:pPr algn="ctr"/>
            <a:r>
              <a:rPr lang="en-US" sz="9600">
                <a:latin typeface="+mn-lt"/>
              </a:rPr>
              <a:t>SAS Agentic AI Accelerator</a:t>
            </a:r>
          </a:p>
        </p:txBody>
      </p:sp>
    </p:spTree>
    <p:custDataLst>
      <p:tags r:id="rId1"/>
    </p:custDataLst>
    <p:extLst>
      <p:ext uri="{BB962C8B-B14F-4D97-AF65-F5344CB8AC3E}">
        <p14:creationId xmlns:p14="http://schemas.microsoft.com/office/powerpoint/2010/main" val="6879004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633DDB-7263-9152-122A-4189BB2A20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CEF008-3B09-6A05-0654-1C9E99ADEE0B}"/>
              </a:ext>
            </a:extLst>
          </p:cNvPr>
          <p:cNvSpPr>
            <a:spLocks noGrp="1"/>
          </p:cNvSpPr>
          <p:nvPr>
            <p:ph type="title"/>
          </p:nvPr>
        </p:nvSpPr>
        <p:spPr/>
        <p:txBody>
          <a:bodyPr/>
          <a:lstStyle/>
          <a:p>
            <a:r>
              <a:rPr lang="en-US"/>
              <a:t>SAS Agentic AI Accelerator</a:t>
            </a:r>
          </a:p>
        </p:txBody>
      </p:sp>
      <p:sp>
        <p:nvSpPr>
          <p:cNvPr id="3" name="Content Placeholder 2">
            <a:extLst>
              <a:ext uri="{FF2B5EF4-FFF2-40B4-BE49-F238E27FC236}">
                <a16:creationId xmlns:a16="http://schemas.microsoft.com/office/drawing/2014/main" id="{627D1F10-8D81-EB52-D03D-DACDF60ADD58}"/>
              </a:ext>
            </a:extLst>
          </p:cNvPr>
          <p:cNvSpPr>
            <a:spLocks noGrp="1"/>
          </p:cNvSpPr>
          <p:nvPr>
            <p:ph sz="quarter" idx="10"/>
          </p:nvPr>
        </p:nvSpPr>
        <p:spPr/>
        <p:txBody>
          <a:bodyPr/>
          <a:lstStyle/>
          <a:p>
            <a:pPr marL="457200" indent="-457200">
              <a:buFont typeface="Arial" panose="020B0604020202020204" pitchFamily="34" charset="0"/>
              <a:buChar char="•"/>
            </a:pPr>
            <a:r>
              <a:rPr lang="en-US"/>
              <a:t>Use this</a:t>
            </a:r>
          </a:p>
          <a:p>
            <a:pPr marL="457200" indent="-457200">
              <a:buFont typeface="Arial" panose="020B0604020202020204" pitchFamily="34" charset="0"/>
              <a:buChar char="•"/>
            </a:pPr>
            <a:r>
              <a:rPr lang="en-US"/>
              <a:t>Space for</a:t>
            </a:r>
          </a:p>
          <a:p>
            <a:pPr marL="457200" indent="-457200">
              <a:buFont typeface="Arial" panose="020B0604020202020204" pitchFamily="34" charset="0"/>
              <a:buChar char="•"/>
            </a:pPr>
            <a:r>
              <a:rPr lang="en-US"/>
              <a:t>Notes and </a:t>
            </a:r>
          </a:p>
          <a:p>
            <a:pPr marL="457200" indent="-457200">
              <a:buFont typeface="Arial" panose="020B0604020202020204" pitchFamily="34" charset="0"/>
              <a:buChar char="•"/>
            </a:pPr>
            <a:r>
              <a:rPr lang="en-US"/>
              <a:t>Highlights</a:t>
            </a:r>
          </a:p>
        </p:txBody>
      </p:sp>
    </p:spTree>
    <p:extLst>
      <p:ext uri="{BB962C8B-B14F-4D97-AF65-F5344CB8AC3E}">
        <p14:creationId xmlns:p14="http://schemas.microsoft.com/office/powerpoint/2010/main" val="346810579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ED838D-2683-1D3B-5A0A-78BB78B607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BBD7B0-370D-4121-1BDB-9B2995350039}"/>
              </a:ext>
            </a:extLst>
          </p:cNvPr>
          <p:cNvSpPr>
            <a:spLocks noGrp="1"/>
          </p:cNvSpPr>
          <p:nvPr>
            <p:ph type="title"/>
          </p:nvPr>
        </p:nvSpPr>
        <p:spPr>
          <a:xfrm>
            <a:off x="12051323" y="3133945"/>
            <a:ext cx="5483607" cy="4019107"/>
          </a:xfrm>
        </p:spPr>
        <p:txBody>
          <a:bodyPr>
            <a:normAutofit/>
          </a:bodyPr>
          <a:lstStyle/>
          <a:p>
            <a:r>
              <a:rPr lang="en-US" sz="10000"/>
              <a:t>Demo</a:t>
            </a:r>
          </a:p>
        </p:txBody>
      </p:sp>
      <p:pic>
        <p:nvPicPr>
          <p:cNvPr id="6" name="Icon Video (COMPUTER)" descr="A play button on a computer screen">
            <a:extLst>
              <a:ext uri="{FF2B5EF4-FFF2-40B4-BE49-F238E27FC236}">
                <a16:creationId xmlns:a16="http://schemas.microsoft.com/office/drawing/2014/main" id="{D919F57F-41A5-EA75-2908-2F2994F738D2}"/>
              </a:ext>
            </a:extLst>
          </p:cNvPr>
          <p:cNvPicPr>
            <a:picLocks noChangeAspect="1"/>
          </p:cNvPicPr>
          <p:nvPr/>
        </p:nvPicPr>
        <p:blipFill>
          <a:blip>
            <a:extLst>
              <a:ext uri="{96DAC541-7B7A-43D3-8B79-37D633B846F1}">
                <asvg:svgBlip xmlns:asvg="http://schemas.microsoft.com/office/drawing/2016/SVG/main" r:embed="rId2"/>
              </a:ext>
            </a:extLst>
          </a:blip>
          <a:srcRect l="33" r="33"/>
          <a:stretch/>
        </p:blipFill>
        <p:spPr>
          <a:xfrm>
            <a:off x="-427187" y="260870"/>
            <a:ext cx="9758755" cy="9765258"/>
          </a:xfrm>
          <a:prstGeom prst="rect">
            <a:avLst/>
          </a:prstGeom>
        </p:spPr>
      </p:pic>
    </p:spTree>
    <p:extLst>
      <p:ext uri="{BB962C8B-B14F-4D97-AF65-F5344CB8AC3E}">
        <p14:creationId xmlns:p14="http://schemas.microsoft.com/office/powerpoint/2010/main" val="20893583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876B129-1A36-9F7A-5171-3BD98BC251C7}"/>
              </a:ext>
            </a:extLst>
          </p:cNvPr>
          <p:cNvSpPr>
            <a:spLocks noGrp="1"/>
          </p:cNvSpPr>
          <p:nvPr>
            <p:ph type="title"/>
          </p:nvPr>
        </p:nvSpPr>
        <p:spPr>
          <a:xfrm>
            <a:off x="1392927" y="5380849"/>
            <a:ext cx="6684561" cy="1714500"/>
          </a:xfrm>
        </p:spPr>
        <p:txBody>
          <a:bodyPr>
            <a:noAutofit/>
          </a:bodyPr>
          <a:lstStyle/>
          <a:p>
            <a:r>
              <a:rPr lang="en-US" sz="9000"/>
              <a:t>Questions</a:t>
            </a:r>
          </a:p>
        </p:txBody>
      </p:sp>
      <p:pic>
        <p:nvPicPr>
          <p:cNvPr id="2" name="Icon Q&amp;A" descr="Speech bubble with letters Q and A">
            <a:extLst>
              <a:ext uri="{FF2B5EF4-FFF2-40B4-BE49-F238E27FC236}">
                <a16:creationId xmlns:a16="http://schemas.microsoft.com/office/drawing/2014/main" id="{6FAB6F9A-7F66-D1F7-791E-8F10D6ABA628}"/>
              </a:ext>
            </a:extLst>
          </p:cNvPr>
          <p:cNvPicPr>
            <a:picLocks noChangeAspect="1"/>
          </p:cNvPicPr>
          <p:nvPr/>
        </p:nvPicPr>
        <p:blipFill>
          <a:blip>
            <a:extLst>
              <a:ext uri="{96DAC541-7B7A-43D3-8B79-37D633B846F1}">
                <asvg:svgBlip xmlns:asvg="http://schemas.microsoft.com/office/drawing/2016/SVG/main" r:embed="rId3"/>
              </a:ext>
            </a:extLst>
          </a:blip>
          <a:srcRect l="33" r="33"/>
          <a:stretch/>
        </p:blipFill>
        <p:spPr>
          <a:xfrm>
            <a:off x="9058686" y="-946796"/>
            <a:ext cx="9340881" cy="9347105"/>
          </a:xfrm>
          <a:prstGeom prst="rect">
            <a:avLst/>
          </a:prstGeom>
        </p:spPr>
      </p:pic>
    </p:spTree>
    <p:extLst>
      <p:ext uri="{BB962C8B-B14F-4D97-AF65-F5344CB8AC3E}">
        <p14:creationId xmlns:p14="http://schemas.microsoft.com/office/powerpoint/2010/main" val="42779032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05A45F1-2808-9B69-5279-574C850EAC19}"/>
              </a:ext>
            </a:extLst>
          </p:cNvPr>
          <p:cNvSpPr>
            <a:spLocks noGrp="1"/>
          </p:cNvSpPr>
          <p:nvPr>
            <p:ph type="body" sz="quarter" idx="11"/>
          </p:nvPr>
        </p:nvSpPr>
        <p:spPr/>
        <p:txBody>
          <a:bodyPr/>
          <a:lstStyle/>
          <a:p>
            <a:endParaRPr lang="en-US"/>
          </a:p>
        </p:txBody>
      </p:sp>
      <p:sp>
        <p:nvSpPr>
          <p:cNvPr id="3" name="Title 2">
            <a:extLst>
              <a:ext uri="{FF2B5EF4-FFF2-40B4-BE49-F238E27FC236}">
                <a16:creationId xmlns:a16="http://schemas.microsoft.com/office/drawing/2014/main" id="{87FADE7E-59F0-4020-CB47-B069687C8A6B}"/>
              </a:ext>
            </a:extLst>
          </p:cNvPr>
          <p:cNvSpPr>
            <a:spLocks noGrp="1"/>
          </p:cNvSpPr>
          <p:nvPr>
            <p:ph type="title"/>
          </p:nvPr>
        </p:nvSpPr>
        <p:spPr/>
        <p:txBody>
          <a:bodyPr/>
          <a:lstStyle/>
          <a:p>
            <a:r>
              <a:rPr lang="en-US"/>
              <a:t>Thanks.</a:t>
            </a:r>
          </a:p>
        </p:txBody>
      </p:sp>
    </p:spTree>
    <p:extLst>
      <p:ext uri="{BB962C8B-B14F-4D97-AF65-F5344CB8AC3E}">
        <p14:creationId xmlns:p14="http://schemas.microsoft.com/office/powerpoint/2010/main" val="20163547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ARTICULATE_DESIGN_ID_1_2020-TEMPLATE-EXTERNAL" val="pdtUH84H"/>
  <p:tag name="ARTICULATE_DESIGN_ID_1_NDA" val="5KPCLKMf"/>
  <p:tag name="ARTICULATE_DESIGN_ID_1_SAS-EXTERNAL-16X9-2023" val="OvZPFYIY"/>
  <p:tag name="ARTICULATE_DESIGN_ID_CUSTOM DESIGN" val="WASRYxhz"/>
  <p:tag name="ARTICULATE_DESIGN_ID_SAS - EXTERNAL" val="IZ9bNYet"/>
  <p:tag name="ARTICULATE_DESIGN_ID_SAS - EXTERNAL - 16X9 - 2023" val="iju6vBOG"/>
  <p:tag name="ARTICULATE_DESIGN_ID_SAS - EXTERNAL - NDA" val="RR4fBfJW"/>
  <p:tag name="ARTICULATE_DESIGN_ID_SAS-EXTERNAL-16X9-2023" val="CJxW6PTk"/>
  <p:tag name="ARTICULATE_PROJECT_OPEN" val="0"/>
  <p:tag name="ARTICULATE_SLIDE_COUNT" val="11"/>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SAS - EXTERNAL">
  <a:themeElements>
    <a:clrScheme name="SAS-2023">
      <a:dk1>
        <a:srgbClr val="000000"/>
      </a:dk1>
      <a:lt1>
        <a:srgbClr val="FFFFFF"/>
      </a:lt1>
      <a:dk2>
        <a:srgbClr val="032954"/>
      </a:dk2>
      <a:lt2>
        <a:srgbClr val="0766D1"/>
      </a:lt2>
      <a:accent1>
        <a:srgbClr val="0766D1"/>
      </a:accent1>
      <a:accent2>
        <a:srgbClr val="4398F9"/>
      </a:accent2>
      <a:accent3>
        <a:srgbClr val="C4DEFD"/>
      </a:accent3>
      <a:accent4>
        <a:srgbClr val="032954"/>
      </a:accent4>
      <a:accent5>
        <a:srgbClr val="7E889A"/>
      </a:accent5>
      <a:accent6>
        <a:srgbClr val="BAC0C9"/>
      </a:accent6>
      <a:hlink>
        <a:srgbClr val="4398F9"/>
      </a:hlink>
      <a:folHlink>
        <a:srgbClr val="C4DEFD"/>
      </a:folHlink>
    </a:clrScheme>
    <a:fontScheme name="Anova">
      <a:majorFont>
        <a:latin typeface="Anova Bold"/>
        <a:ea typeface=""/>
        <a:cs typeface=""/>
      </a:majorFont>
      <a:minorFont>
        <a:latin typeface="Anova Ligh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25400">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lnSpc>
            <a:spcPct val="130000"/>
          </a:lnSpc>
          <a:defRPr dirty="0">
            <a:solidFill>
              <a:schemeClr val="tx1"/>
            </a:solidFill>
          </a:defRPr>
        </a:defPPr>
      </a:lstStyle>
    </a:txDef>
  </a:objectDefaults>
  <a:extraClrSchemeLst/>
  <a:extLst>
    <a:ext uri="{05A4C25C-085E-4340-85A3-A5531E510DB2}">
      <thm15:themeFamily xmlns:thm15="http://schemas.microsoft.com/office/thememl/2012/main" name="EXTERNAL_Template_2023.potx" id="{2EA8CE33-CC8D-491A-8407-3C6ED769A2DD}" vid="{4D26F06B-4A77-4C47-863E-04711AA87A0D}"/>
    </a:ext>
  </a:extLst>
</a:theme>
</file>

<file path=ppt/theme/theme2.xml><?xml version="1.0" encoding="utf-8"?>
<a:theme xmlns:a="http://schemas.openxmlformats.org/drawingml/2006/main" name="Office Theme">
  <a:themeElements>
    <a:clrScheme name="SAS-2023">
      <a:dk1>
        <a:srgbClr val="000000"/>
      </a:dk1>
      <a:lt1>
        <a:srgbClr val="FFFFFF"/>
      </a:lt1>
      <a:dk2>
        <a:srgbClr val="032954"/>
      </a:dk2>
      <a:lt2>
        <a:srgbClr val="0766D1"/>
      </a:lt2>
      <a:accent1>
        <a:srgbClr val="0766D1"/>
      </a:accent1>
      <a:accent2>
        <a:srgbClr val="4398F9"/>
      </a:accent2>
      <a:accent3>
        <a:srgbClr val="C4DEFD"/>
      </a:accent3>
      <a:accent4>
        <a:srgbClr val="032954"/>
      </a:accent4>
      <a:accent5>
        <a:srgbClr val="7E889A"/>
      </a:accent5>
      <a:accent6>
        <a:srgbClr val="BAC0C9"/>
      </a:accent6>
      <a:hlink>
        <a:srgbClr val="4398F9"/>
      </a:hlink>
      <a:folHlink>
        <a:srgbClr val="C4DEFD"/>
      </a:folHlink>
    </a:clrScheme>
    <a:fontScheme name="Anova">
      <a:majorFont>
        <a:latin typeface="Anova Bold"/>
        <a:ea typeface=""/>
        <a:cs typeface=""/>
      </a:majorFont>
      <a:minorFont>
        <a:latin typeface="A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SAS-2023">
      <a:dk1>
        <a:srgbClr val="000000"/>
      </a:dk1>
      <a:lt1>
        <a:srgbClr val="FFFFFF"/>
      </a:lt1>
      <a:dk2>
        <a:srgbClr val="032954"/>
      </a:dk2>
      <a:lt2>
        <a:srgbClr val="0766D1"/>
      </a:lt2>
      <a:accent1>
        <a:srgbClr val="0766D1"/>
      </a:accent1>
      <a:accent2>
        <a:srgbClr val="4398F9"/>
      </a:accent2>
      <a:accent3>
        <a:srgbClr val="C4DEFD"/>
      </a:accent3>
      <a:accent4>
        <a:srgbClr val="032954"/>
      </a:accent4>
      <a:accent5>
        <a:srgbClr val="7E889A"/>
      </a:accent5>
      <a:accent6>
        <a:srgbClr val="BAC0C9"/>
      </a:accent6>
      <a:hlink>
        <a:srgbClr val="4398F9"/>
      </a:hlink>
      <a:folHlink>
        <a:srgbClr val="C4DEFD"/>
      </a:folHlink>
    </a:clrScheme>
    <a:fontScheme name="Anova">
      <a:majorFont>
        <a:latin typeface="Anova Bold"/>
        <a:ea typeface=""/>
        <a:cs typeface=""/>
      </a:majorFont>
      <a:minorFont>
        <a:latin typeface="A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ED1E456CCEDE840ACB11EFB2D6815C1" ma:contentTypeVersion="14" ma:contentTypeDescription="Create a new document." ma:contentTypeScope="" ma:versionID="12b84f44fc8524a3fd6ed54cbb4d96a8">
  <xsd:schema xmlns:xsd="http://www.w3.org/2001/XMLSchema" xmlns:xs="http://www.w3.org/2001/XMLSchema" xmlns:p="http://schemas.microsoft.com/office/2006/metadata/properties" xmlns:ns1="http://schemas.microsoft.com/sharepoint/v3" xmlns:ns2="9d86466e-ab16-4f3a-acd2-489721cadcb2" xmlns:ns3="2e5e9d18-e952-4732-9e69-d60f386e5702" targetNamespace="http://schemas.microsoft.com/office/2006/metadata/properties" ma:root="true" ma:fieldsID="8bd86686b1ed8dd3df53be0f93806a0e" ns1:_="" ns2:_="" ns3:_="">
    <xsd:import namespace="http://schemas.microsoft.com/sharepoint/v3"/>
    <xsd:import namespace="9d86466e-ab16-4f3a-acd2-489721cadcb2"/>
    <xsd:import namespace="2e5e9d18-e952-4732-9e69-d60f386e5702"/>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ServiceGenerationTime" minOccurs="0"/>
                <xsd:element ref="ns2:MediaServiceEventHashCode" minOccurs="0"/>
                <xsd:element ref="ns2:MediaServiceDateTaken" minOccurs="0"/>
                <xsd:element ref="ns2:MediaLengthInSeconds" minOccurs="0"/>
                <xsd:element ref="ns3:SharedWithUsers" minOccurs="0"/>
                <xsd:element ref="ns3:SharedWithDetails" minOccurs="0"/>
                <xsd:element ref="ns2:MediaServiceSearchProperties"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8" nillable="true" ma:displayName="Unified Compliance Policy Properties" ma:hidden="true" ma:internalName="_ip_UnifiedCompliancePolicyProperties">
      <xsd:simpleType>
        <xsd:restriction base="dms:Note"/>
      </xsd:simpleType>
    </xsd:element>
    <xsd:element name="_ip_UnifiedCompliancePolicyUIAction" ma:index="19"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d86466e-ab16-4f3a-acd2-489721cadcb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DateTaken" ma:index="13" nillable="true" ma:displayName="MediaServiceDateTaken" ma:hidden="true" ma:indexed="true" ma:internalName="MediaServiceDateTaken"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MediaServiceSearchProperties" ma:index="17"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e5e9d18-e952-4732-9e69-d60f386e5702" elementFormDefault="qualified">
    <xsd:import namespace="http://schemas.microsoft.com/office/2006/documentManagement/types"/>
    <xsd:import namespace="http://schemas.microsoft.com/office/infopath/2007/PartnerControls"/>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haredWithUsers xmlns="2e5e9d18-e952-4732-9e69-d60f386e5702">
      <UserInfo>
        <DisplayName>Ian Hendry</DisplayName>
        <AccountId>638</AccountId>
        <AccountType/>
      </UserInfo>
    </SharedWithUsers>
    <_ip_UnifiedCompliancePolicyUIAction xmlns="http://schemas.microsoft.com/sharepoint/v3" xsi:nil="true"/>
    <_ip_UnifiedCompliancePolicyProperties xmlns="http://schemas.microsoft.com/sharepoint/v3"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BDCC9C6-E2C0-45C3-BABA-0754DABEFCCB}">
  <ds:schemaRefs>
    <ds:schemaRef ds:uri="2e5e9d18-e952-4732-9e69-d60f386e5702"/>
    <ds:schemaRef ds:uri="9d86466e-ab16-4f3a-acd2-489721cadcb2"/>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E2663518-7548-4643-8219-608BFF0DFA0C}">
  <ds:schemaRefs>
    <ds:schemaRef ds:uri="2e5e9d18-e952-4732-9e69-d60f386e5702"/>
    <ds:schemaRef ds:uri="9d86466e-ab16-4f3a-acd2-489721cadcb2"/>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E3E925E4-5239-4639-A029-07B3CFD6A3F1}">
  <ds:schemaRefs>
    <ds:schemaRef ds:uri="http://schemas.microsoft.com/sharepoint/v3/contenttype/forms"/>
  </ds:schemaRefs>
</ds:datastoreItem>
</file>

<file path=docMetadata/LabelInfo.xml><?xml version="1.0" encoding="utf-8"?>
<clbl:labelList xmlns:clbl="http://schemas.microsoft.com/office/2020/mipLabelMetadata">
  <clbl:label id="{f63c7f06-7cb3-4753-bb68-887d8c87c3f7}" enabled="1" method="Privileged" siteId="{b1c14d5c-3625-45b3-a430-9552373a0c2f}" removed="0"/>
</clbl:labelList>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Custom</PresentationFormat>
  <Slides>25</Slides>
  <Notes>11</Notes>
  <HiddenSlides>1</HiddenSlides>
  <ScaleCrop>false</ScaleCrop>
  <HeadingPairs>
    <vt:vector size="4" baseType="variant">
      <vt:variant>
        <vt:lpstr>Theme</vt:lpstr>
      </vt:variant>
      <vt:variant>
        <vt:i4>1</vt:i4>
      </vt:variant>
      <vt:variant>
        <vt:lpstr>Slide Titles</vt:lpstr>
      </vt:variant>
      <vt:variant>
        <vt:i4>25</vt:i4>
      </vt:variant>
    </vt:vector>
  </HeadingPairs>
  <TitlesOfParts>
    <vt:vector size="26" baseType="lpstr">
      <vt:lpstr>SAS - EXTERNAL</vt:lpstr>
      <vt:lpstr>Welcome slide</vt:lpstr>
      <vt:lpstr>Open Source Community of Practice</vt:lpstr>
      <vt:lpstr>Title of upcoming presentation</vt:lpstr>
      <vt:lpstr>Open source AI tools from SAS</vt:lpstr>
      <vt:lpstr>Session Overview</vt:lpstr>
      <vt:lpstr>Meet today’s projects</vt:lpstr>
      <vt:lpstr>SAS MCP Server</vt:lpstr>
      <vt:lpstr>SAS Score MCP Server JS</vt:lpstr>
      <vt:lpstr>SAS MAS Scorer</vt:lpstr>
      <vt:lpstr>SAS Agentic AI Accelerator</vt:lpstr>
      <vt:lpstr>Let’s start the show.</vt:lpstr>
      <vt:lpstr>SAS MCP Server</vt:lpstr>
      <vt:lpstr>SAS MCP Server</vt:lpstr>
      <vt:lpstr>Demo</vt:lpstr>
      <vt:lpstr>SAS Score MCP Server JS</vt:lpstr>
      <vt:lpstr>SAS Score MCP Server JS</vt:lpstr>
      <vt:lpstr>Demo</vt:lpstr>
      <vt:lpstr>SAS MAS Scorer</vt:lpstr>
      <vt:lpstr>SAS MAS Scorer</vt:lpstr>
      <vt:lpstr>Demo</vt:lpstr>
      <vt:lpstr>SAS Agentic AI Accelerator</vt:lpstr>
      <vt:lpstr>SAS Agentic AI Accelerator</vt:lpstr>
      <vt:lpstr>Demo</vt:lpstr>
      <vt:lpstr>Questions</vt:lpstr>
      <vt:lpstr>Thanks.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SAS External  PowerPoint </dc:title>
  <dc:creator>Bryan Behrenshausen</dc:creator>
  <cp:revision>2</cp:revision>
  <cp:lastPrinted>2024-03-26T15:57:27Z</cp:lastPrinted>
  <dcterms:created xsi:type="dcterms:W3CDTF">2024-03-08T18:07:17Z</dcterms:created>
  <dcterms:modified xsi:type="dcterms:W3CDTF">2026-06-01T20:53:02Z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451006F2-8E20-4D4E-B05C-4B5D02827FD6</vt:lpwstr>
  </property>
  <property fmtid="{D5CDD505-2E9C-101B-9397-08002B2CF9AE}" pid="3" name="ArticulatePath">
    <vt:lpwstr>2020-Template-External</vt:lpwstr>
  </property>
  <property fmtid="{D5CDD505-2E9C-101B-9397-08002B2CF9AE}" pid="4" name="ContentTypeId">
    <vt:lpwstr>0x0101009ED1E456CCEDE840ACB11EFB2D6815C1</vt:lpwstr>
  </property>
</Properties>
</file>