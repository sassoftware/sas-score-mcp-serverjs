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766D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Score MCP Server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39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SAS Viya Integration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  ·  SAS Viya  ·  Model Context Protocol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21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786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243584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16736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536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  ·  Decision Trees  ·  Strategies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993392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66544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Registration  ·  Two-Tier Descriptions  ·  Cache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2743200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16352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358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(Express + OAuth)   |   Stdio (CLI / Local)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3493008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Tools: mas · scr · job · jobdef · program · cas · 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4242816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1596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Viya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5354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 ·  SCR  ·  CAS Analytics  ·  Compute Jobs  ·  SCR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Catalog  (29 Tools)  —  prefix: sas-score-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list-mas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mas-describe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list-scr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87168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scr-describe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87168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54296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4296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job-describe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54296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9984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JobDef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1424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list-jobdefs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21424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21424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jobdef-describe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21424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list-libraries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find-library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95728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7168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87168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list-tables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87168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find-table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87168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table-describe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87168" y="41696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87168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sas-query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62856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· Macro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54296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54296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9984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Program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21424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Architecture  —  Decision Trees as Canonical Spec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62179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0" y="6217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*score-strategy  (Router)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55448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*score-mas-scr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5448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97864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7864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76856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322576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22576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*score-job-jobdef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22576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2576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64992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43984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489704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*score-program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Macro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35424" y="237744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377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11112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656832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*score-cas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02552" y="237744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2377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(inline or table)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5448" y="3182112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19125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skill (SKILL.md decision tree)    </a:t>
            </a:r>
            <a:pPr indent="0" marL="0">
              <a:buNone/>
            </a:pPr>
            <a:r>
              <a:rPr lang="en-US" sz="1000" b="1" dirty="0">
                <a:solidFill>
                  <a:srgbClr val="C4D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□</a:t>
            </a:r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MCP tools called by the skill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Tool Descriptions: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5448" y="393192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2611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verbose descriptions, USE/DON'T USE rules, self-contained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90288" y="393192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2611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~10-line descriptions, skills handle routing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Example  —  MAS Model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02920" cy="502920"/>
          </a:xfrm>
          <a:prstGeom prst="ellipse">
            <a:avLst/>
          </a:prstGeom>
          <a:solidFill>
            <a:srgbClr val="03295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21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64008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65836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 customer with churn model (age=45, income=60000)"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1161288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80744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380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1362456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380744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score-strategy routes to score-mas-scr via routing 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1883664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03120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066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084832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2103120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 confirms churnRisk model exists in SAS Viya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" y="2606040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25496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807208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2825496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 invoked with model name + scenario params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" y="3328416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547872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511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/ Restaf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529584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3547872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_masScoring() → masSetup() → masDescribe() → masRun()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" y="4050792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270248"/>
            <a:ext cx="502920" cy="502920"/>
          </a:xfrm>
          <a:prstGeom prst="ellipse">
            <a:avLst/>
          </a:prstGeom>
          <a:solidFill>
            <a:srgbClr val="0766D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25196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27248" y="427024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prediction: "churn", probability: 0.78, age: 45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browser-based OAuth 2.0 with PKCE. Most secure.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oauthclient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where the client app manages token exchange.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valid SAS Viya access token directly.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access token from a local file path.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sascli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auth from an existing sas-viya-cli profile.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credential auth. Use with care.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032954"/>
          </a:solidFill>
          <a:ln w="3810">
            <a:solidFill>
              <a:srgbClr val="BAC0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49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  ·  HTTP Transport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3749040" cy="402336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@sassoftware/sas-score-mcp-serverjs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install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Stdio: Claude Desktop &amp; VS Code (local config)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3558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any browser-based AI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Claude.ai does not support localhost HTTP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621792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0766D1"/>
          </a:solidFill>
          <a:ln w="3810">
            <a:solidFill>
              <a:srgbClr val="BAC0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749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Transport  ·  OAuth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499616"/>
            <a:ext cx="3749040" cy="402336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ghcr.io/sassoftware/sas-score-mcp-serverjs:latest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0391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GitHub Container Registry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on port 8080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concurrent support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Docker runs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Score MCP Server — Workflow</dc:title>
  <dc:subject>PptxGenJS Presentation</dc:subject>
  <dc:creator>PptxGenJS</dc:creator>
  <cp:lastModifiedBy>PptxGenJS</cp:lastModifiedBy>
  <cp:revision>1</cp:revision>
  <dcterms:created xsi:type="dcterms:W3CDTF">2026-06-16T11:12:02Z</dcterms:created>
  <dcterms:modified xsi:type="dcterms:W3CDTF">2026-06-16T11:12:02Z</dcterms:modified>
</cp:coreProperties>
</file>